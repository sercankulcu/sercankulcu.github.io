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65760"/>
            <a:ext cx="5852160" cy="585216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4389120" cy="438912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828800"/>
            <a:ext cx="2926080" cy="292608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560320"/>
            <a:ext cx="1463040" cy="146304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103120"/>
            <a:ext cx="91440" cy="91440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3749040"/>
            <a:ext cx="82296" cy="82296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5029200"/>
            <a:ext cx="73152" cy="73152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9" name="Shape 7"/>
          <p:cNvSpPr/>
          <p:nvPr/>
        </p:nvSpPr>
        <p:spPr>
          <a:xfrm>
            <a:off x="-1280160" y="4937760"/>
            <a:ext cx="2926080" cy="2926080"/>
          </a:xfrm>
          <a:prstGeom prst="ellipse">
            <a:avLst/>
          </a:prstGeom>
          <a:solidFill>
            <a:srgbClr val="13456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SENSORS (MDPI), VOL. 26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High-Precision Marine Radar Object Detection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Tiled Training and SAHI Enhanced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YOLOv11-OBB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small ships on radar screens with over 95% precision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31750">
            <a:solidFill>
              <a:srgbClr val="F2C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46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Department, Giresun University, Turkey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2026, 26, 942  ·  doi:10.3390/s26030942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This Study Find?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training + SAHI + YOLOv11-OBB reaches over 0.95 mAP@0.5 on real radar data — beating standard full-image detection.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OBBs Help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bounding boxes (OBBs) fit ships more tightly than ordinary boxes or masks, since they follow the ship's true heading.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Payoff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lightweight enough to run in near real time on edge hardware — suitable for small and medium-sized vessels.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Impact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orientation and centre-point estimates support better multi-target tracking and collision avoidance.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 (2026)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Marine Radar Detection So Hard?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screens are full of sea clutter, small distant targets, and fixed navigation markers that look like ships.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methods (like CFAR statistical detectors) work, but struggle when clutter changes quickly or targets are faint.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deep learning models (YOLO-based, GAN-based, multi-sensor fusion) do better, but most still use plain, axis-aligned boxes.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gap remains: resizing large radar images to fit standard network inputs (e.g. 640×640) makes small ships disappear.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071B2E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earlier studies achieved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9516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CFAR + superpixels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64040" y="2514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 detection 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9516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Marine-Faster R-CNN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64040" y="3063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93.65% recall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95160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YOLO-SWFormer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6404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 recall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9516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YOSMR (lightweight)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6404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 recall, 92.0% accuracy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95160" y="4709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camera fusion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64040" y="4709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mAP@0.5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5349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combine tiled training + slicing + orientation-aware boxes — the gap this paper fills.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 (Külcü 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 to the Field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21671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+ SAHI + OBB pipeline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pipeline that fixes the resolution mismatch in large radar images, greatly improving small-target detection.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21671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Orientation-aware detection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2084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OBBs model the true heading of each vessel, cutting false positives from clutter and fixed navigation aids.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Semi-automatic annotation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contour-based labelling method builds three label types — box, oriented box, and mask — straight from raw radar echoes.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0664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performance benchmark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0.95 mAP@0.5 and sub-10-pixel localization error, while staying fast enough for edge devices.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DAAN Marine Radar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the German Aerospace Center (DLR) in the Baltic Sea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radar mounted on a moving "own-ship", using standard nautical PPI mode at a 3 nautical-mile range.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target vessels, tracked for about 13 minutes, with very different speeds, headings, and crossing/overtaking manoeuvres.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also contain wake trails, sea clutter, and interference from fixed navigation aids.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data (real GPS-based ship positions) is used as accurate ground truth for evaluating detections.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9202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0" y="19202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full-resolution radar frames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32461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3375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0" y="3337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tracked, plus the moving own-ship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4663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47548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86800" y="4754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 rate, ~13 minutes total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2.1, Figs. 1–2 (Külcü 2026)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Echoes into Training Labels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81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48840"/>
            <a:ext cx="3124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Candidates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124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image to HSV colour space and threshold the bright yellow used for strong echoes.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38600" y="2880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2920" y="1965960"/>
            <a:ext cx="3581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1520" y="2148840"/>
            <a:ext cx="3124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Labels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1520" y="2697480"/>
            <a:ext cx="3124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surviving shape, compute a box, an oriented box, and a smoothed outline (mask) at the same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94320" y="2880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68640" y="1965960"/>
            <a:ext cx="3581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7240" y="2148840"/>
            <a:ext cx="3124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Human Check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97240" y="2697480"/>
            <a:ext cx="3124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15% of frames needed a manual fix — splitting merged ships, joining broken echoes, or removing false navigation-aid shapes.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7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~15% of frames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manual correction — because the radar display uses a fixed colour code for strong echoes, automatic thresholding worked well for most frames. This check happens only once, offline; the trained model runs fully automatically afterwards.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2.2 (Külcü 2026)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LABELS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Label Formats, One Contour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Axis-Aligned Box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upright rectangle around the shape. Simple, but loose-fitting for tilted ships.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AF1F6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2011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Box (OBB)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98848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rotated rectangle. Matches the ship's real heading for a tight, accurate fit.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A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11896" y="20116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Mask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11896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smoothed polygon outline (Douglas–Peucker algorithm), capturing the exact silhouette.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07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Yellow-echo threshold (HSV)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hue ∈ [20°, 40°],  saturation ∈ [100, 255],  value ∈ [100, 255]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smaller than 8 pixels are dropped as noise.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97764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07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smoothing precision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0.01 × perimeter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outline's shape while removing extra, redundant points.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2.2.1–2.2.2, Eq. (1)–(2), Algorithm 1 (Külcü 2026)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Tiled Training: Keeping Small Ships Visible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a large radar image down to 640×640 pixels makes small, distant ships shrink to almost nothing. The fix: cut each image into overlapping tiles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640×640 px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tile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 overlap, 512 px steps)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2514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760 → 3,040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44568" y="3383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tiling (4× more)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2514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4,457 → 11,893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7616" y="33832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ship instances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training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tiles that contain at least one ship are kept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this avoids wasting training time on empty sea. Labels are automatically re-calculated for each tile's own coordinate space.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2.4.2 (Külcü 2026)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60904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66090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2.3, 2.5 · MODELS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YOLOv11 Variants, Enhanced with SAHI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3456E"/>
                </a:solidFill>
              </a:rPr>
              <a:t>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YOLOv11-detect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detection with axis-aligned boxes (center, width, height).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3456E"/>
                </a:solidFill>
              </a:rPr>
              <a:t>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93208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YOLOv11-obb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2606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rotated box using four corner points — matches vessel heading.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11896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3456E"/>
                </a:solidFill>
              </a:rPr>
              <a:t>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06256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YOLOv11-seg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57616" y="2606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pixel-level masks for the exact shape of each echo.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SAHI — Slicing Aided Hyper Inference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test time, SAHI cuts each full-resolution radar image into overlapping 640×640 slices, runs the model on each slice separately, and merges the results back together. This matches the resolution the model was trained on — without ever retraining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2.3, 2.5 (Külcü 2026)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Backbone: Lightweight YOLO Comparison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1828800"/>
                <a:gridCol w="1828800"/>
                <a:gridCol w="20116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YOLO26n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1, Section 3.1 (Külcü 2026)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251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variants score above 0.98 mAP@0.5. YOLO11n was chosen: it gives the best mAP@0.5:0.95 (0.816) — the strictest, most demanding accuracy measure.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Full-Image Resizing vs. Tiled Training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YOLOv11-detect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YOLOv11-detect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YOLOv11-obb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YOLOv11-obb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YOLOv11-seg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YOLOv11-seg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2, Section 3.2 (Külcü 2026)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YOLOv11-OBB wins overall: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 mAP@0.5 — the highest score in the study, and a clear jump over its resized counterpart (0.955).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SAHI: Overlap Ratio and Slice Size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ratio (0.1 → 0.5)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5544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Overlap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mAP@0.5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mAP@0.5:0.95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mAP@0.75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0.487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0.380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0.488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0.381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0.961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0.489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0.392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0.394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size (640 px → 240 px, overlap fixed at 0.2)</a:t>
            </a:r>
            <a:endParaRPr lang="en-US" sz="13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5544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Slice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mAP@0.5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mAP@0.5:0.95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mAP@0.75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640 px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0.488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0.381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512 px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0.506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448 px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0.971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0.509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0.447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320 px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0.977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0.512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0.486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240 px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0.976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0.501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B2135"/>
                          </a:solidFill>
                        </a:rPr>
                        <a:t>0.459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overlap gives a small, steady gain — useful when precision matters more than speed.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the slice size helps a lot — mAP@0.75 nearly doubles (0.381 → 0.486) — but going too small (240 px) starts to hurt, since there are too many boundary artifacts.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px slices give the best accuracy; 640 px with 0.2 overlap is the best speed/accuracy balance.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Tables 3–4, Section 3.3 (Külcü 2026)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Variants: Accuracy vs. Precision/Recall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at different strictness levels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37160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mAP@0.5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mAP@0.5:0.95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mAP@0.75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Detect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0.488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0.381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OBB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0.374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0.428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Segment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0.494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0.441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at IoU = 0.5</a:t>
            </a:r>
            <a:endParaRPr lang="en-US" sz="13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A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Detect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OBB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Segment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0.873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97764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detect model has the best raw precision and recall — but its accuracy drops fastest at strict thresholds (mAP@0.75 = 0.381). OBB and Segment keep much more of their accuracy at mAP@0.75 (0.428 and 0.441), proving that they draw tighter, more reliable boundaries around each ship — even if they occasionally flag a few more false positives.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Tables 5–6, Section 3.3 (Külcü 2026)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Close Are Predictions to the Real Ship Position?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distance (in pixels) between the predicted centre point and the true AIS-based position: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Vessel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 (px)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Median (px)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Std. Dev. (px)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Vessel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Detect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6.33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6.05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3.10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Vessel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OBB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6.30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3.04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Vessel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Segment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6.75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6.30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2.98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Vessel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Detect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5.14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2.99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Vessel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OBB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3.10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Vessel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Segment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5.62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5.45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2.93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07492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stay under 10 pixels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mean error — and OBB is consistently the most accurate at finding a ship's true centre, confirming that orientation-aware boxes track vessels more faithfully.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7, Section 3.4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493008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49300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3.5–3.7 · PRACTICAL 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on Real Hardware, and When It Fails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94960" cy="50292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~5.5–6.0 MB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394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 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697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4.2 GB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394960" cy="50292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Full-image inference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 FPS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394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+ SAHI inference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FPS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FPS is a 3–4× slowdown versus full-image inference — but still enough for near-real-time collision avoidance and AIS-linked tracking.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typical failure patterns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echo from signal attenuation → missed target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26700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Wave clutter hides the vessel's signature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14553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Slicing (SAHI) splits one ship's echo across two tiles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362102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Sharp manoeuvres change the echo shape too fast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40965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ship's echo splits into two false detections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4572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 nearby ships merge into a single, undercounted echo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3.5, 3.7 (Külcü 2026)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13456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Scale-Aware and Orientation-Aware Design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tiled training, SAHI, and YOLOv11-OBB sets a new benchmark for marine radar detection: over 0.95 mAP@0.5 with sub-10-pixel localization error.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solves two problems at once — the resolution mismatch that hides small ships, and the orientation blindness of ordinary bounding boxes.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segmentation variant adds further value for tasks like separating overlapping wakes or tracking individual vessels.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speed up the pipeline (model pruning, lighter backbones), add sea-state labels to study weather effects, and test on more public radar datasets.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Külcü, S. (2026).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Marine Radar Object Detection Using Tiled Training and SAHI Enhanced YOLOv11-OBB.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26(3), 942. doi:10.3390/s26030942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DAAN marine radar repository, German Aerospace Center (DLR) — https://doi.org/10.26090/rwmr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academic summary of the research paper above. For the full reference list (27 citations), please see the original article.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2026-09-09T20:45:26Z</dcterms:created>
  <dcterms:modified xsi:type="dcterms:W3CDTF">2026-09-09T20:45:26Z</dcterms:modified>
</cp:coreProperties>
</file>