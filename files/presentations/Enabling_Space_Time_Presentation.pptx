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5486400" cy="5486400"/>
          </a:xfrm>
          <a:prstGeom prst="ellipse">
            <a:avLst/>
          </a:prstGeom>
          <a:ln w="1778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914400"/>
            <a:ext cx="4023360" cy="4023360"/>
          </a:xfrm>
          <a:prstGeom prst="ellipse">
            <a:avLst/>
          </a:prstGeom>
          <a:ln w="1778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182880"/>
            <a:ext cx="2560320" cy="2560320"/>
          </a:xfrm>
          <a:prstGeom prst="ellipse">
            <a:avLst/>
          </a:prstGeom>
          <a:ln w="1778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548640"/>
            <a:ext cx="1097280" cy="1097280"/>
          </a:xfrm>
          <a:prstGeom prst="ellipse">
            <a:avLst/>
          </a:prstGeom>
          <a:ln w="1778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280160" y="4937760"/>
            <a:ext cx="2926080" cy="2926080"/>
          </a:xfrm>
          <a:prstGeom prst="ellipse">
            <a:avLst/>
          </a:prstGeom>
          <a:solidFill>
            <a:srgbClr val="0B3D6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572000"/>
            <a:ext cx="2377440" cy="2377440"/>
          </a:xfrm>
          <a:prstGeom prst="ellipse">
            <a:avLst/>
          </a:prstGeom>
          <a:solidFill>
            <a:srgbClr val="F2A541">
              <a:alpha val="3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  ·  TURKISH JOURNAL OF ELECTRICAL ENGINEERING &amp; COMPUTER SCIENCES  ·  2019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Space Time Division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Access in IETF 6TiSCH Protocol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directional antennas to schedule resources in time, frequency, and space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274320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526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Sedat Görmüş  ·  Sercan Külcü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Faculty of Engineering, Karadeniz Technical University, Trabzon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 J Elec Eng &amp; Comp Sci (2019) 27: 4151–4166  ·  doi:10.3906/elk-1903-127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Does This Study Solve?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6TiSCH networks don't perform as expected when frequency resources are limited and the same band is shared with WiFi, Bluetooth, and other technologies.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switchable directional antenna system is integrated with the IETF 6TiSCH protocol.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scheduled not only in time and frequency, but also in space (direction) — an algorithm called SF-DA.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Cooja/Contiki simulations, packet delivery goes up clearly, while delay and energy use drop significantly.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Görmüş, Külcü (2019)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42032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4203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Directional Antennas?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facing IoT networks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applications — smart grids, smart health, smart cities — are quickly increasing the need to connect small devices to the Internet.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cell sizes shrink, nodes using the same or nearby frequency channels interfere with each other more often.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 antennas broadcast in every direction, so they limit how well the wireless space can be reused.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solution: low-cost radios with sectorized or directional antennas that enable space division multiple access (SDMA).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20840" y="182880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1938528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549640" y="193852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 channels that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overlap with WiFi (15, 20, 25, 26)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333756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0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3447288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549640" y="344728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antennas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this study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48463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4956048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25–101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549640" y="495604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network sizes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the tests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Soua &amp; Minet (2015); Görmüş &amp; Külcü (2019), Section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CONCEPT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Omnidirectional vs. Directional Antennas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📡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4617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energy equally in all directions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reuse of the wireless space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 of co-channel interference and collisions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power to reach the same distance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B3D66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1945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🧭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452360" y="22402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20840" y="3108960"/>
            <a:ext cx="4617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energy toward one direction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reuse of the wireless space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collisions and less interference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less power to reach the same distance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Wong et al. (2015); Dai et al. (2013)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BACKGROUND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IETF 6TiSCH Protocol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37360" y="178308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0B3D66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783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CoAP / PCE / Tracking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7360" y="251460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514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TCP/UDP/IPv6  +  RPL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2514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37360" y="324612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0B3D66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3246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3246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over the 802.15.4 physical layer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737360" y="397764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3977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scheduler — shares cells between pairs of nodes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737360" y="470916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0B3D66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4709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802.15.4e TSCH MAC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4709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Collision-free access using time slots and channel hopping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737360" y="5440680"/>
            <a:ext cx="8412480" cy="64008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5440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 (Physical Layer)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 1b, p.4154 (Görmüş &amp; Külcü 2019)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Contribution of This Study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3314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21671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Direction-aware scheduling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directional-antenna-aware resource scheduling mechanism (SF-DA) is proposed for 6TiSCH networks.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3314F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21671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access scheme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2084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shared across three dimensions: time, frequency, AND space (direction).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3314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51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Cooja / Contiki integration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switchable directional antenna model was added as a new module to Contiki OS's Cooja simulator.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3314F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251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0664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comparison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 is compared against the 6TiSCH Minimal Configuration and Orchestra scheduling mechanisms.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42032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4203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SYSTEM MODEL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Multi-Antenna Architecture for Cooja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it built?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 EXP430F5438 platform was extended with 2–3 CC2420 radio interfaces, each facing a different direction.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interface connects to Cooja through its own SPI port on the Contiki cc2420 driver.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UDGM radio medium was updated to also take transmission direction into account.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of an incoming packet is stored in the MAC layer's neighbour table.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778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Contiki (Emulation)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96696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Cooja (Simulation)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210312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2103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CC2420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10312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103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Exp5438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66960" y="21031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0" y="21031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UDGM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Medium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78040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Bus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832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818120" y="3291840"/>
            <a:ext cx="128016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CC2420 class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18120" y="3794760"/>
            <a:ext cx="128016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CC2420 class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18120" y="4297680"/>
            <a:ext cx="128016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CC2420 class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77840" y="502920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directional antenna interfaces are simulated in the same radio medium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 2, p.4156 (Görmüş &amp; Külcü 2019)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Space-Time Scheduling: A Worked Example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9-node mesh network, every node sends 1 packet to the root node. Compare how many time slots are needed to carry the same traffic: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Omnidirectional Antenna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slots needed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cannot communicate at the same time; transmissions must happen one after another.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27432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0B3D66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Antenna (SF-DA)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352044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720840" y="46177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slots are enough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50292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Space-time separation allows more transmissions to happen in parallel.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 3, p.4158 (Görmüş &amp; Külcü 2019)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TEST SETUP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Environment and Parameters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B3D6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Parameters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3611880" cy="914400"/>
        </p:xfrm>
        <a:graphic>
          <a:graphicData uri="http://schemas.openxmlformats.org/drawingml/2006/table">
            <a:tbl>
              <a:tblPr/>
              <a:tblGrid>
                <a:gridCol w="2456078"/>
                <a:gridCol w="115580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back-off exponent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Max. back-off exponent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Back-off increment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Retransmission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70248" y="1828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B3D66"/>
          </a:solidFill>
          <a:ln/>
        </p:spPr>
      </p:sp>
      <p:sp>
        <p:nvSpPr>
          <p:cNvPr id="9" name="Text 6"/>
          <p:cNvSpPr/>
          <p:nvPr/>
        </p:nvSpPr>
        <p:spPr>
          <a:xfrm>
            <a:off x="4270248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/ Timing Parameters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70248" y="2331720"/>
          <a:ext cx="3611880" cy="914400"/>
        </p:xfrm>
        <a:graphic>
          <a:graphicData uri="http://schemas.openxmlformats.org/drawingml/2006/table">
            <a:tbl>
              <a:tblPr/>
              <a:tblGrid>
                <a:gridCol w="2456078"/>
                <a:gridCol w="115580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bytes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Timeslot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Slotframe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083296" y="182880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0B3D66"/>
          </a:solidFill>
          <a:ln/>
        </p:spPr>
      </p:sp>
      <p:sp>
        <p:nvSpPr>
          <p:cNvPr id="12" name="Text 8"/>
          <p:cNvSpPr/>
          <p:nvPr/>
        </p:nvSpPr>
        <p:spPr>
          <a:xfrm>
            <a:off x="8083296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Parameters</a:t>
            </a:r>
            <a:endParaRPr lang="en-US" sz="12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3296" y="2331720"/>
          <a:ext cx="3611880" cy="914400"/>
        </p:xfrm>
        <a:graphic>
          <a:graphicData uri="http://schemas.openxmlformats.org/drawingml/2006/table">
            <a:tbl>
              <a:tblPr/>
              <a:tblGrid>
                <a:gridCol w="2456078"/>
                <a:gridCol w="115580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Interference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25-node grid topology (200×150 m) was tested with 2 or 3 directional antennas, using 180° / 120° beam widths.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1, p.4160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PRR Performance: Minimal Configuration and Orchestra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AF1F5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2194560"/>
            <a:ext cx="731520" cy="73152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7" name="Text 5"/>
          <p:cNvSpPr/>
          <p:nvPr/>
        </p:nvSpPr>
        <p:spPr>
          <a:xfrm>
            <a:off x="189738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📶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Configuration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directional antennas increases the average packet reception ratio (PRR) by 2 to 3 times, depending on the data rate.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0248" y="19202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A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5710428" y="2194560"/>
            <a:ext cx="731520" cy="73152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2" name="Text 10"/>
          <p:cNvSpPr/>
          <p:nvPr/>
        </p:nvSpPr>
        <p:spPr>
          <a:xfrm>
            <a:off x="571042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🎼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53128" y="3108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 Scheduling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98848" y="361188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similar improvement is seen here too — directional antennas clearly boost network performance under heavy load.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19202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EAF1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3476" y="2194560"/>
            <a:ext cx="731520" cy="73152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7" name="Text 15"/>
          <p:cNvSpPr/>
          <p:nvPr/>
        </p:nvSpPr>
        <p:spPr>
          <a:xfrm>
            <a:off x="9523476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66176" y="3108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happen?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11896" y="361188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antenna beam width gives higher spatial separation, which reduces collisions in shared time slots.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setup: the packet transmission interval was varied between 0.2 and 2 packets/second to create saturated traffic scenarios.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 4, p.4161 (Sections 5.1–5.2)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Space-Time Scheduling: Collisions and Channel Count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↑100%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PRR improvement seen in the evaluated scenario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9202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540"/>
          </a:solidFill>
          <a:ln/>
        </p:spPr>
      </p:sp>
      <p:sp>
        <p:nvSpPr>
          <p:cNvPr id="9" name="Text 7"/>
          <p:cNvSpPr/>
          <p:nvPr/>
        </p:nvSpPr>
        <p:spPr>
          <a:xfrm>
            <a:off x="4453128" y="21031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44568" y="2971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this number of channels, directional antennas add little benefit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83296" y="19202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0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66176" y="210312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57616" y="2971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less transmit power a 180° directional antenna needs for the same range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are only a few frequency channels, the extra spatial dimension from directional antennas clearly improves PRR.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networks with low interference and few nodes, directional antennas may add only a limited benefit.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SF-DA performance improves as more antennas are added; the benefit becomes even clearer as channel quality gets worse.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 5–6, p.4162 (Section 5.3)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Delay, Energy Use, and Network Size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network gets bigger, PRR drops while delay and energy use go up. Compared to an omnidirectional antenna, using 3 directional antennas gives: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0B3D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+5–10% 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219456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0B3D66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21945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 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average network delay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219456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0B3D66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21945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Energy 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use, clearly reduced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06424"/>
                <a:gridCol w="1106424"/>
                <a:gridCol w="1106424"/>
                <a:gridCol w="1106424"/>
                <a:gridCol w="1106424"/>
                <a:gridCol w="1106424"/>
                <a:gridCol w="1106424"/>
                <a:gridCol w="1106424"/>
                <a:gridCol w="111556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 directional antenna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 directional antennas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 directional antennas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Number of Nodes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PRR 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Delay (ms)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Energy (mWh)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PRR 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Delay (ms)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Energy (mWh)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PRR 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Delay (ms)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Energy (mWh)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2, p.4164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0B3D66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Directional Antennas Add a New Degree of Freedom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simple, RF-switchable smart antenna system improves 6TiSCH network performance and reduces end-to-end delay and energy use.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6TiSCH performance improves clearly when scheduling decisions use the direction information gathered by the smart antennas.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 of directional antennas is greatest in scenarios where the number of frequency channels is limited.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validate these results using a testbed with real switchable and steerable antennas, aiming at high-reliability industrial IoT networks.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and Acknowledgment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AF1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Görmüş, S., Külcü, S. (2019).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space time division multiple access in IETF 6TiSCH protocol.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F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Journal of Electrical Engineering and Computer Sciences, 27(6), 4151–4166. doi:10.3906/elk-1903-127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0B3D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832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was supported by the Scientific and Technological Research Council of Turkey (TÜBİTAK), project number 118E289.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an academic summary of the research paper above. For the full reference list (29 citations), please see the original article.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2026-09-09T20:26:36Z</dcterms:created>
  <dcterms:modified xsi:type="dcterms:W3CDTF">2026-09-09T20:26:36Z</dcterms:modified>
</cp:coreProperties>
</file>