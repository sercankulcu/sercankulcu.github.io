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5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9: Çevrimiçi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Online platform = kullanıcıları, satıcıları ve hizmet sağlayıcıları buluşturan dijital ekosistem</a:t>
            </a:r>
          </a:p>
          <a:p>
            <a:r>
              <a:rPr lang="tr-TR" dirty="0"/>
              <a:t>Çift taraflı pazar (two-</a:t>
            </a:r>
            <a:r>
              <a:rPr lang="tr-TR" dirty="0" err="1"/>
              <a:t>sided</a:t>
            </a:r>
            <a:r>
              <a:rPr lang="tr-TR" dirty="0"/>
              <a:t> </a:t>
            </a:r>
            <a:r>
              <a:rPr lang="tr-TR" dirty="0" err="1"/>
              <a:t>markets</a:t>
            </a:r>
            <a:r>
              <a:rPr lang="tr-TR" dirty="0"/>
              <a:t>)</a:t>
            </a:r>
          </a:p>
          <a:p>
            <a:r>
              <a:rPr lang="tr-TR" dirty="0"/>
              <a:t>Örnekler: Amazon, Uber, </a:t>
            </a:r>
            <a:r>
              <a:rPr lang="tr-TR" dirty="0" err="1"/>
              <a:t>Airbnb</a:t>
            </a:r>
            <a:r>
              <a:rPr lang="tr-TR" dirty="0"/>
              <a:t>, Trendyol, Facebook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D7E5-BA9A-62AF-359D-4CFDB2D3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Etkileri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263D-6245-87D7-BE2C-6C7D98577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Pozitif ağ etkisi: Daha çok kullanıcı → platform daha değerli</a:t>
            </a:r>
          </a:p>
          <a:p>
            <a:r>
              <a:rPr lang="tr-TR" dirty="0"/>
              <a:t>Negatif ağ etkisi: Kalabalık → tıkanıklık, bilgi kirliliği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WhatsApp → kullanıcı arttıkça değer artar</a:t>
            </a:r>
          </a:p>
          <a:p>
            <a:pPr lvl="1"/>
            <a:r>
              <a:rPr lang="tr-TR" dirty="0"/>
              <a:t>Uber → çok sürücü → bekleme süresi azalır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716A-5375-53BD-5ADC-39987A90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8AA6-C837-D58A-2BDF-F30E93F3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E9544-E84A-9B99-B97B-55921FAD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3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F97A-E903-628C-9AF0-26E3AA39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Teşvik Tasarımı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65606-3E6F-0A19-02CE-4F7D8CD3D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Platformların verdiği teşvikler:</a:t>
            </a:r>
          </a:p>
          <a:p>
            <a:pPr lvl="1"/>
            <a:r>
              <a:rPr lang="tr-TR" dirty="0"/>
              <a:t>Bonuslar</a:t>
            </a:r>
          </a:p>
          <a:p>
            <a:pPr lvl="1"/>
            <a:r>
              <a:rPr lang="tr-TR" dirty="0"/>
              <a:t>İndirimler</a:t>
            </a:r>
          </a:p>
          <a:p>
            <a:pPr lvl="1"/>
            <a:r>
              <a:rPr lang="tr-TR" dirty="0"/>
              <a:t>Ücretsiz deneme</a:t>
            </a:r>
          </a:p>
          <a:p>
            <a:r>
              <a:rPr lang="tr-TR" dirty="0"/>
              <a:t>Stratejik davranışlar:</a:t>
            </a:r>
          </a:p>
          <a:p>
            <a:pPr lvl="1"/>
            <a:r>
              <a:rPr lang="tr-TR" dirty="0"/>
              <a:t>Sahte yorumlar</a:t>
            </a:r>
          </a:p>
          <a:p>
            <a:pPr lvl="1"/>
            <a:r>
              <a:rPr lang="tr-TR" dirty="0"/>
              <a:t>Algoritmayı manipüle etme</a:t>
            </a:r>
          </a:p>
          <a:p>
            <a:pPr lvl="1"/>
            <a:r>
              <a:rPr lang="tr-TR" dirty="0"/>
              <a:t>Çoklu hesap açma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BD8E5-C9A4-8F5C-A361-06F92E22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0161-C735-85A9-BC25-3A5CE4D6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9D22-8031-2B76-8408-FECDBCE5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4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FB6A-FA0D-4590-1717-55DC29B4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 Teorisi Bağlantısı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713C7-0C2B-B20F-246B-2BF00DA1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Platform tasarımı → kullanıcıların stratejik davranışlarını yönlendirir</a:t>
            </a:r>
          </a:p>
          <a:p>
            <a:r>
              <a:rPr lang="tr-TR" dirty="0" err="1"/>
              <a:t>Nash</a:t>
            </a:r>
            <a:r>
              <a:rPr lang="tr-TR" dirty="0"/>
              <a:t> dengesi → kullanıcılar teşviklere göre davranış seçer</a:t>
            </a:r>
          </a:p>
          <a:p>
            <a:r>
              <a:rPr lang="tr-TR" dirty="0"/>
              <a:t>Doğru teşvik → işbirliği &amp; verimlilik</a:t>
            </a:r>
          </a:p>
          <a:p>
            <a:r>
              <a:rPr lang="tr-TR" dirty="0"/>
              <a:t>Yanlış teşvik → manipülasyon &amp; güven kaybı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19162-1FB9-9AC4-EACF-DD6D0B13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39B29-FB4A-A70F-F971-2E57392D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509FD-A14E-DDBA-EF0D-795D6CCC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7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34DE-01C9-F932-F6E4-2A8BE5E6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Platform Rekabeti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6C4C-D643-7FF5-AF5C-A468B416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Winner-takes-all</a:t>
            </a:r>
            <a:r>
              <a:rPr lang="tr-TR" dirty="0"/>
              <a:t>: Tek platform pazarın çoğunu ele geçirebilir</a:t>
            </a:r>
          </a:p>
          <a:p>
            <a:r>
              <a:rPr lang="tr-TR" dirty="0"/>
              <a:t>Kullanıcı geçiş maliyeti → kullanıcıyı elde tutma stratejisi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 err="1"/>
              <a:t>Hepsiburada</a:t>
            </a:r>
            <a:r>
              <a:rPr lang="tr-TR" dirty="0"/>
              <a:t> </a:t>
            </a:r>
            <a:r>
              <a:rPr lang="tr-TR" dirty="0" err="1"/>
              <a:t>vs</a:t>
            </a:r>
            <a:r>
              <a:rPr lang="tr-TR" dirty="0"/>
              <a:t> Trendyol</a:t>
            </a:r>
          </a:p>
          <a:p>
            <a:pPr lvl="1"/>
            <a:r>
              <a:rPr lang="tr-TR" dirty="0"/>
              <a:t>Uber </a:t>
            </a:r>
            <a:r>
              <a:rPr lang="tr-TR" dirty="0" err="1"/>
              <a:t>vs</a:t>
            </a:r>
            <a:r>
              <a:rPr lang="tr-TR" dirty="0"/>
              <a:t> </a:t>
            </a:r>
            <a:r>
              <a:rPr lang="tr-TR" dirty="0" err="1"/>
              <a:t>Lyft</a:t>
            </a:r>
            <a:endParaRPr lang="tr-TR" dirty="0"/>
          </a:p>
          <a:p>
            <a:pPr lvl="1"/>
            <a:r>
              <a:rPr lang="tr-TR" dirty="0"/>
              <a:t>Instagram </a:t>
            </a:r>
            <a:r>
              <a:rPr lang="tr-TR" dirty="0" err="1"/>
              <a:t>vs</a:t>
            </a:r>
            <a:r>
              <a:rPr lang="tr-TR" dirty="0"/>
              <a:t> </a:t>
            </a:r>
            <a:r>
              <a:rPr lang="tr-TR" dirty="0" err="1"/>
              <a:t>TikTok</a:t>
            </a: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DFDB-E3F9-5BAD-F787-62260C40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674B2-BC2A-BDEE-12E1-6C19C798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27629-24E4-9E2C-0A2B-CF9B1327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EC45-0BC2-FC08-E376-1A0702BA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Etik ve Düzenleme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FC86A-1BB4-A463-5C6D-ECC252285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gizliliği ve güvenlik sorunları</a:t>
            </a:r>
          </a:p>
          <a:p>
            <a:r>
              <a:rPr lang="tr-TR" dirty="0"/>
              <a:t>Tekelleşme riski</a:t>
            </a:r>
          </a:p>
          <a:p>
            <a:r>
              <a:rPr lang="tr-TR" dirty="0"/>
              <a:t>Regülasyon ihtiyacı</a:t>
            </a:r>
          </a:p>
          <a:p>
            <a:r>
              <a:rPr lang="tr-TR" dirty="0"/>
              <a:t>Örnek: Avrupa Birliği Dijital Pazarlar Yasası (DMA)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587E7-537C-B423-8DE4-E39EA00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DEB38-C2A4-E5FE-D0A8-DCB3E861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3B786-1C65-815B-D2B3-49AA9307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9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8C29-34B5-C4B8-3F96-FF067F58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56B7-D649-ACA4-6376-1467622F3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E-ticaret → Amazon, Trendyol</a:t>
            </a:r>
          </a:p>
          <a:p>
            <a:r>
              <a:rPr lang="tr-TR" dirty="0"/>
              <a:t>Paylaşım ekonomisi → </a:t>
            </a:r>
            <a:r>
              <a:rPr lang="tr-TR" dirty="0" err="1"/>
              <a:t>Airbnb</a:t>
            </a:r>
            <a:r>
              <a:rPr lang="tr-TR" dirty="0"/>
              <a:t>, </a:t>
            </a:r>
            <a:r>
              <a:rPr lang="tr-TR" dirty="0" err="1"/>
              <a:t>BlaBlaCar</a:t>
            </a:r>
            <a:endParaRPr lang="tr-TR" dirty="0"/>
          </a:p>
          <a:p>
            <a:r>
              <a:rPr lang="tr-TR" dirty="0"/>
              <a:t>Sosyal medya → Instagram, </a:t>
            </a:r>
            <a:r>
              <a:rPr lang="tr-TR" dirty="0" err="1"/>
              <a:t>TikTok</a:t>
            </a: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01CAB-C1DE-D5B4-A7E3-2BCC06CF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4F00D-8660-FE17-C442-D28FC9D5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697A1-36B8-4D16-EE63-94400D43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6691-2DA6-7D58-5CCE-5BA0446D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7F64B-ED94-10B5-EB66-8D83C77E4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Neden bazı platformlar hızla büyürken bazıları başarısız olur?</a:t>
            </a:r>
          </a:p>
          <a:p>
            <a:r>
              <a:rPr lang="tr-TR" dirty="0"/>
              <a:t>Platformlar kullanıcı davranışlarını nasıl şekillendirir?</a:t>
            </a:r>
          </a:p>
          <a:p>
            <a:r>
              <a:rPr lang="tr-TR" dirty="0"/>
              <a:t>Platform tasarımı herkese adil olabilir mi?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B92CA-DB1D-3402-D170-C1ED04B9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DC145-FD9A-124D-8D04-BDEE81BB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7282D-99E0-90E2-2DCD-3AD4B5E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3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8D0D-20CF-E3C5-6A57-9867FA6A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bazı platformlar hızla büyürken bazıları başarısız olur?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01B26-AD97-D11A-61BB-95AEAD2E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Pozitif ağ etkisi: </a:t>
            </a:r>
          </a:p>
          <a:p>
            <a:pPr lvl="1"/>
            <a:r>
              <a:rPr lang="tr-TR" dirty="0"/>
              <a:t>Kullanıcı sayısı arttıkça platform daha değerli olur → hızlı büyüme</a:t>
            </a:r>
          </a:p>
          <a:p>
            <a:r>
              <a:rPr lang="tr-TR" dirty="0"/>
              <a:t>Negatif ağ etkisi: </a:t>
            </a:r>
          </a:p>
          <a:p>
            <a:pPr lvl="1"/>
            <a:r>
              <a:rPr lang="tr-TR" dirty="0"/>
              <a:t>Aşırı kalabalık veya kötü kullanıcı deneyimi → kullanıcı kaybı</a:t>
            </a:r>
          </a:p>
          <a:p>
            <a:r>
              <a:rPr lang="tr-TR" dirty="0"/>
              <a:t>Başarı faktörleri:</a:t>
            </a:r>
          </a:p>
          <a:p>
            <a:pPr lvl="1"/>
            <a:r>
              <a:rPr lang="tr-TR" dirty="0"/>
              <a:t>Kolay kullanım ve güven</a:t>
            </a:r>
          </a:p>
          <a:p>
            <a:pPr lvl="1"/>
            <a:r>
              <a:rPr lang="tr-TR" dirty="0"/>
              <a:t>Teşvik ve ödüller</a:t>
            </a:r>
          </a:p>
          <a:p>
            <a:pPr lvl="1"/>
            <a:r>
              <a:rPr lang="tr-TR" dirty="0"/>
              <a:t>Kritik kitleye hızlı ulaşım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WhatsApp → kullanıcı sayısı artınca değer katlandı</a:t>
            </a:r>
          </a:p>
          <a:p>
            <a:pPr lvl="1"/>
            <a:r>
              <a:rPr lang="tr-TR" dirty="0" err="1"/>
              <a:t>Friendster</a:t>
            </a:r>
            <a:r>
              <a:rPr lang="tr-TR" dirty="0"/>
              <a:t> → kullanıcı kaybı → başarısız oldu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39D35-68B2-07B6-031E-0A7EE5E0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1D5D-842E-A676-793A-1B26E284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5C54D-3FE1-5D8F-962B-18EE4255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59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1C55-7BFC-B233-E15F-CD00DCCC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Platformlar kullanıcı davranışlarını nasıl şekillendirir?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3C6D7-D38D-8489-3ADC-21D901ADA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Teşvikler: Bonus, indirim, ödüller → belirli davranışları artırır</a:t>
            </a:r>
          </a:p>
          <a:p>
            <a:r>
              <a:rPr lang="tr-TR" dirty="0"/>
              <a:t>Algoritmalar: Öneri sistemleri → içerik ve ürün tercihini yönlendirir</a:t>
            </a:r>
          </a:p>
          <a:p>
            <a:r>
              <a:rPr lang="tr-TR" dirty="0"/>
              <a:t>Stratejik davranışları sınırlama: Sahte yorumları önleme, spam kontrol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Uber → sürücülere bonus → yoğun bölgelerde hizmet</a:t>
            </a:r>
          </a:p>
          <a:p>
            <a:pPr lvl="1"/>
            <a:r>
              <a:rPr lang="tr-TR" dirty="0" err="1"/>
              <a:t>TikTok</a:t>
            </a:r>
            <a:r>
              <a:rPr lang="tr-TR" dirty="0"/>
              <a:t> → izleme süresi arttıkça içerik önerisi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AAC7-8CFA-A5AA-FDB4-047B0B87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BF3A-B700-EB4B-BADA-7E944FBE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55123-9084-2547-ECD4-395F8906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35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EA60-A014-3D4E-FB5D-CF2F52C6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Platform tasarımı herkese adil olabilir mi?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216D-3EFF-AD28-2A3F-4B113C594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Gerçekçi durum: Tam adil platform tasarımı zordur</a:t>
            </a:r>
          </a:p>
          <a:p>
            <a:r>
              <a:rPr lang="tr-TR" dirty="0"/>
              <a:t>Zorluklar:</a:t>
            </a:r>
          </a:p>
          <a:p>
            <a:pPr lvl="1"/>
            <a:r>
              <a:rPr lang="tr-TR" dirty="0"/>
              <a:t>Kullanıcı farklılıkları (tercih, coğrafya, gelir)</a:t>
            </a:r>
          </a:p>
          <a:p>
            <a:pPr lvl="1"/>
            <a:r>
              <a:rPr lang="tr-TR" dirty="0"/>
              <a:t>Ağ etkileri → büyük kullanıcı grupları avantajlı</a:t>
            </a:r>
          </a:p>
          <a:p>
            <a:pPr lvl="1"/>
            <a:r>
              <a:rPr lang="tr-TR" dirty="0"/>
              <a:t>Stratejik manipülasyon → bazı kullanıcılar avantaj elde edebilir</a:t>
            </a:r>
          </a:p>
          <a:p>
            <a:r>
              <a:rPr lang="tr-TR" dirty="0"/>
              <a:t>Amaç: </a:t>
            </a:r>
          </a:p>
          <a:p>
            <a:pPr lvl="1"/>
            <a:r>
              <a:rPr lang="tr-TR" dirty="0"/>
              <a:t>Adaleti artırmak → teşvikler, kurallar ve regülasyon ile mümkün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 err="1"/>
              <a:t>Airbnb</a:t>
            </a:r>
            <a:r>
              <a:rPr lang="tr-TR" dirty="0"/>
              <a:t> → misafir ve ev sahibi dengesi</a:t>
            </a:r>
          </a:p>
          <a:p>
            <a:pPr lvl="1"/>
            <a:r>
              <a:rPr lang="tr-TR" dirty="0"/>
              <a:t>Instagram → algoritma adaleti tartışmaları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95EE5-C861-9979-3A3D-53AAF2DA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8E21B-3D6E-74F7-1D95-5F9E9446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C2D50-A704-567D-2C09-A9F918FB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5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4908</TotalTime>
  <Words>531</Words>
  <Application>Microsoft Office PowerPoint</Application>
  <PresentationFormat>Widescreen</PresentationFormat>
  <Paragraphs>121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Bölüm 9: Çevrimiçi Platform</vt:lpstr>
      <vt:lpstr>Giriş</vt:lpstr>
      <vt:lpstr>Ağ Etkileri</vt:lpstr>
      <vt:lpstr>Teşvik Tasarımı</vt:lpstr>
      <vt:lpstr>Oyun Teorisi Bağlantısı</vt:lpstr>
      <vt:lpstr>Platform Rekabeti</vt:lpstr>
      <vt:lpstr>Etik ve Düzenleme</vt:lpstr>
      <vt:lpstr>Gerçek Hayat Uygulamaları</vt:lpstr>
      <vt:lpstr>Tartışma Soruları</vt:lpstr>
      <vt:lpstr>Neden bazı platformlar hızla büyürken bazıları başarısız olur?</vt:lpstr>
      <vt:lpstr>Platformlar kullanıcı davranışlarını nasıl şekillendirir?</vt:lpstr>
      <vt:lpstr>Platform tasarımı herkese adil olabilir mi?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Cevrimici</dc:title>
  <dc:creator>sercan</dc:creator>
  <cp:lastModifiedBy>Sercan Kulcu</cp:lastModifiedBy>
  <cp:revision>346</cp:revision>
  <dcterms:created xsi:type="dcterms:W3CDTF">2023-01-12T09:23:55Z</dcterms:created>
  <dcterms:modified xsi:type="dcterms:W3CDTF">2025-09-28T07:44:42Z</dcterms:modified>
</cp:coreProperties>
</file>