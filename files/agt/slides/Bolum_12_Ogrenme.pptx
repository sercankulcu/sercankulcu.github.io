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3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1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28.09.2025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12: Öğrenme ve Adaptasyon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Öğrenme: Geçmiş deneyimlerden strateji geliştirme</a:t>
            </a:r>
          </a:p>
          <a:p>
            <a:r>
              <a:rPr lang="tr-TR" dirty="0"/>
              <a:t>Adaptasyon: Rakiplerin ve çevrenin değişimine tepki verme</a:t>
            </a:r>
          </a:p>
          <a:p>
            <a:r>
              <a:rPr lang="tr-TR" dirty="0"/>
              <a:t>Örnekler: Satranç, poker, trafik ağları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F1E3-F423-E4B1-8C39-A9CD70E8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Öğrenme Modelleri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E82FF-7524-954B-A42D-956BF11C5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Reinforcement</a:t>
            </a:r>
            <a:r>
              <a:rPr lang="tr-TR" dirty="0"/>
              <a:t> Learning (Pekiştirmeli Öğrenme): Ödül/ceza ile öğrenme</a:t>
            </a:r>
          </a:p>
          <a:p>
            <a:r>
              <a:rPr lang="tr-TR" dirty="0" err="1"/>
              <a:t>Fictitious</a:t>
            </a:r>
            <a:r>
              <a:rPr lang="tr-TR" dirty="0"/>
              <a:t> Play: Oyuncular rakip davranışlarını tahmin eder ve strateji uyarlaması yapar</a:t>
            </a:r>
          </a:p>
          <a:p>
            <a:r>
              <a:rPr lang="tr-TR" dirty="0" err="1"/>
              <a:t>Regret</a:t>
            </a:r>
            <a:r>
              <a:rPr lang="tr-TR" dirty="0"/>
              <a:t> </a:t>
            </a:r>
            <a:r>
              <a:rPr lang="tr-TR" dirty="0" err="1"/>
              <a:t>Minimization</a:t>
            </a:r>
            <a:r>
              <a:rPr lang="tr-TR" dirty="0"/>
              <a:t>: Geçmiş hataları minimize etmeye çalışır</a:t>
            </a:r>
          </a:p>
          <a:p>
            <a:r>
              <a:rPr lang="tr-TR" dirty="0"/>
              <a:t>Örnek: Oyun simülasyonları, çevrim içi reklam stratejileri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5D646-6A85-BDE5-F61F-E8930435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9FDF6-0BF8-7F39-A457-70FA60E1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4F46D-E5D2-94AD-0D80-43716516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01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B1727-FABD-C9F3-A5DE-1C4B7D50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Adaptasyon ve Dinamik Oyunlar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EF19E-961F-9D22-D382-F1178AB2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Tekrarlayan oyunlarda strateji değişimi</a:t>
            </a:r>
          </a:p>
          <a:p>
            <a:r>
              <a:rPr lang="tr-TR" dirty="0"/>
              <a:t>Çevresel değişikliklere adaptasyon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Piyasa fiyatları → firmalar strateji değiştirir</a:t>
            </a:r>
          </a:p>
          <a:p>
            <a:pPr lvl="1"/>
            <a:r>
              <a:rPr lang="tr-TR" dirty="0"/>
              <a:t>Online platform öneri algoritmaları → kullanıcı davranışına adaptasyon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4BA1E-A86B-1918-637E-D9A7F7106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24000-8C25-6E0B-0EAF-6F2CB5F1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CFF7E-5865-984D-EF4C-1844B01C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58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6D76-9E1E-8377-DF2D-18EE82053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Öğrenme ve </a:t>
            </a:r>
            <a:r>
              <a:rPr lang="tr-TR" dirty="0" err="1"/>
              <a:t>Nash</a:t>
            </a:r>
            <a:r>
              <a:rPr lang="tr-TR" dirty="0"/>
              <a:t> Dengesi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86B2A-4D93-D642-2BF0-AA60FA27E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Bazı öğrenme süreçleri </a:t>
            </a:r>
            <a:r>
              <a:rPr lang="tr-TR" dirty="0" err="1"/>
              <a:t>Nash</a:t>
            </a:r>
            <a:r>
              <a:rPr lang="tr-TR" dirty="0"/>
              <a:t> dengesine yaklaşır</a:t>
            </a:r>
          </a:p>
          <a:p>
            <a:r>
              <a:rPr lang="tr-TR" dirty="0"/>
              <a:t>Uzun vadeli tekrarlar → stabil stratejiler</a:t>
            </a:r>
          </a:p>
          <a:p>
            <a:r>
              <a:rPr lang="tr-TR" dirty="0"/>
              <a:t>Örnek: Otonom araçlar → sürekli öğrenme ve adaptasyon ile güvenli sürüş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E55F4-0C68-D398-9EC9-6E1A465C7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F7C63-3885-B874-8D0F-BE62D19B7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6FFA1-2A29-5109-C6D7-60BA1A02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850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6557-6A20-3045-9F3A-F3B8495D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Hayat Uygulamaları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E5811-ABB6-02A9-38AF-711E6D34A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Otonom araçlar → yol ve trafik adaptasyonu</a:t>
            </a:r>
          </a:p>
          <a:p>
            <a:r>
              <a:rPr lang="tr-TR" dirty="0"/>
              <a:t>Finans piyasaları → stratejik adaptasyon ve öğrenme</a:t>
            </a:r>
          </a:p>
          <a:p>
            <a:r>
              <a:rPr lang="tr-TR" dirty="0"/>
              <a:t>Reklam ve öneri sistemleri → kullanıcı etkileşimine göre öğrenme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17244-8FB0-D8F2-CD38-FD66A7B8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E7354-9F48-791B-AB02-D08F594D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5116-BD33-AF0C-EC78-410135AE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58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7C1CC-E4A4-690E-72E9-1D81921C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0D857-54C9-91D3-CEE6-00397DDFB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Öğrenme ve adaptasyon her zaman optimum stratejiye götürür mü?</a:t>
            </a:r>
          </a:p>
          <a:p>
            <a:r>
              <a:rPr lang="tr-TR" dirty="0"/>
              <a:t>İnsan davranışları algoritmik öğrenmeyle ne kadar benzer?</a:t>
            </a:r>
          </a:p>
          <a:p>
            <a:r>
              <a:rPr lang="tr-TR" dirty="0"/>
              <a:t>Adaptif sistemlerde etik riskler nelerdir?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65F5C-BB58-B2FC-55E1-BF87A9321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7B5F1-B66E-6924-0865-20BB75FD2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B367D-3994-8B56-14A2-C26773712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073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74AE7-0F4B-3B8C-F5CE-E0B7AA1E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Öğrenme ve adaptasyon her zaman optimum stratejiye götürür mü?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BF807-03D9-EE50-01EB-47C071BD5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Teorik olarak: Tekrarlayan oyunlarda bazı öğrenme süreçleri </a:t>
            </a:r>
            <a:r>
              <a:rPr lang="tr-TR" dirty="0" err="1"/>
              <a:t>Nash</a:t>
            </a:r>
            <a:r>
              <a:rPr lang="tr-TR" dirty="0"/>
              <a:t> dengesine yaklaşabilir</a:t>
            </a:r>
          </a:p>
          <a:p>
            <a:r>
              <a:rPr lang="tr-TR" dirty="0"/>
              <a:t>Ama her zaman değil:</a:t>
            </a:r>
          </a:p>
          <a:p>
            <a:pPr lvl="1"/>
            <a:r>
              <a:rPr lang="tr-TR" dirty="0"/>
              <a:t>Çevresel değişiklikler</a:t>
            </a:r>
          </a:p>
          <a:p>
            <a:pPr lvl="1"/>
            <a:r>
              <a:rPr lang="tr-TR" dirty="0"/>
              <a:t>Eksik bilgi veya yanlış modelleme</a:t>
            </a:r>
          </a:p>
          <a:p>
            <a:pPr lvl="1"/>
            <a:r>
              <a:rPr lang="tr-TR" dirty="0"/>
              <a:t>Rakiplerin stratejilerinde sürekli değişim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Otonom araçlar → sürekli öğrenme ile güvenlik artar, ama her zaman en hızlı rota seçilemeyebilir</a:t>
            </a:r>
          </a:p>
          <a:p>
            <a:pPr lvl="1"/>
            <a:r>
              <a:rPr lang="tr-TR" dirty="0"/>
              <a:t>Poker → deneyim kazanılır ama rakipler adaptasyon yaptığında denge bozulur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A9B32-AF86-4F33-484A-1EE44811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9C2D8-2B45-732D-1114-08B0D261F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36C76-BE54-1F32-3214-EEC448100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C085-6CDE-F389-1B7C-4330D99CF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İnsan davranışları algoritmik öğrenmeyle ne kadar benzer?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C8864-344E-6D92-3C4D-6E5003D1B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İnsan davranışı genellikle sınırlı rasyonel, duygusal ve önyargılıdır</a:t>
            </a:r>
          </a:p>
          <a:p>
            <a:r>
              <a:rPr lang="tr-TR" dirty="0"/>
              <a:t>Algoritmalar → matematiksel ve veri odaklı öğrenir</a:t>
            </a:r>
          </a:p>
          <a:p>
            <a:r>
              <a:rPr lang="tr-TR" dirty="0"/>
              <a:t>Benzerlikler:</a:t>
            </a:r>
          </a:p>
          <a:p>
            <a:pPr lvl="1"/>
            <a:r>
              <a:rPr lang="tr-TR" dirty="0"/>
              <a:t>Deneme-yanılma yaklaşımı</a:t>
            </a:r>
          </a:p>
          <a:p>
            <a:pPr lvl="1"/>
            <a:r>
              <a:rPr lang="tr-TR" dirty="0"/>
              <a:t>Geçmiş deneyimden öğrenme</a:t>
            </a:r>
          </a:p>
          <a:p>
            <a:r>
              <a:rPr lang="tr-TR" dirty="0"/>
              <a:t>Farklar:</a:t>
            </a:r>
          </a:p>
          <a:p>
            <a:pPr lvl="1"/>
            <a:r>
              <a:rPr lang="tr-TR" dirty="0"/>
              <a:t>İnsanlar risk algısına, duygulara ve sosyal normlara göre hareket eder</a:t>
            </a:r>
          </a:p>
          <a:p>
            <a:pPr lvl="1"/>
            <a:r>
              <a:rPr lang="tr-TR" dirty="0"/>
              <a:t>Algoritmalar önceden belirlenmiş ödül/ceza sistemine dayanır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E0E97-6E3B-72F7-9070-9E4395233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4205D-E084-997F-B610-1020CC7F2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E82C1-929B-EE75-AC8C-4AC5E1F8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860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B44E-1753-8C8A-09BE-9095556D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Adaptif sistemlerde etik riskler nelerdir?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33522-A94C-8989-4D9A-BF0C4AB7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Veri önyargısı: Yanlış veya eksik veri → haksız kararlar</a:t>
            </a:r>
          </a:p>
          <a:p>
            <a:r>
              <a:rPr lang="tr-TR" dirty="0"/>
              <a:t>Manipülasyon: Sistem kullanıcı davranışını yanlış yönlendirebilir</a:t>
            </a:r>
          </a:p>
          <a:p>
            <a:r>
              <a:rPr lang="tr-TR" dirty="0"/>
              <a:t>Gizlilik: Kişisel verilerin sürekli öğrenme için kullanılması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Sosyal medya → tıklama tuzağı ve </a:t>
            </a:r>
            <a:r>
              <a:rPr lang="tr-TR"/>
              <a:t>yanıltıcı öneriler</a:t>
            </a:r>
          </a:p>
          <a:p>
            <a:pPr lvl="1"/>
            <a:r>
              <a:rPr lang="tr-TR" dirty="0"/>
              <a:t>Finansal algoritmalar → bazı yatırımcıları avantajlı, bazılarını dezavantajlı duruma düşürebilir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72055-138A-3962-9C06-AF099FB31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C1484-C321-8904-7F03-D1C65FBD5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A908C-553A-4863-41D4-293C2A17F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491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4935</TotalTime>
  <Words>451</Words>
  <Application>Microsoft Office PowerPoint</Application>
  <PresentationFormat>Widescreen</PresentationFormat>
  <Paragraphs>93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Bölüm 12: Öğrenme ve Adaptasyon</vt:lpstr>
      <vt:lpstr>Giriş</vt:lpstr>
      <vt:lpstr>Öğrenme Modelleri</vt:lpstr>
      <vt:lpstr>Adaptasyon ve Dinamik Oyunlar</vt:lpstr>
      <vt:lpstr>Öğrenme ve Nash Dengesi</vt:lpstr>
      <vt:lpstr>Gerçek Hayat Uygulamaları</vt:lpstr>
      <vt:lpstr>Tartışma Soruları</vt:lpstr>
      <vt:lpstr>Öğrenme ve adaptasyon her zaman optimum stratejiye götürür mü?</vt:lpstr>
      <vt:lpstr>İnsan davranışları algoritmik öğrenmeyle ne kadar benzer?</vt:lpstr>
      <vt:lpstr>Adaptif sistemlerde etik riskler nelerdir?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Ogrenme</dc:title>
  <dc:creator>sercan</dc:creator>
  <cp:lastModifiedBy>Sercan Kulcu</cp:lastModifiedBy>
  <cp:revision>357</cp:revision>
  <dcterms:created xsi:type="dcterms:W3CDTF">2023-01-12T09:23:55Z</dcterms:created>
  <dcterms:modified xsi:type="dcterms:W3CDTF">2025-09-28T08:50:29Z</dcterms:modified>
</cp:coreProperties>
</file>