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4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1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28.09.2025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12: Karar Alma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Karar alma: Çeşitli seçenekler arasında seçim yapma süreci</a:t>
            </a:r>
          </a:p>
          <a:p>
            <a:r>
              <a:rPr lang="tr-TR" dirty="0"/>
              <a:t>Bireysel </a:t>
            </a:r>
            <a:r>
              <a:rPr lang="tr-TR" dirty="0" err="1"/>
              <a:t>vs</a:t>
            </a:r>
            <a:r>
              <a:rPr lang="tr-TR" dirty="0"/>
              <a:t> kolektif kararlar</a:t>
            </a:r>
          </a:p>
          <a:p>
            <a:r>
              <a:rPr lang="tr-TR" dirty="0"/>
              <a:t>Örnekler: Trafik, yatırım, grup projeleri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5909-7325-35FC-4890-FEEEA3007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Rasyonel Karar Alma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3D9D0-625B-E6B1-8CDB-7FFD8CB5B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Beklenen fayda teorisi: En yüksek beklenen kazanç</a:t>
            </a:r>
          </a:p>
          <a:p>
            <a:r>
              <a:rPr lang="tr-TR" dirty="0"/>
              <a:t>Risk ve belirsizlik altında karar</a:t>
            </a:r>
          </a:p>
          <a:p>
            <a:r>
              <a:rPr lang="tr-TR" dirty="0"/>
              <a:t>Örnekler: Kumar, yatırım kararları, sigorta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CC3A4-D250-EF74-4BB1-28285B7D2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36349-95B6-4345-EC00-889D81E64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D3BAE-74EA-4D14-B2F2-EA20EF77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88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864F-0EC4-0439-8D17-A4FB171F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Karar Alma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2559-2A9B-F8F0-5F19-9FA780B3D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Rakiplerin davranışlarını dikkate alma</a:t>
            </a:r>
          </a:p>
          <a:p>
            <a:r>
              <a:rPr lang="tr-TR" dirty="0" err="1"/>
              <a:t>Nash</a:t>
            </a:r>
            <a:r>
              <a:rPr lang="tr-TR" dirty="0"/>
              <a:t> dengesi → rasyonel stratejik seçimler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Rekabetçi pazarlar</a:t>
            </a:r>
          </a:p>
          <a:p>
            <a:pPr lvl="1"/>
            <a:r>
              <a:rPr lang="tr-TR" dirty="0"/>
              <a:t>Oyunlar ve spor stratejileri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EB8F-B1A2-034A-5EE0-4D9CCDD25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1947D-2BD2-2035-B76B-271F2960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CA6FF-EB57-87A1-68FC-2D2717E1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2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85E5-0EF1-DB0A-631A-EF352E53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Bilişsel Sınırlamalar ve Yanlılıklar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D5B4C-071F-0289-BE06-383431F73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İnsanların rasyonel karar alma kapasitesi sınırlı</a:t>
            </a:r>
          </a:p>
          <a:p>
            <a:r>
              <a:rPr lang="tr-TR" dirty="0"/>
              <a:t>Önyargılar: </a:t>
            </a:r>
          </a:p>
          <a:p>
            <a:pPr lvl="1"/>
            <a:r>
              <a:rPr lang="tr-TR" dirty="0"/>
              <a:t>Aşırı özgüven, çerçeveleme etkisi, kayıp </a:t>
            </a:r>
            <a:r>
              <a:rPr lang="tr-TR" dirty="0" err="1"/>
              <a:t>aversiyonu</a:t>
            </a:r>
            <a:r>
              <a:rPr lang="tr-TR" dirty="0"/>
              <a:t> (engelleme)</a:t>
            </a:r>
          </a:p>
          <a:p>
            <a:r>
              <a:rPr lang="tr-TR" dirty="0"/>
              <a:t>Örnek: Yatırımcılar → irrasyonel hisse senedi davranışı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C11C0-90B1-3B19-8A79-B7AB8D0C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B855D-225A-1F5B-237D-073B21D5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248B1-B0AB-5994-925C-06387D0A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3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0E1E-47D2-135D-8114-AD6FDEBB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Kolektif Karar Alma ve Sosyal Etki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7672D-C36F-0309-D5FB-F64C6BA11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Grup kararları → sosyal etki, baskı, ortak çıkarlar</a:t>
            </a:r>
          </a:p>
          <a:p>
            <a:r>
              <a:rPr lang="tr-TR" dirty="0"/>
              <a:t>Topluluk kararları → çoğunluk, konsensüs, oy sistemleri</a:t>
            </a:r>
          </a:p>
          <a:p>
            <a:r>
              <a:rPr lang="tr-TR" dirty="0"/>
              <a:t>Örnekler: Şirket stratejileri, politika, oylama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E27D6-6BEB-FD0C-BB38-93D55766F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4D81C-F948-4AE4-CBB0-C3ABA221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BDC1-4C48-BA7E-8A3C-F30CC02A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2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8044-37BB-958F-DCAD-0B556106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CABE2-4364-DF56-16FF-9D7C88B81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Finans ve yatırım → risk yönetimi</a:t>
            </a:r>
          </a:p>
          <a:p>
            <a:r>
              <a:rPr lang="tr-TR" dirty="0"/>
              <a:t>Politik kararlar → seçim ve referandum</a:t>
            </a:r>
          </a:p>
          <a:p>
            <a:r>
              <a:rPr lang="tr-TR" dirty="0"/>
              <a:t>İş dünyası → stratejik planlama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2450-0CF5-765D-3860-654115197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B8F4C-F6A6-2757-B5CE-064404B5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8A698-806F-E018-3252-D34C4F39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53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304C-BBE0-DCCB-34C3-9C97EE1EE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AE70B-E1D9-CD5D-219C-C71721A31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İnsanlar her zaman rasyonel karar verir mi?</a:t>
            </a:r>
          </a:p>
          <a:p>
            <a:r>
              <a:rPr lang="tr-TR" dirty="0"/>
              <a:t>Kolektif kararlar bireysel kararlarla nasıl çelişebilir?</a:t>
            </a:r>
          </a:p>
          <a:p>
            <a:r>
              <a:rPr lang="tr-TR" dirty="0"/>
              <a:t>Risk ve belirsizlik altında karar almayı geliştirmek için ne yapılabilir?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5E47F-1C27-4592-B491-441EFE77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61CD5-F221-408A-458B-D5AA7C21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88BD6-23BE-B3AF-0699-DD3CCFD4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10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D163-DA3E-2F92-68F2-56A0D156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İnsanlar her zaman rasyonel karar verir mi?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F161-73D1-C566-9D59-B81AFABCC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Teorik olarak: </a:t>
            </a:r>
          </a:p>
          <a:p>
            <a:pPr lvl="1"/>
            <a:r>
              <a:rPr lang="tr-TR" dirty="0"/>
              <a:t>Rasyonel karar = beklenen faydayı maksimize etmek</a:t>
            </a:r>
          </a:p>
          <a:p>
            <a:r>
              <a:rPr lang="tr-TR" dirty="0"/>
              <a:t>Gerçek hayatta: </a:t>
            </a:r>
          </a:p>
          <a:p>
            <a:pPr lvl="1"/>
            <a:r>
              <a:rPr lang="tr-TR" dirty="0"/>
              <a:t>İnsanlar sınırlı rasyonel, önyargılı ve duygusal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Yatırımcılar aşırı risk alabilir veya panik satışı yapabilir</a:t>
            </a:r>
          </a:p>
          <a:p>
            <a:pPr lvl="1"/>
            <a:r>
              <a:rPr lang="tr-TR" dirty="0"/>
              <a:t>Alışverişte promosyon etkisi ile irrasyonel seçimler</a:t>
            </a:r>
          </a:p>
          <a:p>
            <a:r>
              <a:rPr lang="tr-TR" dirty="0"/>
              <a:t>Neden: Bilgi eksikliği, zaman baskısı, bilişsel sınırlamalar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7A991-4055-8D71-B626-3F28EF2E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7A05A-079C-34BA-357C-307FAE1C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E09D-4B5B-8F5C-9FEB-E21CC1E9D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0ECA1-157C-B2B1-9685-64D6948C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Kolektif kararlar bireysel kararlarla nasıl çelişebilir?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D165E-5528-795F-55CE-9D0855B6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Bireysel çıkarlar → kendi faydasını maksimize eder</a:t>
            </a:r>
          </a:p>
          <a:p>
            <a:r>
              <a:rPr lang="tr-TR" dirty="0"/>
              <a:t>Kolektif çıkar → toplum veya grup faydasını maksimize eder</a:t>
            </a:r>
          </a:p>
          <a:p>
            <a:r>
              <a:rPr lang="tr-TR" dirty="0"/>
              <a:t>Çelişki → “</a:t>
            </a:r>
            <a:r>
              <a:rPr lang="tr-TR" dirty="0" err="1"/>
              <a:t>Tragedy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Commons</a:t>
            </a:r>
            <a:r>
              <a:rPr lang="tr-TR" dirty="0"/>
              <a:t>” örneğinde görülebilir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Trafik: herkes en kısa yolu seçer → toplam tıkanıklık artar</a:t>
            </a:r>
          </a:p>
          <a:p>
            <a:pPr lvl="1"/>
            <a:r>
              <a:rPr lang="tr-TR" dirty="0"/>
              <a:t>İş grupları: bireyler kendi işleriyle ilgilenir → grup performansı düşebilir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77F14-8F47-7D37-F29E-0076F4E4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C701-6122-F61F-9100-9C97CC88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1A40C-9170-19A5-0CF7-FA4BDA67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634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4497-BD27-8BBA-19D6-490CD640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Risk ve belirsizlik altında karar almayı geliştirmek için ne yapılabilir?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0A942-543D-165C-44C6-5453F3075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Bilgi toplamak: Daha doğru ve güncel veri ile kararlar</a:t>
            </a:r>
          </a:p>
          <a:p>
            <a:r>
              <a:rPr lang="tr-TR" dirty="0"/>
              <a:t>Senaryo analizi: Farklı olasılıkları değerlendirmek</a:t>
            </a:r>
          </a:p>
          <a:p>
            <a:r>
              <a:rPr lang="tr-TR" dirty="0"/>
              <a:t>Oyun teorisi ve simülasyon: Rakip davranışlarını modellemek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Finansal yatırım → </a:t>
            </a:r>
            <a:r>
              <a:rPr lang="tr-TR"/>
              <a:t>portföy çeşitlendirme</a:t>
            </a:r>
          </a:p>
          <a:p>
            <a:pPr lvl="1"/>
            <a:r>
              <a:rPr lang="tr-TR" dirty="0"/>
              <a:t>İş stratejisi → pazar değişimlerine göre planlama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BE3FD-957B-BFA7-EA91-D61D783E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42EB-FA04-E78A-47D8-E78ED815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C9611-EBED-ADC3-9A17-B85D082A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31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4941</TotalTime>
  <Words>457</Words>
  <Application>Microsoft Office PowerPoint</Application>
  <PresentationFormat>Widescreen</PresentationFormat>
  <Paragraphs>98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Bölüm 12: Karar Alma</vt:lpstr>
      <vt:lpstr>Giriş</vt:lpstr>
      <vt:lpstr>Rasyonel Karar Alma</vt:lpstr>
      <vt:lpstr>Stratejik Karar Alma</vt:lpstr>
      <vt:lpstr>Bilişsel Sınırlamalar ve Yanlılıklar</vt:lpstr>
      <vt:lpstr>Kolektif Karar Alma ve Sosyal Etki</vt:lpstr>
      <vt:lpstr>Gerçek Hayat Uygulamaları</vt:lpstr>
      <vt:lpstr>Tartışma Soruları</vt:lpstr>
      <vt:lpstr>İnsanlar her zaman rasyonel karar verir mi?</vt:lpstr>
      <vt:lpstr>Kolektif kararlar bireysel kararlarla nasıl çelişebilir?</vt:lpstr>
      <vt:lpstr>Risk ve belirsizlik altında karar almayı geliştirmek için ne yapılabilir?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Karar</dc:title>
  <dc:creator>sercan</dc:creator>
  <cp:lastModifiedBy>Sercan Kulcu</cp:lastModifiedBy>
  <cp:revision>359</cp:revision>
  <dcterms:created xsi:type="dcterms:W3CDTF">2023-01-12T09:23:55Z</dcterms:created>
  <dcterms:modified xsi:type="dcterms:W3CDTF">2025-09-28T09:10:02Z</dcterms:modified>
</cp:coreProperties>
</file>