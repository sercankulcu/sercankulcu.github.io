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5" r:id="rId1"/>
  </p:sldMasterIdLst>
  <p:notesMasterIdLst>
    <p:notesMasterId r:id="rId8"/>
  </p:notesMasterIdLst>
  <p:sldIdLst>
    <p:sldId id="256" r:id="rId2"/>
    <p:sldId id="315" r:id="rId3"/>
    <p:sldId id="316" r:id="rId4"/>
    <p:sldId id="317" r:id="rId5"/>
    <p:sldId id="318" r:id="rId6"/>
    <p:sldId id="31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28.09.2025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r>
              <a:rPr lang="tr-TR" dirty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7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8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2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8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8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2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7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/>
              <a:t>Bölüm 12: Gelecek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err="1"/>
              <a:t>Algoritmik</a:t>
            </a:r>
            <a:r>
              <a:rPr lang="tr-TR" sz="2800" b="1" dirty="0"/>
              <a:t> Oyun Kuramı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9ACA8-E9D8-B472-8FF2-F00068AB6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Giriş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A5F97-DEDF-6A0D-0CD5-A7E3748BA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Algoritmik oyun kuramı → hızla gelişen bir alan</a:t>
            </a:r>
          </a:p>
          <a:p>
            <a:r>
              <a:rPr lang="tr-TR" dirty="0"/>
              <a:t>Endüstri ve akademide artan uygulamalar</a:t>
            </a:r>
          </a:p>
          <a:p>
            <a:r>
              <a:rPr lang="tr-TR" dirty="0"/>
              <a:t>Örnek: Otonom araçlar, online platformlar, enerji ağları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B04DC-CAA4-9339-5D46-17E37C128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D1886-FFFF-A840-CAE8-C3F666F3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19FC6-B333-38AC-8E0E-356BA103B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988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F8A6E-2D2D-A422-3AA6-6369361A0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Gelecek Araştırma Alanları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A6998-526B-4669-17E5-2BD9B332A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Algoritmik adalet ve etik: Adil ve şeffaf sistemler</a:t>
            </a:r>
          </a:p>
          <a:p>
            <a:r>
              <a:rPr lang="tr-TR" dirty="0"/>
              <a:t>Dinamik ve öğrenen sistemler: Adaptif otonom ajanlar</a:t>
            </a:r>
          </a:p>
          <a:p>
            <a:r>
              <a:rPr lang="tr-TR" dirty="0"/>
              <a:t>Çok oyunculu ve karmaşık ağlar: Büyük ölçekli stratejik etkileşimler</a:t>
            </a:r>
          </a:p>
          <a:p>
            <a:r>
              <a:rPr lang="tr-TR" dirty="0"/>
              <a:t>Teşvik tasarımı ve politika: Sosyal fayda ve sürdürülebilirlik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0C5F2-6217-967E-70F6-67BF2BEF2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53DC6-EBD3-A935-D79D-827017A0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89DB-86ED-F046-7CC8-B9254BBC8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601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C9611-BF5E-5CFD-D9AC-B297F34A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Teknolojik Trendler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EA9CE-9F22-239D-1EE9-9B92F4754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Yapay zekâ ve makine öğrenimi entegrasyonu</a:t>
            </a:r>
          </a:p>
          <a:p>
            <a:r>
              <a:rPr lang="tr-TR" dirty="0"/>
              <a:t>Büyük veri ve gerçek zamanlı karar sistemleri</a:t>
            </a:r>
          </a:p>
          <a:p>
            <a:r>
              <a:rPr lang="tr-TR" dirty="0" err="1"/>
              <a:t>Blockchain</a:t>
            </a:r>
            <a:r>
              <a:rPr lang="tr-TR" dirty="0"/>
              <a:t> ve akıllı sözleşmeler ile stratejik otomasyon</a:t>
            </a:r>
          </a:p>
          <a:p>
            <a:r>
              <a:rPr lang="tr-TR" dirty="0"/>
              <a:t>Örnekler: Otonom ticaret, enerji yönetimi, akıllı şehirler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F1147-E840-8FE9-71AB-D014F12D3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55BFB-8EB2-4B20-B5EC-50CB3079B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8AADA-5D14-8160-9405-48B7B9379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016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BBC36-0117-9A3A-B765-8A9FA3BC9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Uygulama Alanları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437BF-7D04-AF84-006F-B3A536096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Finans → algoritmik ticaret, portföy yönetimi</a:t>
            </a:r>
          </a:p>
          <a:p>
            <a:r>
              <a:rPr lang="tr-TR" dirty="0"/>
              <a:t>Trafik ve lojistik → otonom araç ağları, rota optimizasyonu</a:t>
            </a:r>
          </a:p>
          <a:p>
            <a:r>
              <a:rPr lang="tr-TR" dirty="0"/>
              <a:t>Online platformlar → öneri sistemleri, sosyal </a:t>
            </a:r>
            <a:r>
              <a:rPr lang="tr-TR"/>
              <a:t>ağ analizi</a:t>
            </a:r>
          </a:p>
          <a:p>
            <a:r>
              <a:rPr lang="tr-TR"/>
              <a:t>Enerji </a:t>
            </a:r>
            <a:r>
              <a:rPr lang="tr-TR" dirty="0"/>
              <a:t>şebekeleri → yük dengeleme ve stratejik yönetim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67E73-8FE5-D852-18B2-D67A43686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8C98E-DD1C-72EF-6CE3-63B867CB1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DE345-FC06-B0F4-575A-A6868DDC2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50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 algn="ctr">
              <a:buNone/>
            </a:pPr>
            <a:r>
              <a:rPr lang="tr-TR" dirty="0"/>
              <a:t>SON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4943</TotalTime>
  <Words>194</Words>
  <Application>Microsoft Office PowerPoint</Application>
  <PresentationFormat>Widescreen</PresentationFormat>
  <Paragraphs>45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Bölüm 12: Gelecek</vt:lpstr>
      <vt:lpstr>Giriş</vt:lpstr>
      <vt:lpstr>Gelecek Araştırma Alanları</vt:lpstr>
      <vt:lpstr>Teknolojik Trendler</vt:lpstr>
      <vt:lpstr>Uygulama Alanları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Gelecek</dc:title>
  <dc:creator>sercan</dc:creator>
  <cp:lastModifiedBy>Sercan Kulcu</cp:lastModifiedBy>
  <cp:revision>360</cp:revision>
  <dcterms:created xsi:type="dcterms:W3CDTF">2023-01-12T09:23:55Z</dcterms:created>
  <dcterms:modified xsi:type="dcterms:W3CDTF">2025-09-28T09:13:28Z</dcterms:modified>
</cp:coreProperties>
</file>