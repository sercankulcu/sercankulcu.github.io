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296"/>
  </p:notesMasterIdLst>
  <p:sldIdLst>
    <p:sldId id="256" r:id="rId2"/>
    <p:sldId id="314" r:id="rId3"/>
    <p:sldId id="735" r:id="rId4"/>
    <p:sldId id="435" r:id="rId5"/>
    <p:sldId id="423" r:id="rId6"/>
    <p:sldId id="736" r:id="rId7"/>
    <p:sldId id="436" r:id="rId8"/>
    <p:sldId id="424" r:id="rId9"/>
    <p:sldId id="425" r:id="rId10"/>
    <p:sldId id="426" r:id="rId11"/>
    <p:sldId id="457" r:id="rId12"/>
    <p:sldId id="458" r:id="rId13"/>
    <p:sldId id="459" r:id="rId14"/>
    <p:sldId id="461" r:id="rId15"/>
    <p:sldId id="462" r:id="rId16"/>
    <p:sldId id="463" r:id="rId17"/>
    <p:sldId id="464" r:id="rId18"/>
    <p:sldId id="465" r:id="rId19"/>
    <p:sldId id="466" r:id="rId20"/>
    <p:sldId id="467" r:id="rId21"/>
    <p:sldId id="468" r:id="rId22"/>
    <p:sldId id="469" r:id="rId23"/>
    <p:sldId id="470" r:id="rId24"/>
    <p:sldId id="471" r:id="rId25"/>
    <p:sldId id="472" r:id="rId26"/>
    <p:sldId id="473" r:id="rId27"/>
    <p:sldId id="474" r:id="rId28"/>
    <p:sldId id="556" r:id="rId29"/>
    <p:sldId id="476" r:id="rId30"/>
    <p:sldId id="477" r:id="rId31"/>
    <p:sldId id="478" r:id="rId32"/>
    <p:sldId id="479" r:id="rId33"/>
    <p:sldId id="480" r:id="rId34"/>
    <p:sldId id="481" r:id="rId35"/>
    <p:sldId id="482" r:id="rId36"/>
    <p:sldId id="483" r:id="rId37"/>
    <p:sldId id="484" r:id="rId38"/>
    <p:sldId id="485" r:id="rId39"/>
    <p:sldId id="486" r:id="rId40"/>
    <p:sldId id="487" r:id="rId41"/>
    <p:sldId id="488" r:id="rId42"/>
    <p:sldId id="489" r:id="rId43"/>
    <p:sldId id="490" r:id="rId44"/>
    <p:sldId id="491" r:id="rId45"/>
    <p:sldId id="492" r:id="rId46"/>
    <p:sldId id="493" r:id="rId47"/>
    <p:sldId id="494" r:id="rId48"/>
    <p:sldId id="495" r:id="rId49"/>
    <p:sldId id="496" r:id="rId50"/>
    <p:sldId id="497" r:id="rId51"/>
    <p:sldId id="498" r:id="rId52"/>
    <p:sldId id="499" r:id="rId53"/>
    <p:sldId id="500" r:id="rId54"/>
    <p:sldId id="555" r:id="rId55"/>
    <p:sldId id="502" r:id="rId56"/>
    <p:sldId id="503" r:id="rId57"/>
    <p:sldId id="504" r:id="rId58"/>
    <p:sldId id="505" r:id="rId59"/>
    <p:sldId id="506" r:id="rId60"/>
    <p:sldId id="507" r:id="rId61"/>
    <p:sldId id="508" r:id="rId62"/>
    <p:sldId id="509" r:id="rId63"/>
    <p:sldId id="510" r:id="rId64"/>
    <p:sldId id="511" r:id="rId65"/>
    <p:sldId id="512" r:id="rId66"/>
    <p:sldId id="513" r:id="rId67"/>
    <p:sldId id="514" r:id="rId68"/>
    <p:sldId id="515" r:id="rId69"/>
    <p:sldId id="516" r:id="rId70"/>
    <p:sldId id="517" r:id="rId71"/>
    <p:sldId id="518" r:id="rId72"/>
    <p:sldId id="519" r:id="rId73"/>
    <p:sldId id="520" r:id="rId74"/>
    <p:sldId id="521" r:id="rId75"/>
    <p:sldId id="522" r:id="rId76"/>
    <p:sldId id="523" r:id="rId77"/>
    <p:sldId id="524" r:id="rId78"/>
    <p:sldId id="525" r:id="rId79"/>
    <p:sldId id="526" r:id="rId80"/>
    <p:sldId id="527" r:id="rId81"/>
    <p:sldId id="554" r:id="rId82"/>
    <p:sldId id="528" r:id="rId83"/>
    <p:sldId id="529" r:id="rId84"/>
    <p:sldId id="530" r:id="rId85"/>
    <p:sldId id="531" r:id="rId86"/>
    <p:sldId id="532" r:id="rId87"/>
    <p:sldId id="533" r:id="rId88"/>
    <p:sldId id="534" r:id="rId89"/>
    <p:sldId id="535" r:id="rId90"/>
    <p:sldId id="536" r:id="rId91"/>
    <p:sldId id="537" r:id="rId92"/>
    <p:sldId id="538" r:id="rId93"/>
    <p:sldId id="539" r:id="rId94"/>
    <p:sldId id="540" r:id="rId95"/>
    <p:sldId id="541" r:id="rId96"/>
    <p:sldId id="542" r:id="rId97"/>
    <p:sldId id="543" r:id="rId98"/>
    <p:sldId id="544" r:id="rId99"/>
    <p:sldId id="545" r:id="rId100"/>
    <p:sldId id="546" r:id="rId101"/>
    <p:sldId id="547" r:id="rId102"/>
    <p:sldId id="548" r:id="rId103"/>
    <p:sldId id="549" r:id="rId104"/>
    <p:sldId id="550" r:id="rId105"/>
    <p:sldId id="551" r:id="rId106"/>
    <p:sldId id="552" r:id="rId107"/>
    <p:sldId id="553" r:id="rId108"/>
    <p:sldId id="428" r:id="rId109"/>
    <p:sldId id="557" r:id="rId110"/>
    <p:sldId id="558" r:id="rId111"/>
    <p:sldId id="559" r:id="rId112"/>
    <p:sldId id="560" r:id="rId113"/>
    <p:sldId id="561" r:id="rId114"/>
    <p:sldId id="562" r:id="rId115"/>
    <p:sldId id="563" r:id="rId116"/>
    <p:sldId id="564" r:id="rId117"/>
    <p:sldId id="565" r:id="rId118"/>
    <p:sldId id="566" r:id="rId119"/>
    <p:sldId id="567" r:id="rId120"/>
    <p:sldId id="568" r:id="rId121"/>
    <p:sldId id="569" r:id="rId122"/>
    <p:sldId id="570" r:id="rId123"/>
    <p:sldId id="571" r:id="rId124"/>
    <p:sldId id="572" r:id="rId125"/>
    <p:sldId id="573" r:id="rId126"/>
    <p:sldId id="574" r:id="rId127"/>
    <p:sldId id="575" r:id="rId128"/>
    <p:sldId id="576" r:id="rId129"/>
    <p:sldId id="577" r:id="rId130"/>
    <p:sldId id="578" r:id="rId131"/>
    <p:sldId id="579" r:id="rId132"/>
    <p:sldId id="580" r:id="rId133"/>
    <p:sldId id="581" r:id="rId134"/>
    <p:sldId id="582" r:id="rId135"/>
    <p:sldId id="583" r:id="rId136"/>
    <p:sldId id="584" r:id="rId137"/>
    <p:sldId id="585" r:id="rId138"/>
    <p:sldId id="586" r:id="rId139"/>
    <p:sldId id="587" r:id="rId140"/>
    <p:sldId id="588" r:id="rId141"/>
    <p:sldId id="589" r:id="rId142"/>
    <p:sldId id="437" r:id="rId143"/>
    <p:sldId id="438" r:id="rId144"/>
    <p:sldId id="590" r:id="rId145"/>
    <p:sldId id="591" r:id="rId146"/>
    <p:sldId id="592" r:id="rId147"/>
    <p:sldId id="593" r:id="rId148"/>
    <p:sldId id="594" r:id="rId149"/>
    <p:sldId id="595" r:id="rId150"/>
    <p:sldId id="596" r:id="rId151"/>
    <p:sldId id="597" r:id="rId152"/>
    <p:sldId id="598" r:id="rId153"/>
    <p:sldId id="599" r:id="rId154"/>
    <p:sldId id="600" r:id="rId155"/>
    <p:sldId id="601" r:id="rId156"/>
    <p:sldId id="602" r:id="rId157"/>
    <p:sldId id="603" r:id="rId158"/>
    <p:sldId id="604" r:id="rId159"/>
    <p:sldId id="605" r:id="rId160"/>
    <p:sldId id="606" r:id="rId161"/>
    <p:sldId id="607" r:id="rId162"/>
    <p:sldId id="608" r:id="rId163"/>
    <p:sldId id="609" r:id="rId164"/>
    <p:sldId id="610" r:id="rId165"/>
    <p:sldId id="611" r:id="rId166"/>
    <p:sldId id="612" r:id="rId167"/>
    <p:sldId id="613" r:id="rId168"/>
    <p:sldId id="614" r:id="rId169"/>
    <p:sldId id="615" r:id="rId170"/>
    <p:sldId id="616" r:id="rId171"/>
    <p:sldId id="617" r:id="rId172"/>
    <p:sldId id="618" r:id="rId173"/>
    <p:sldId id="619" r:id="rId174"/>
    <p:sldId id="620" r:id="rId175"/>
    <p:sldId id="621" r:id="rId176"/>
    <p:sldId id="441" r:id="rId177"/>
    <p:sldId id="444" r:id="rId178"/>
    <p:sldId id="622" r:id="rId179"/>
    <p:sldId id="623" r:id="rId180"/>
    <p:sldId id="624" r:id="rId181"/>
    <p:sldId id="625" r:id="rId182"/>
    <p:sldId id="626" r:id="rId183"/>
    <p:sldId id="627" r:id="rId184"/>
    <p:sldId id="628" r:id="rId185"/>
    <p:sldId id="629" r:id="rId186"/>
    <p:sldId id="630" r:id="rId187"/>
    <p:sldId id="631" r:id="rId188"/>
    <p:sldId id="632" r:id="rId189"/>
    <p:sldId id="633" r:id="rId190"/>
    <p:sldId id="634" r:id="rId191"/>
    <p:sldId id="635" r:id="rId192"/>
    <p:sldId id="636" r:id="rId193"/>
    <p:sldId id="637" r:id="rId194"/>
    <p:sldId id="638" r:id="rId195"/>
    <p:sldId id="639" r:id="rId196"/>
    <p:sldId id="640" r:id="rId197"/>
    <p:sldId id="641" r:id="rId198"/>
    <p:sldId id="642" r:id="rId199"/>
    <p:sldId id="643" r:id="rId200"/>
    <p:sldId id="644" r:id="rId201"/>
    <p:sldId id="645" r:id="rId202"/>
    <p:sldId id="646" r:id="rId203"/>
    <p:sldId id="647" r:id="rId204"/>
    <p:sldId id="648" r:id="rId205"/>
    <p:sldId id="649" r:id="rId206"/>
    <p:sldId id="445" r:id="rId207"/>
    <p:sldId id="446" r:id="rId208"/>
    <p:sldId id="447" r:id="rId209"/>
    <p:sldId id="448" r:id="rId210"/>
    <p:sldId id="450" r:id="rId211"/>
    <p:sldId id="449" r:id="rId212"/>
    <p:sldId id="721" r:id="rId213"/>
    <p:sldId id="650" r:id="rId214"/>
    <p:sldId id="651" r:id="rId215"/>
    <p:sldId id="653" r:id="rId216"/>
    <p:sldId id="654" r:id="rId217"/>
    <p:sldId id="723" r:id="rId218"/>
    <p:sldId id="724" r:id="rId219"/>
    <p:sldId id="725" r:id="rId220"/>
    <p:sldId id="733" r:id="rId221"/>
    <p:sldId id="726" r:id="rId222"/>
    <p:sldId id="727" r:id="rId223"/>
    <p:sldId id="728" r:id="rId224"/>
    <p:sldId id="729" r:id="rId225"/>
    <p:sldId id="734" r:id="rId226"/>
    <p:sldId id="730" r:id="rId227"/>
    <p:sldId id="731" r:id="rId228"/>
    <p:sldId id="657" r:id="rId229"/>
    <p:sldId id="658" r:id="rId230"/>
    <p:sldId id="659" r:id="rId231"/>
    <p:sldId id="660" r:id="rId232"/>
    <p:sldId id="661" r:id="rId233"/>
    <p:sldId id="662" r:id="rId234"/>
    <p:sldId id="663" r:id="rId235"/>
    <p:sldId id="664" r:id="rId236"/>
    <p:sldId id="665" r:id="rId237"/>
    <p:sldId id="666" r:id="rId238"/>
    <p:sldId id="667" r:id="rId239"/>
    <p:sldId id="668" r:id="rId240"/>
    <p:sldId id="669" r:id="rId241"/>
    <p:sldId id="670" r:id="rId242"/>
    <p:sldId id="671" r:id="rId243"/>
    <p:sldId id="672" r:id="rId244"/>
    <p:sldId id="673" r:id="rId245"/>
    <p:sldId id="451" r:id="rId246"/>
    <p:sldId id="454" r:id="rId247"/>
    <p:sldId id="455" r:id="rId248"/>
    <p:sldId id="722" r:id="rId249"/>
    <p:sldId id="422" r:id="rId250"/>
    <p:sldId id="675" r:id="rId251"/>
    <p:sldId id="677" r:id="rId252"/>
    <p:sldId id="678" r:id="rId253"/>
    <p:sldId id="679" r:id="rId254"/>
    <p:sldId id="680" r:id="rId255"/>
    <p:sldId id="681" r:id="rId256"/>
    <p:sldId id="682" r:id="rId257"/>
    <p:sldId id="683" r:id="rId258"/>
    <p:sldId id="684" r:id="rId259"/>
    <p:sldId id="685" r:id="rId260"/>
    <p:sldId id="686" r:id="rId261"/>
    <p:sldId id="687" r:id="rId262"/>
    <p:sldId id="688" r:id="rId263"/>
    <p:sldId id="689" r:id="rId264"/>
    <p:sldId id="690" r:id="rId265"/>
    <p:sldId id="691" r:id="rId266"/>
    <p:sldId id="692" r:id="rId267"/>
    <p:sldId id="693" r:id="rId268"/>
    <p:sldId id="694" r:id="rId269"/>
    <p:sldId id="676" r:id="rId270"/>
    <p:sldId id="696" r:id="rId271"/>
    <p:sldId id="697" r:id="rId272"/>
    <p:sldId id="698" r:id="rId273"/>
    <p:sldId id="699" r:id="rId274"/>
    <p:sldId id="700" r:id="rId275"/>
    <p:sldId id="701" r:id="rId276"/>
    <p:sldId id="702" r:id="rId277"/>
    <p:sldId id="703" r:id="rId278"/>
    <p:sldId id="704" r:id="rId279"/>
    <p:sldId id="705" r:id="rId280"/>
    <p:sldId id="706" r:id="rId281"/>
    <p:sldId id="707" r:id="rId282"/>
    <p:sldId id="708" r:id="rId283"/>
    <p:sldId id="709" r:id="rId284"/>
    <p:sldId id="710" r:id="rId285"/>
    <p:sldId id="711" r:id="rId286"/>
    <p:sldId id="712" r:id="rId287"/>
    <p:sldId id="713" r:id="rId288"/>
    <p:sldId id="714" r:id="rId289"/>
    <p:sldId id="715" r:id="rId290"/>
    <p:sldId id="716" r:id="rId291"/>
    <p:sldId id="717" r:id="rId292"/>
    <p:sldId id="718" r:id="rId293"/>
    <p:sldId id="719" r:id="rId294"/>
    <p:sldId id="312" r:id="rId29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68" Type="http://schemas.openxmlformats.org/officeDocument/2006/relationships/slide" Target="slides/slide267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slide" Target="slides/slide257.xml"/><Relationship Id="rId279" Type="http://schemas.openxmlformats.org/officeDocument/2006/relationships/slide" Target="slides/slide278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269" Type="http://schemas.openxmlformats.org/officeDocument/2006/relationships/slide" Target="slides/slide268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291" Type="http://schemas.openxmlformats.org/officeDocument/2006/relationships/slide" Target="slides/slide290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34" Type="http://schemas.openxmlformats.org/officeDocument/2006/relationships/slide" Target="slides/slide233.xml"/><Relationship Id="rId239" Type="http://schemas.openxmlformats.org/officeDocument/2006/relationships/slide" Target="slides/slide238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0" Type="http://schemas.openxmlformats.org/officeDocument/2006/relationships/slide" Target="slides/slide249.xml"/><Relationship Id="rId255" Type="http://schemas.openxmlformats.org/officeDocument/2006/relationships/slide" Target="slides/slide254.xml"/><Relationship Id="rId271" Type="http://schemas.openxmlformats.org/officeDocument/2006/relationships/slide" Target="slides/slide270.xml"/><Relationship Id="rId276" Type="http://schemas.openxmlformats.org/officeDocument/2006/relationships/slide" Target="slides/slide275.xml"/><Relationship Id="rId292" Type="http://schemas.openxmlformats.org/officeDocument/2006/relationships/slide" Target="slides/slide291.xml"/><Relationship Id="rId297" Type="http://schemas.openxmlformats.org/officeDocument/2006/relationships/presProps" Target="presProps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0" Type="http://schemas.openxmlformats.org/officeDocument/2006/relationships/slide" Target="slides/slide239.xml"/><Relationship Id="rId245" Type="http://schemas.openxmlformats.org/officeDocument/2006/relationships/slide" Target="slides/slide244.xml"/><Relationship Id="rId261" Type="http://schemas.openxmlformats.org/officeDocument/2006/relationships/slide" Target="slides/slide260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282" Type="http://schemas.openxmlformats.org/officeDocument/2006/relationships/slide" Target="slides/slide28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1" Type="http://schemas.openxmlformats.org/officeDocument/2006/relationships/slide" Target="slides/slide250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viewProps" Target="viewProps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72" Type="http://schemas.openxmlformats.org/officeDocument/2006/relationships/slide" Target="slides/slide271.xml"/><Relationship Id="rId293" Type="http://schemas.openxmlformats.org/officeDocument/2006/relationships/slide" Target="slides/slide29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slide" Target="slides/slide240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notesMaster" Target="notesMasters/notesMaster1.xml"/><Relationship Id="rId300" Type="http://schemas.openxmlformats.org/officeDocument/2006/relationships/tableStyles" Target="tableStyles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19.12.2023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r>
              <a:rPr lang="tr-TR" dirty="0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smtClean="0"/>
              <a:t>Bölüm 3: </a:t>
            </a:r>
            <a:r>
              <a:rPr lang="tr-TR" b="1" dirty="0" smtClean="0"/>
              <a:t>Bağlı Listeler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Veri Yapıları</a:t>
            </a:r>
            <a:endParaRPr lang="tr-TR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Bağlı Liste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Tek </a:t>
            </a:r>
            <a:r>
              <a:rPr lang="tr-TR" dirty="0" smtClean="0"/>
              <a:t>yönlü</a:t>
            </a:r>
            <a:endParaRPr lang="tr-TR" dirty="0"/>
          </a:p>
          <a:p>
            <a:r>
              <a:rPr lang="tr-TR" dirty="0" smtClean="0"/>
              <a:t>Çift yönlü</a:t>
            </a:r>
          </a:p>
          <a:p>
            <a:r>
              <a:rPr lang="tr-TR" dirty="0" smtClean="0"/>
              <a:t>Dairesel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268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(</a:t>
            </a:r>
            <a:r>
              <a:rPr lang="tr-TR" dirty="0" err="1"/>
              <a:t>Singly</a:t>
            </a:r>
            <a:r>
              <a:rPr lang="tr-TR" dirty="0"/>
              <a:t> </a:t>
            </a:r>
            <a:r>
              <a:rPr lang="tr-TR" dirty="0" err="1"/>
              <a:t>Linked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Elemanları </a:t>
            </a:r>
            <a:r>
              <a:rPr lang="tr-TR" dirty="0"/>
              <a:t>birbirine tek yönlü bağlantılarla </a:t>
            </a:r>
            <a:r>
              <a:rPr lang="tr-TR" dirty="0" smtClean="0"/>
              <a:t>bağlıdır</a:t>
            </a:r>
            <a:r>
              <a:rPr lang="tr-TR" dirty="0"/>
              <a:t>. </a:t>
            </a:r>
            <a:endParaRPr lang="tr-TR" dirty="0" smtClean="0"/>
          </a:p>
          <a:p>
            <a:pPr lvl="1"/>
            <a:r>
              <a:rPr lang="tr-TR" dirty="0" smtClean="0"/>
              <a:t>Her bir </a:t>
            </a:r>
            <a:r>
              <a:rPr lang="tr-TR" dirty="0"/>
              <a:t>eleman, </a:t>
            </a:r>
            <a:r>
              <a:rPr lang="tr-TR" dirty="0" smtClean="0"/>
              <a:t>kendinden sonraki </a:t>
            </a:r>
            <a:r>
              <a:rPr lang="tr-TR" dirty="0"/>
              <a:t>elemana </a:t>
            </a:r>
            <a:r>
              <a:rPr lang="tr-TR" dirty="0" smtClean="0"/>
              <a:t>bir referans içerir</a:t>
            </a:r>
            <a:r>
              <a:rPr lang="tr-TR" dirty="0"/>
              <a:t>. </a:t>
            </a:r>
            <a:endParaRPr lang="tr-TR" dirty="0" smtClean="0"/>
          </a:p>
          <a:p>
            <a:r>
              <a:rPr lang="tr-TR" dirty="0" smtClean="0"/>
              <a:t>Liste</a:t>
            </a:r>
            <a:r>
              <a:rPr lang="tr-TR" dirty="0"/>
              <a:t>, ilk </a:t>
            </a:r>
            <a:r>
              <a:rPr lang="tr-TR" dirty="0" smtClean="0"/>
              <a:t>elemanı göstermek üzere baş adında özel bir elemana </a:t>
            </a:r>
            <a:r>
              <a:rPr lang="tr-TR" dirty="0"/>
              <a:t>sahiptir. </a:t>
            </a:r>
            <a:endParaRPr lang="tr-TR" dirty="0" smtClean="0"/>
          </a:p>
          <a:p>
            <a:r>
              <a:rPr lang="tr-TR" dirty="0" smtClean="0"/>
              <a:t>Her bir öğe iki </a:t>
            </a:r>
            <a:r>
              <a:rPr lang="tr-TR" dirty="0"/>
              <a:t>temel parçadan oluşur:</a:t>
            </a:r>
          </a:p>
          <a:p>
            <a:pPr lvl="1"/>
            <a:r>
              <a:rPr lang="tr-TR" b="1" dirty="0"/>
              <a:t>Veri</a:t>
            </a:r>
            <a:r>
              <a:rPr lang="tr-TR" dirty="0"/>
              <a:t>: </a:t>
            </a:r>
            <a:r>
              <a:rPr lang="tr-TR" dirty="0" smtClean="0"/>
              <a:t>Öğenin </a:t>
            </a:r>
            <a:r>
              <a:rPr lang="tr-TR" dirty="0"/>
              <a:t>taşıdığı </a:t>
            </a:r>
            <a:r>
              <a:rPr lang="tr-TR" dirty="0" smtClean="0"/>
              <a:t>veri (değişken ya da nesne olabilir).</a:t>
            </a:r>
            <a:endParaRPr lang="tr-TR" dirty="0"/>
          </a:p>
          <a:p>
            <a:pPr lvl="1"/>
            <a:r>
              <a:rPr lang="tr-TR" b="1" dirty="0"/>
              <a:t>İşaretçi</a:t>
            </a:r>
            <a:r>
              <a:rPr lang="tr-TR" dirty="0"/>
              <a:t> (</a:t>
            </a:r>
            <a:r>
              <a:rPr lang="tr-TR" dirty="0" err="1"/>
              <a:t>Pointer</a:t>
            </a:r>
            <a:r>
              <a:rPr lang="tr-TR" dirty="0"/>
              <a:t>): Bir sonraki elemanın bellekteki adresini tutar.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13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(</a:t>
            </a:r>
            <a:r>
              <a:rPr lang="tr-TR" dirty="0" err="1"/>
              <a:t>Singly</a:t>
            </a:r>
            <a:r>
              <a:rPr lang="tr-TR" dirty="0"/>
              <a:t> </a:t>
            </a:r>
            <a:r>
              <a:rPr lang="tr-TR" dirty="0" err="1"/>
              <a:t>Linked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Öğeler, bellekte ardışık konumlarda tutulmaz. </a:t>
            </a:r>
          </a:p>
          <a:p>
            <a:r>
              <a:rPr lang="tr-TR" dirty="0" smtClean="0"/>
              <a:t>Doğrusal bir </a:t>
            </a:r>
            <a:r>
              <a:rPr lang="tr-TR" dirty="0"/>
              <a:t>veri yapısıdır. </a:t>
            </a:r>
            <a:endParaRPr lang="tr-TR" dirty="0" smtClean="0"/>
          </a:p>
          <a:p>
            <a:r>
              <a:rPr lang="tr-TR" dirty="0" smtClean="0"/>
              <a:t>Öğeler, aşağıda gösterildiği </a:t>
            </a:r>
            <a:r>
              <a:rPr lang="tr-TR" dirty="0"/>
              <a:t>gibi işaretçiler kullanılarak birbirine </a:t>
            </a:r>
            <a:r>
              <a:rPr lang="tr-TR" dirty="0" smtClean="0"/>
              <a:t>bağlanır.</a:t>
            </a:r>
          </a:p>
          <a:p>
            <a:endParaRPr lang="tr-TR" dirty="0"/>
          </a:p>
          <a:p>
            <a:pPr marL="0" indent="0">
              <a:buNone/>
            </a:pP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7" name="Grup 12"/>
          <p:cNvGrpSpPr/>
          <p:nvPr/>
        </p:nvGrpSpPr>
        <p:grpSpPr>
          <a:xfrm>
            <a:off x="4476000" y="3749040"/>
            <a:ext cx="3240000" cy="1800000"/>
            <a:chOff x="9293901" y="3612629"/>
            <a:chExt cx="2803161" cy="1367967"/>
          </a:xfrm>
        </p:grpSpPr>
        <p:sp>
          <p:nvSpPr>
            <p:cNvPr id="18" name="Dikdörtgen 11"/>
            <p:cNvSpPr/>
            <p:nvPr/>
          </p:nvSpPr>
          <p:spPr>
            <a:xfrm>
              <a:off x="9293901" y="3612629"/>
              <a:ext cx="2803161" cy="1367967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19" name="Grup 5"/>
            <p:cNvGrpSpPr/>
            <p:nvPr/>
          </p:nvGrpSpPr>
          <p:grpSpPr>
            <a:xfrm>
              <a:off x="9439223" y="3917846"/>
              <a:ext cx="1944000" cy="381000"/>
              <a:chOff x="7340600" y="5207000"/>
              <a:chExt cx="1944000" cy="381000"/>
            </a:xfrm>
          </p:grpSpPr>
          <p:sp>
            <p:nvSpPr>
              <p:cNvPr id="22" name="Dikdörtgen 2"/>
              <p:cNvSpPr/>
              <p:nvPr/>
            </p:nvSpPr>
            <p:spPr>
              <a:xfrm>
                <a:off x="7340600" y="5207000"/>
                <a:ext cx="972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veri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Dikdörtgen 4"/>
              <p:cNvSpPr/>
              <p:nvPr/>
            </p:nvSpPr>
            <p:spPr>
              <a:xfrm>
                <a:off x="8312600" y="5207000"/>
                <a:ext cx="972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sonraki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0" name="Düz Ok Bağlayıcısı 7"/>
            <p:cNvCxnSpPr/>
            <p:nvPr/>
          </p:nvCxnSpPr>
          <p:spPr>
            <a:xfrm>
              <a:off x="11308273" y="4123336"/>
              <a:ext cx="6477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Metin kutusu 10"/>
            <p:cNvSpPr txBox="1"/>
            <p:nvPr/>
          </p:nvSpPr>
          <p:spPr>
            <a:xfrm>
              <a:off x="9555956" y="4388786"/>
              <a:ext cx="171053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ListeDugumu</a:t>
              </a:r>
              <a:endParaRPr lang="tr-TR" sz="2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29653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(</a:t>
            </a:r>
            <a:r>
              <a:rPr lang="tr-TR" dirty="0" err="1"/>
              <a:t>Singly</a:t>
            </a:r>
            <a:r>
              <a:rPr lang="tr-TR" dirty="0"/>
              <a:t> </a:t>
            </a:r>
            <a:r>
              <a:rPr lang="tr-TR" dirty="0" err="1"/>
              <a:t>Linked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Düğüm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sınıfı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algn="l">
              <a:buNone/>
            </a:pP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40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(</a:t>
            </a:r>
            <a:r>
              <a:rPr lang="tr-TR" dirty="0" err="1"/>
              <a:t>Singly</a:t>
            </a:r>
            <a:r>
              <a:rPr lang="tr-TR" dirty="0"/>
              <a:t> </a:t>
            </a:r>
            <a:r>
              <a:rPr lang="tr-TR" dirty="0" err="1"/>
              <a:t>Linked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Düğüm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sınıfı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&lt;T&gt;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T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(T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algn="l">
              <a:buNone/>
            </a:pP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92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</a:t>
            </a:r>
            <a:r>
              <a:rPr lang="tr-TR" dirty="0" smtClean="0"/>
              <a:t>Liste İşlemleri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Liste başına ve sonuna eleman ekleme</a:t>
            </a:r>
          </a:p>
          <a:p>
            <a:r>
              <a:rPr lang="tr-TR" dirty="0" smtClean="0"/>
              <a:t>Listeden</a:t>
            </a:r>
            <a:r>
              <a:rPr lang="tr-TR" dirty="0" smtClean="0"/>
              <a:t> eleman silme</a:t>
            </a:r>
            <a:endParaRPr lang="tr-TR" dirty="0"/>
          </a:p>
          <a:p>
            <a:r>
              <a:rPr lang="tr-TR" dirty="0"/>
              <a:t>Eleman arama</a:t>
            </a:r>
          </a:p>
          <a:p>
            <a:r>
              <a:rPr lang="tr-TR" dirty="0" smtClean="0"/>
              <a:t>Listedeki elemanları </a:t>
            </a:r>
            <a:r>
              <a:rPr lang="tr-TR" dirty="0"/>
              <a:t>yazdırma</a:t>
            </a:r>
          </a:p>
          <a:p>
            <a:r>
              <a:rPr lang="tr-TR" dirty="0"/>
              <a:t>Listeyi ters çevirme</a:t>
            </a:r>
          </a:p>
          <a:p>
            <a:r>
              <a:rPr lang="tr-TR" dirty="0"/>
              <a:t>İki listeyi birleştirme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08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</a:t>
            </a:r>
            <a:r>
              <a:rPr lang="tr-TR" dirty="0" smtClean="0"/>
              <a:t>Liste Avantajları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Kolay uygulanabilir</a:t>
            </a:r>
          </a:p>
          <a:p>
            <a:r>
              <a:rPr lang="tr-TR" dirty="0"/>
              <a:t>Ekleme ve silme işlemleri hızlıdır</a:t>
            </a:r>
          </a:p>
          <a:p>
            <a:r>
              <a:rPr lang="tr-TR" dirty="0" smtClean="0"/>
              <a:t>Belleği </a:t>
            </a:r>
            <a:r>
              <a:rPr lang="tr-TR" dirty="0"/>
              <a:t>verimli bir şekilde </a:t>
            </a:r>
            <a:r>
              <a:rPr lang="tr-TR" dirty="0" smtClean="0"/>
              <a:t>kullanır</a:t>
            </a:r>
            <a:endParaRPr lang="tr-TR" dirty="0" smtClean="0"/>
          </a:p>
          <a:p>
            <a:r>
              <a:rPr lang="tr-TR" dirty="0" smtClean="0"/>
              <a:t>Dinamik </a:t>
            </a:r>
            <a:r>
              <a:rPr lang="tr-TR" dirty="0" smtClean="0"/>
              <a:t>boyutludur, eleman </a:t>
            </a:r>
            <a:r>
              <a:rPr lang="tr-TR" dirty="0"/>
              <a:t>sayısı </a:t>
            </a:r>
            <a:r>
              <a:rPr lang="tr-TR" dirty="0" smtClean="0"/>
              <a:t>değişebilir.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29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</a:t>
            </a:r>
            <a:r>
              <a:rPr lang="tr-TR" dirty="0" smtClean="0"/>
              <a:t>Dezavantajları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Arama </a:t>
            </a:r>
            <a:r>
              <a:rPr lang="tr-TR" dirty="0"/>
              <a:t>işlemi yavaştır</a:t>
            </a:r>
          </a:p>
          <a:p>
            <a:r>
              <a:rPr lang="tr-TR" dirty="0" smtClean="0"/>
              <a:t>Rastgele </a:t>
            </a:r>
            <a:r>
              <a:rPr lang="tr-TR" dirty="0"/>
              <a:t>erişim zordur, </a:t>
            </a:r>
            <a:r>
              <a:rPr lang="tr-TR" dirty="0" smtClean="0"/>
              <a:t>listenin başından itibaren öğeleri gezmek gerekir.</a:t>
            </a:r>
            <a:endParaRPr lang="tr-TR" dirty="0"/>
          </a:p>
          <a:p>
            <a:r>
              <a:rPr lang="tr-TR" dirty="0"/>
              <a:t>Her </a:t>
            </a:r>
            <a:r>
              <a:rPr lang="tr-TR" dirty="0" smtClean="0"/>
              <a:t>öğe, sonraki öğenin referansını tutar, fazladan </a:t>
            </a:r>
            <a:r>
              <a:rPr lang="tr-TR" dirty="0"/>
              <a:t>bellek </a:t>
            </a:r>
            <a:r>
              <a:rPr lang="tr-TR" dirty="0" smtClean="0"/>
              <a:t>kullanır.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29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Temel </a:t>
            </a:r>
            <a:r>
              <a:rPr lang="tr-TR" dirty="0" smtClean="0"/>
              <a:t>Yapı Taşları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/>
              <a:t>Bağlı liste </a:t>
            </a:r>
            <a:r>
              <a:rPr lang="tr-TR" dirty="0" smtClean="0"/>
              <a:t>iki </a:t>
            </a:r>
            <a:r>
              <a:rPr lang="tr-TR" dirty="0"/>
              <a:t>temel parçadan oluşur:</a:t>
            </a:r>
          </a:p>
          <a:p>
            <a:pPr lvl="1"/>
            <a:r>
              <a:rPr lang="tr-TR" b="1" dirty="0"/>
              <a:t>Veri</a:t>
            </a:r>
            <a:r>
              <a:rPr lang="tr-TR" dirty="0"/>
              <a:t>: Elemanın taşıdığı </a:t>
            </a:r>
            <a:r>
              <a:rPr lang="tr-TR" dirty="0" smtClean="0"/>
              <a:t>veri</a:t>
            </a:r>
            <a:r>
              <a:rPr lang="tr-TR" dirty="0"/>
              <a:t>.</a:t>
            </a:r>
          </a:p>
          <a:p>
            <a:pPr lvl="1"/>
            <a:r>
              <a:rPr lang="tr-TR" b="1" dirty="0"/>
              <a:t>İşaretçi</a:t>
            </a:r>
            <a:r>
              <a:rPr lang="tr-TR" dirty="0"/>
              <a:t> (</a:t>
            </a:r>
            <a:r>
              <a:rPr lang="tr-TR" dirty="0" err="1"/>
              <a:t>Pointer</a:t>
            </a:r>
            <a:r>
              <a:rPr lang="tr-TR" dirty="0"/>
              <a:t>): Bir sonraki elemanın bellekteki </a:t>
            </a:r>
            <a:r>
              <a:rPr lang="tr-TR" dirty="0" smtClean="0"/>
              <a:t>adresi.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7" name="Grup 42"/>
          <p:cNvGrpSpPr/>
          <p:nvPr/>
        </p:nvGrpSpPr>
        <p:grpSpPr>
          <a:xfrm>
            <a:off x="1228409" y="3692207"/>
            <a:ext cx="9735182" cy="1360196"/>
            <a:chOff x="970428" y="5024619"/>
            <a:chExt cx="9735182" cy="1360196"/>
          </a:xfrm>
        </p:grpSpPr>
        <p:grpSp>
          <p:nvGrpSpPr>
            <p:cNvPr id="8" name="Grup 15"/>
            <p:cNvGrpSpPr/>
            <p:nvPr/>
          </p:nvGrpSpPr>
          <p:grpSpPr>
            <a:xfrm>
              <a:off x="970428" y="5978872"/>
              <a:ext cx="1244601" cy="381000"/>
              <a:chOff x="2527299" y="5721246"/>
              <a:chExt cx="1244601" cy="381000"/>
            </a:xfrm>
          </p:grpSpPr>
          <p:sp>
            <p:nvSpPr>
              <p:cNvPr id="29" name="Dikdörtgen 13"/>
              <p:cNvSpPr/>
              <p:nvPr/>
            </p:nvSpPr>
            <p:spPr>
              <a:xfrm>
                <a:off x="2527299" y="5721246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10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Dikdörtgen 14"/>
              <p:cNvSpPr/>
              <p:nvPr/>
            </p:nvSpPr>
            <p:spPr>
              <a:xfrm>
                <a:off x="3337323" y="5721246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up 16"/>
            <p:cNvGrpSpPr/>
            <p:nvPr/>
          </p:nvGrpSpPr>
          <p:grpSpPr>
            <a:xfrm>
              <a:off x="2781300" y="5978872"/>
              <a:ext cx="1244601" cy="381000"/>
              <a:chOff x="2527299" y="5721246"/>
              <a:chExt cx="1244601" cy="381000"/>
            </a:xfrm>
          </p:grpSpPr>
          <p:sp>
            <p:nvSpPr>
              <p:cNvPr id="27" name="Dikdörtgen 17"/>
              <p:cNvSpPr/>
              <p:nvPr/>
            </p:nvSpPr>
            <p:spPr>
              <a:xfrm>
                <a:off x="2527299" y="5721246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8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Dikdörtgen 18"/>
              <p:cNvSpPr/>
              <p:nvPr/>
            </p:nvSpPr>
            <p:spPr>
              <a:xfrm>
                <a:off x="3337323" y="5721246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0" name="Düz Ok Bağlayıcısı 19"/>
            <p:cNvCxnSpPr/>
            <p:nvPr/>
          </p:nvCxnSpPr>
          <p:spPr>
            <a:xfrm>
              <a:off x="1997740" y="6169372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 21"/>
            <p:cNvGrpSpPr/>
            <p:nvPr/>
          </p:nvGrpSpPr>
          <p:grpSpPr>
            <a:xfrm>
              <a:off x="4597400" y="5978872"/>
              <a:ext cx="1244601" cy="381000"/>
              <a:chOff x="2527299" y="5721246"/>
              <a:chExt cx="1244601" cy="381000"/>
            </a:xfrm>
          </p:grpSpPr>
          <p:sp>
            <p:nvSpPr>
              <p:cNvPr id="25" name="Dikdörtgen 22"/>
              <p:cNvSpPr/>
              <p:nvPr/>
            </p:nvSpPr>
            <p:spPr>
              <a:xfrm>
                <a:off x="2527299" y="5721246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Dikdörtgen 23"/>
              <p:cNvSpPr/>
              <p:nvPr/>
            </p:nvSpPr>
            <p:spPr>
              <a:xfrm>
                <a:off x="3337323" y="5721246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2" name="Düz Ok Bağlayıcısı 24"/>
            <p:cNvCxnSpPr/>
            <p:nvPr/>
          </p:nvCxnSpPr>
          <p:spPr>
            <a:xfrm>
              <a:off x="3813840" y="6169372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up 25"/>
            <p:cNvGrpSpPr/>
            <p:nvPr/>
          </p:nvGrpSpPr>
          <p:grpSpPr>
            <a:xfrm>
              <a:off x="6414562" y="5978872"/>
              <a:ext cx="1244601" cy="381000"/>
              <a:chOff x="2527299" y="5721246"/>
              <a:chExt cx="1244601" cy="381000"/>
            </a:xfrm>
          </p:grpSpPr>
          <p:sp>
            <p:nvSpPr>
              <p:cNvPr id="23" name="Dikdörtgen 26"/>
              <p:cNvSpPr/>
              <p:nvPr/>
            </p:nvSpPr>
            <p:spPr>
              <a:xfrm>
                <a:off x="2527299" y="5721246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Dikdörtgen 27"/>
              <p:cNvSpPr/>
              <p:nvPr/>
            </p:nvSpPr>
            <p:spPr>
              <a:xfrm>
                <a:off x="3337323" y="5721246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" name="Düz Ok Bağlayıcısı 28"/>
            <p:cNvCxnSpPr/>
            <p:nvPr/>
          </p:nvCxnSpPr>
          <p:spPr>
            <a:xfrm>
              <a:off x="5631002" y="6169372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up 29"/>
            <p:cNvGrpSpPr/>
            <p:nvPr/>
          </p:nvGrpSpPr>
          <p:grpSpPr>
            <a:xfrm>
              <a:off x="8227101" y="5978872"/>
              <a:ext cx="1244601" cy="381000"/>
              <a:chOff x="2527299" y="5721246"/>
              <a:chExt cx="1244601" cy="381000"/>
            </a:xfrm>
          </p:grpSpPr>
          <p:sp>
            <p:nvSpPr>
              <p:cNvPr id="21" name="Dikdörtgen 30"/>
              <p:cNvSpPr/>
              <p:nvPr/>
            </p:nvSpPr>
            <p:spPr>
              <a:xfrm>
                <a:off x="2527299" y="5721246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Dikdörtgen 31"/>
              <p:cNvSpPr/>
              <p:nvPr/>
            </p:nvSpPr>
            <p:spPr>
              <a:xfrm>
                <a:off x="3337323" y="5721246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" name="Düz Ok Bağlayıcısı 32"/>
            <p:cNvCxnSpPr/>
            <p:nvPr/>
          </p:nvCxnSpPr>
          <p:spPr>
            <a:xfrm>
              <a:off x="7443541" y="6169372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üz Ok Bağlayıcısı 37"/>
            <p:cNvCxnSpPr/>
            <p:nvPr/>
          </p:nvCxnSpPr>
          <p:spPr>
            <a:xfrm>
              <a:off x="9265991" y="6169372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üz Ok Bağlayıcısı 38"/>
            <p:cNvCxnSpPr/>
            <p:nvPr/>
          </p:nvCxnSpPr>
          <p:spPr>
            <a:xfrm>
              <a:off x="1449943" y="5428343"/>
              <a:ext cx="0" cy="55052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Metin kutusu 40"/>
            <p:cNvSpPr txBox="1"/>
            <p:nvPr/>
          </p:nvSpPr>
          <p:spPr>
            <a:xfrm>
              <a:off x="1250383" y="5024619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20" name="Metin kutusu 41"/>
            <p:cNvSpPr txBox="1"/>
            <p:nvPr/>
          </p:nvSpPr>
          <p:spPr>
            <a:xfrm>
              <a:off x="10081720" y="5953928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477538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 smtClean="0">
                <a:latin typeface="Lucida Console" panose="020B0609040504020204" pitchFamily="49" charset="0"/>
              </a:rPr>
              <a:t> </a:t>
            </a:r>
            <a:r>
              <a:rPr lang="tr-TR" sz="16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 smtClean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  <a:endParaRPr lang="tr-TR" sz="1600" dirty="0">
              <a:solidFill>
                <a:srgbClr val="00B050"/>
              </a:solidFill>
              <a:latin typeface="Lucida Console" panose="020B0609040504020204" pitchFamily="49" charset="0"/>
            </a:endParaRPr>
          </a:p>
          <a:p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6" name="Düz Ok Bağlayıcısı 5"/>
          <p:cNvCxnSpPr/>
          <p:nvPr/>
        </p:nvCxnSpPr>
        <p:spPr>
          <a:xfrm>
            <a:off x="5875221" y="466835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Tek </a:t>
            </a:r>
            <a:r>
              <a:rPr lang="tr-TR" dirty="0"/>
              <a:t>Yönlü Bağlı Liste </a:t>
            </a:r>
            <a:r>
              <a:rPr lang="tr-TR" dirty="0" smtClean="0"/>
              <a:t>Oluşturma</a:t>
            </a:r>
            <a:endParaRPr lang="tr-TR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Verilen kod, bağlı liste (</a:t>
            </a:r>
            <a:r>
              <a:rPr lang="tr-TR" dirty="0" err="1"/>
              <a:t>linked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) </a:t>
            </a:r>
            <a:r>
              <a:rPr lang="tr-TR" dirty="0" smtClean="0"/>
              <a:t>tipinde bir </a:t>
            </a:r>
            <a:r>
              <a:rPr lang="tr-TR" dirty="0"/>
              <a:t>veri </a:t>
            </a:r>
            <a:r>
              <a:rPr lang="tr-TR" dirty="0" smtClean="0"/>
              <a:t>yapısı </a:t>
            </a:r>
            <a:r>
              <a:rPr lang="tr-TR" dirty="0" smtClean="0"/>
              <a:t>oluşturur. </a:t>
            </a:r>
          </a:p>
          <a:p>
            <a:r>
              <a:rPr lang="tr-TR" dirty="0" smtClean="0"/>
              <a:t>Dört </a:t>
            </a:r>
            <a:r>
              <a:rPr lang="tr-TR" dirty="0"/>
              <a:t>adet "</a:t>
            </a:r>
            <a:r>
              <a:rPr lang="tr-TR" dirty="0" err="1"/>
              <a:t>Dugum</a:t>
            </a:r>
            <a:r>
              <a:rPr lang="tr-TR" dirty="0"/>
              <a:t>" (</a:t>
            </a:r>
            <a:r>
              <a:rPr lang="tr-TR" dirty="0" err="1"/>
              <a:t>Node</a:t>
            </a:r>
            <a:r>
              <a:rPr lang="tr-TR" dirty="0"/>
              <a:t>) nesnesi </a:t>
            </a:r>
            <a:r>
              <a:rPr lang="tr-TR" dirty="0" smtClean="0"/>
              <a:t>oluşturur</a:t>
            </a:r>
            <a:r>
              <a:rPr lang="tr-TR" dirty="0"/>
              <a:t>. </a:t>
            </a:r>
            <a:endParaRPr lang="tr-TR" dirty="0" smtClean="0"/>
          </a:p>
          <a:p>
            <a:r>
              <a:rPr lang="tr-TR" dirty="0" smtClean="0"/>
              <a:t>Her düğüm</a:t>
            </a:r>
            <a:r>
              <a:rPr lang="tr-TR" dirty="0"/>
              <a:t>, </a:t>
            </a:r>
            <a:r>
              <a:rPr lang="tr-TR" dirty="0" smtClean="0"/>
              <a:t>veri </a:t>
            </a:r>
            <a:r>
              <a:rPr lang="tr-TR" dirty="0"/>
              <a:t>(10, 1, 8 ve 11) ve "sonraki" adında bir </a:t>
            </a:r>
            <a:r>
              <a:rPr lang="tr-TR" dirty="0" smtClean="0"/>
              <a:t>işaretçi </a:t>
            </a:r>
            <a:r>
              <a:rPr lang="tr-TR" dirty="0"/>
              <a:t>içerir. </a:t>
            </a:r>
            <a:endParaRPr lang="tr-TR" dirty="0" smtClean="0"/>
          </a:p>
          <a:p>
            <a:r>
              <a:rPr lang="tr-TR" dirty="0" smtClean="0"/>
              <a:t>İşaretçi</a:t>
            </a:r>
            <a:r>
              <a:rPr lang="tr-TR" dirty="0"/>
              <a:t>, düğümün bir sonraki düğümü işaret etmesi için kullanılır</a:t>
            </a:r>
            <a:r>
              <a:rPr lang="tr-TR" dirty="0" smtClean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5154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466835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up 10"/>
          <p:cNvGrpSpPr/>
          <p:nvPr/>
        </p:nvGrpSpPr>
        <p:grpSpPr>
          <a:xfrm>
            <a:off x="2400848" y="1661062"/>
            <a:ext cx="1925426" cy="459915"/>
            <a:chOff x="2400848" y="1661062"/>
            <a:chExt cx="1925426" cy="459915"/>
          </a:xfrm>
        </p:grpSpPr>
        <p:cxnSp>
          <p:nvCxnSpPr>
            <p:cNvPr id="12" name="Düz Ok Bağlayıcısı 11"/>
            <p:cNvCxnSpPr/>
            <p:nvPr/>
          </p:nvCxnSpPr>
          <p:spPr>
            <a:xfrm>
              <a:off x="2893005" y="1905534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Metin kutusu 12"/>
            <p:cNvSpPr txBox="1"/>
            <p:nvPr/>
          </p:nvSpPr>
          <p:spPr>
            <a:xfrm>
              <a:off x="3702384" y="1661062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sp>
          <p:nvSpPr>
            <p:cNvPr id="14" name="Metin kutusu 13"/>
            <p:cNvSpPr txBox="1"/>
            <p:nvPr/>
          </p:nvSpPr>
          <p:spPr>
            <a:xfrm>
              <a:off x="2400848" y="169009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Tek </a:t>
            </a:r>
            <a:r>
              <a:rPr lang="tr-TR" dirty="0"/>
              <a:t>Yönlü Bağlı Liste Oluşturma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31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489695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2400848" y="1661062"/>
            <a:ext cx="1925426" cy="459915"/>
            <a:chOff x="2400848" y="1661062"/>
            <a:chExt cx="1925426" cy="459915"/>
          </a:xfrm>
        </p:grpSpPr>
        <p:cxnSp>
          <p:nvCxnSpPr>
            <p:cNvPr id="12" name="Düz Ok Bağlayıcısı 11"/>
            <p:cNvCxnSpPr/>
            <p:nvPr/>
          </p:nvCxnSpPr>
          <p:spPr>
            <a:xfrm>
              <a:off x="2893005" y="1905534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Metin kutusu 12"/>
            <p:cNvSpPr txBox="1"/>
            <p:nvPr/>
          </p:nvSpPr>
          <p:spPr>
            <a:xfrm>
              <a:off x="3702384" y="1661062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sp>
          <p:nvSpPr>
            <p:cNvPr id="14" name="Metin kutusu 13"/>
            <p:cNvSpPr txBox="1"/>
            <p:nvPr/>
          </p:nvSpPr>
          <p:spPr>
            <a:xfrm>
              <a:off x="2400848" y="169009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Oluşturma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0563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489695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up 10"/>
          <p:cNvGrpSpPr/>
          <p:nvPr/>
        </p:nvGrpSpPr>
        <p:grpSpPr>
          <a:xfrm>
            <a:off x="2194482" y="1690090"/>
            <a:ext cx="1352805" cy="2598290"/>
            <a:chOff x="2194482" y="1690090"/>
            <a:chExt cx="1352805" cy="2598290"/>
          </a:xfrm>
        </p:grpSpPr>
        <p:sp>
          <p:nvSpPr>
            <p:cNvPr id="12" name="Metin kutusu 11"/>
            <p:cNvSpPr txBox="1"/>
            <p:nvPr/>
          </p:nvSpPr>
          <p:spPr>
            <a:xfrm>
              <a:off x="2400848" y="169009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2194482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3004506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Düz Ok Bağlayıcısı 14"/>
            <p:cNvCxnSpPr/>
            <p:nvPr/>
          </p:nvCxnSpPr>
          <p:spPr>
            <a:xfrm rot="5400000">
              <a:off x="2247897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 rot="5400000">
              <a:off x="284564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Metin kutusu 16"/>
            <p:cNvSpPr txBox="1"/>
            <p:nvPr/>
          </p:nvSpPr>
          <p:spPr>
            <a:xfrm>
              <a:off x="292339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Oluşturma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25627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514369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2194482" y="1690090"/>
            <a:ext cx="1352805" cy="2598290"/>
            <a:chOff x="2194482" y="1690090"/>
            <a:chExt cx="1352805" cy="2598290"/>
          </a:xfrm>
        </p:grpSpPr>
        <p:sp>
          <p:nvSpPr>
            <p:cNvPr id="12" name="Metin kutusu 11"/>
            <p:cNvSpPr txBox="1"/>
            <p:nvPr/>
          </p:nvSpPr>
          <p:spPr>
            <a:xfrm>
              <a:off x="2400848" y="169009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2194482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3004506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Düz Ok Bağlayıcısı 14"/>
            <p:cNvCxnSpPr/>
            <p:nvPr/>
          </p:nvCxnSpPr>
          <p:spPr>
            <a:xfrm rot="5400000">
              <a:off x="2247897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Düz Ok Bağlayıcısı 26"/>
            <p:cNvCxnSpPr/>
            <p:nvPr/>
          </p:nvCxnSpPr>
          <p:spPr>
            <a:xfrm rot="5400000">
              <a:off x="284564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Metin kutusu 27"/>
            <p:cNvSpPr txBox="1"/>
            <p:nvPr/>
          </p:nvSpPr>
          <p:spPr>
            <a:xfrm>
              <a:off x="292339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Oluşturma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663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514369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2194482" y="1690090"/>
            <a:ext cx="3162885" cy="2598290"/>
            <a:chOff x="2194482" y="1690090"/>
            <a:chExt cx="3162885" cy="2598290"/>
          </a:xfrm>
        </p:grpSpPr>
        <p:sp>
          <p:nvSpPr>
            <p:cNvPr id="18" name="Metin kutusu 17"/>
            <p:cNvSpPr txBox="1"/>
            <p:nvPr/>
          </p:nvSpPr>
          <p:spPr>
            <a:xfrm>
              <a:off x="2400848" y="169009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23" name="Dikdörtgen 22"/>
            <p:cNvSpPr/>
            <p:nvPr/>
          </p:nvSpPr>
          <p:spPr>
            <a:xfrm>
              <a:off x="2194482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3004506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Düz Ok Bağlayıcısı 25"/>
            <p:cNvCxnSpPr/>
            <p:nvPr/>
          </p:nvCxnSpPr>
          <p:spPr>
            <a:xfrm rot="5400000">
              <a:off x="2247897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Metin kutusu 26"/>
            <p:cNvSpPr txBox="1"/>
            <p:nvPr/>
          </p:nvSpPr>
          <p:spPr>
            <a:xfrm>
              <a:off x="4053277" y="1690090"/>
              <a:ext cx="79541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ikinci</a:t>
              </a:r>
              <a:endParaRPr lang="tr-TR" sz="2200" b="1" dirty="0"/>
            </a:p>
          </p:txBody>
        </p:sp>
        <p:sp>
          <p:nvSpPr>
            <p:cNvPr id="28" name="Dikdörtgen 27"/>
            <p:cNvSpPr/>
            <p:nvPr/>
          </p:nvSpPr>
          <p:spPr>
            <a:xfrm>
              <a:off x="4016027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9" name="Dikdörtgen 28"/>
            <p:cNvSpPr/>
            <p:nvPr/>
          </p:nvSpPr>
          <p:spPr>
            <a:xfrm>
              <a:off x="4826051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5400000">
              <a:off x="4069442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üz Ok Bağlayıcısı 30"/>
            <p:cNvCxnSpPr/>
            <p:nvPr/>
          </p:nvCxnSpPr>
          <p:spPr>
            <a:xfrm rot="5400000">
              <a:off x="465572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Metin kutusu 31"/>
            <p:cNvSpPr txBox="1"/>
            <p:nvPr/>
          </p:nvSpPr>
          <p:spPr>
            <a:xfrm>
              <a:off x="473347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33" name="Düz Ok Bağlayıcısı 32"/>
            <p:cNvCxnSpPr/>
            <p:nvPr/>
          </p:nvCxnSpPr>
          <p:spPr>
            <a:xfrm rot="5400000">
              <a:off x="284564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Metin kutusu 33"/>
            <p:cNvSpPr txBox="1"/>
            <p:nvPr/>
          </p:nvSpPr>
          <p:spPr>
            <a:xfrm>
              <a:off x="292339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Oluşturma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083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539225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2194482" y="1690090"/>
            <a:ext cx="3162885" cy="2598290"/>
            <a:chOff x="2194482" y="1690090"/>
            <a:chExt cx="3162885" cy="2598290"/>
          </a:xfrm>
        </p:grpSpPr>
        <p:sp>
          <p:nvSpPr>
            <p:cNvPr id="18" name="Metin kutusu 17"/>
            <p:cNvSpPr txBox="1"/>
            <p:nvPr/>
          </p:nvSpPr>
          <p:spPr>
            <a:xfrm>
              <a:off x="2400848" y="169009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23" name="Dikdörtgen 22"/>
            <p:cNvSpPr/>
            <p:nvPr/>
          </p:nvSpPr>
          <p:spPr>
            <a:xfrm>
              <a:off x="2194482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3004506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Düz Ok Bağlayıcısı 25"/>
            <p:cNvCxnSpPr/>
            <p:nvPr/>
          </p:nvCxnSpPr>
          <p:spPr>
            <a:xfrm rot="5400000">
              <a:off x="2247897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Metin kutusu 26"/>
            <p:cNvSpPr txBox="1"/>
            <p:nvPr/>
          </p:nvSpPr>
          <p:spPr>
            <a:xfrm>
              <a:off x="4053277" y="1690090"/>
              <a:ext cx="79541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ikinci</a:t>
              </a:r>
              <a:endParaRPr lang="tr-TR" sz="2200" b="1" dirty="0"/>
            </a:p>
          </p:txBody>
        </p:sp>
        <p:sp>
          <p:nvSpPr>
            <p:cNvPr id="28" name="Dikdörtgen 27"/>
            <p:cNvSpPr/>
            <p:nvPr/>
          </p:nvSpPr>
          <p:spPr>
            <a:xfrm>
              <a:off x="4016027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9" name="Dikdörtgen 28"/>
            <p:cNvSpPr/>
            <p:nvPr/>
          </p:nvSpPr>
          <p:spPr>
            <a:xfrm>
              <a:off x="4826051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5400000">
              <a:off x="4069442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Düz Ok Bağlayıcısı 36"/>
            <p:cNvCxnSpPr/>
            <p:nvPr/>
          </p:nvCxnSpPr>
          <p:spPr>
            <a:xfrm rot="5400000">
              <a:off x="465572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Metin kutusu 37"/>
            <p:cNvSpPr txBox="1"/>
            <p:nvPr/>
          </p:nvSpPr>
          <p:spPr>
            <a:xfrm>
              <a:off x="473347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39" name="Düz Ok Bağlayıcısı 38"/>
            <p:cNvCxnSpPr/>
            <p:nvPr/>
          </p:nvCxnSpPr>
          <p:spPr>
            <a:xfrm rot="5400000">
              <a:off x="284564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Metin kutusu 39"/>
            <p:cNvSpPr txBox="1"/>
            <p:nvPr/>
          </p:nvSpPr>
          <p:spPr>
            <a:xfrm>
              <a:off x="292339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Oluşturma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2966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539225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 27"/>
          <p:cNvGrpSpPr/>
          <p:nvPr/>
        </p:nvGrpSpPr>
        <p:grpSpPr>
          <a:xfrm>
            <a:off x="2194482" y="1690090"/>
            <a:ext cx="4982346" cy="2598290"/>
            <a:chOff x="2194482" y="1690090"/>
            <a:chExt cx="4982346" cy="2598290"/>
          </a:xfrm>
        </p:grpSpPr>
        <p:sp>
          <p:nvSpPr>
            <p:cNvPr id="29" name="Metin kutusu 28"/>
            <p:cNvSpPr txBox="1"/>
            <p:nvPr/>
          </p:nvSpPr>
          <p:spPr>
            <a:xfrm>
              <a:off x="2400848" y="169009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30" name="Dikdörtgen 29"/>
            <p:cNvSpPr/>
            <p:nvPr/>
          </p:nvSpPr>
          <p:spPr>
            <a:xfrm>
              <a:off x="2194482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1" name="Dikdörtgen 30"/>
            <p:cNvSpPr/>
            <p:nvPr/>
          </p:nvSpPr>
          <p:spPr>
            <a:xfrm>
              <a:off x="3004506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Düz Ok Bağlayıcısı 31"/>
            <p:cNvCxnSpPr/>
            <p:nvPr/>
          </p:nvCxnSpPr>
          <p:spPr>
            <a:xfrm rot="5400000">
              <a:off x="2247897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Metin kutusu 32"/>
            <p:cNvSpPr txBox="1"/>
            <p:nvPr/>
          </p:nvSpPr>
          <p:spPr>
            <a:xfrm>
              <a:off x="4053277" y="1690090"/>
              <a:ext cx="79541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ikinci</a:t>
              </a:r>
              <a:endParaRPr lang="tr-TR" sz="2200" b="1" dirty="0"/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4016027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5" name="Dikdörtgen 34"/>
            <p:cNvSpPr/>
            <p:nvPr/>
          </p:nvSpPr>
          <p:spPr>
            <a:xfrm>
              <a:off x="4826051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Düz Ok Bağlayıcısı 35"/>
            <p:cNvCxnSpPr/>
            <p:nvPr/>
          </p:nvCxnSpPr>
          <p:spPr>
            <a:xfrm rot="5400000">
              <a:off x="4069442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Metin kutusu 36"/>
            <p:cNvSpPr txBox="1"/>
            <p:nvPr/>
          </p:nvSpPr>
          <p:spPr>
            <a:xfrm>
              <a:off x="5760208" y="1690090"/>
              <a:ext cx="102463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ucuncu</a:t>
              </a:r>
              <a:endParaRPr lang="tr-TR" sz="2200" b="1" dirty="0"/>
            </a:p>
          </p:txBody>
        </p:sp>
        <p:sp>
          <p:nvSpPr>
            <p:cNvPr id="38" name="Dikdörtgen 37"/>
            <p:cNvSpPr/>
            <p:nvPr/>
          </p:nvSpPr>
          <p:spPr>
            <a:xfrm>
              <a:off x="583757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664759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40" name="Düz Ok Bağlayıcısı 39"/>
            <p:cNvCxnSpPr/>
            <p:nvPr/>
          </p:nvCxnSpPr>
          <p:spPr>
            <a:xfrm rot="5400000">
              <a:off x="6475186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Metin kutusu 40"/>
            <p:cNvSpPr txBox="1"/>
            <p:nvPr/>
          </p:nvSpPr>
          <p:spPr>
            <a:xfrm>
              <a:off x="6552938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42" name="Düz Ok Bağlayıcısı 41"/>
            <p:cNvCxnSpPr/>
            <p:nvPr/>
          </p:nvCxnSpPr>
          <p:spPr>
            <a:xfrm rot="5400000">
              <a:off x="5890986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Düz Ok Bağlayıcısı 42"/>
            <p:cNvCxnSpPr/>
            <p:nvPr/>
          </p:nvCxnSpPr>
          <p:spPr>
            <a:xfrm rot="5400000">
              <a:off x="465572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Metin kutusu 43"/>
            <p:cNvSpPr txBox="1"/>
            <p:nvPr/>
          </p:nvSpPr>
          <p:spPr>
            <a:xfrm>
              <a:off x="473347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45" name="Düz Ok Bağlayıcısı 44"/>
            <p:cNvCxnSpPr/>
            <p:nvPr/>
          </p:nvCxnSpPr>
          <p:spPr>
            <a:xfrm rot="5400000">
              <a:off x="284564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Metin kutusu 45"/>
            <p:cNvSpPr txBox="1"/>
            <p:nvPr/>
          </p:nvSpPr>
          <p:spPr>
            <a:xfrm>
              <a:off x="292339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Oluşturma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5169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563355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2194482" y="1690090"/>
            <a:ext cx="4982346" cy="2598290"/>
            <a:chOff x="2194482" y="1690090"/>
            <a:chExt cx="4982346" cy="2598290"/>
          </a:xfrm>
        </p:grpSpPr>
        <p:sp>
          <p:nvSpPr>
            <p:cNvPr id="54" name="Metin kutusu 53"/>
            <p:cNvSpPr txBox="1"/>
            <p:nvPr/>
          </p:nvSpPr>
          <p:spPr>
            <a:xfrm>
              <a:off x="2400848" y="169009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55" name="Dikdörtgen 54"/>
            <p:cNvSpPr/>
            <p:nvPr/>
          </p:nvSpPr>
          <p:spPr>
            <a:xfrm>
              <a:off x="2194482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6" name="Dikdörtgen 55"/>
            <p:cNvSpPr/>
            <p:nvPr/>
          </p:nvSpPr>
          <p:spPr>
            <a:xfrm>
              <a:off x="3004506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57" name="Düz Ok Bağlayıcısı 56"/>
            <p:cNvCxnSpPr/>
            <p:nvPr/>
          </p:nvCxnSpPr>
          <p:spPr>
            <a:xfrm rot="5400000">
              <a:off x="2247897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Metin kutusu 57"/>
            <p:cNvSpPr txBox="1"/>
            <p:nvPr/>
          </p:nvSpPr>
          <p:spPr>
            <a:xfrm>
              <a:off x="4053277" y="1690090"/>
              <a:ext cx="79541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ikinci</a:t>
              </a:r>
              <a:endParaRPr lang="tr-TR" sz="2200" b="1" dirty="0"/>
            </a:p>
          </p:txBody>
        </p:sp>
        <p:sp>
          <p:nvSpPr>
            <p:cNvPr id="59" name="Dikdörtgen 58"/>
            <p:cNvSpPr/>
            <p:nvPr/>
          </p:nvSpPr>
          <p:spPr>
            <a:xfrm>
              <a:off x="4016027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60" name="Dikdörtgen 59"/>
            <p:cNvSpPr/>
            <p:nvPr/>
          </p:nvSpPr>
          <p:spPr>
            <a:xfrm>
              <a:off x="4826051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61" name="Düz Ok Bağlayıcısı 60"/>
            <p:cNvCxnSpPr/>
            <p:nvPr/>
          </p:nvCxnSpPr>
          <p:spPr>
            <a:xfrm rot="5400000">
              <a:off x="4069442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5760208" y="1690090"/>
              <a:ext cx="102463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ucuncu</a:t>
              </a:r>
              <a:endParaRPr lang="tr-TR" sz="2200" b="1" dirty="0"/>
            </a:p>
          </p:txBody>
        </p:sp>
        <p:sp>
          <p:nvSpPr>
            <p:cNvPr id="63" name="Dikdörtgen 62"/>
            <p:cNvSpPr/>
            <p:nvPr/>
          </p:nvSpPr>
          <p:spPr>
            <a:xfrm>
              <a:off x="583757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64" name="Dikdörtgen 63"/>
            <p:cNvSpPr/>
            <p:nvPr/>
          </p:nvSpPr>
          <p:spPr>
            <a:xfrm>
              <a:off x="664759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Düz Ok Bağlayıcısı 64"/>
            <p:cNvCxnSpPr/>
            <p:nvPr/>
          </p:nvCxnSpPr>
          <p:spPr>
            <a:xfrm rot="5400000">
              <a:off x="6475186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Metin kutusu 65"/>
            <p:cNvSpPr txBox="1"/>
            <p:nvPr/>
          </p:nvSpPr>
          <p:spPr>
            <a:xfrm>
              <a:off x="6552938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67" name="Düz Ok Bağlayıcısı 66"/>
            <p:cNvCxnSpPr/>
            <p:nvPr/>
          </p:nvCxnSpPr>
          <p:spPr>
            <a:xfrm rot="5400000">
              <a:off x="5890986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Düz Ok Bağlayıcısı 73"/>
            <p:cNvCxnSpPr/>
            <p:nvPr/>
          </p:nvCxnSpPr>
          <p:spPr>
            <a:xfrm rot="5400000">
              <a:off x="465572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Metin kutusu 74"/>
            <p:cNvSpPr txBox="1"/>
            <p:nvPr/>
          </p:nvSpPr>
          <p:spPr>
            <a:xfrm>
              <a:off x="473347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76" name="Düz Ok Bağlayıcısı 75"/>
            <p:cNvCxnSpPr/>
            <p:nvPr/>
          </p:nvCxnSpPr>
          <p:spPr>
            <a:xfrm rot="5400000">
              <a:off x="284564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Metin kutusu 76"/>
            <p:cNvSpPr txBox="1"/>
            <p:nvPr/>
          </p:nvSpPr>
          <p:spPr>
            <a:xfrm>
              <a:off x="292339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Oluşturma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8778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563355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up 58"/>
          <p:cNvGrpSpPr/>
          <p:nvPr/>
        </p:nvGrpSpPr>
        <p:grpSpPr>
          <a:xfrm>
            <a:off x="2194482" y="1690090"/>
            <a:ext cx="7901477" cy="2598290"/>
            <a:chOff x="2194482" y="1690090"/>
            <a:chExt cx="7901477" cy="2598290"/>
          </a:xfrm>
        </p:grpSpPr>
        <p:sp>
          <p:nvSpPr>
            <p:cNvPr id="60" name="Metin kutusu 59"/>
            <p:cNvSpPr txBox="1"/>
            <p:nvPr/>
          </p:nvSpPr>
          <p:spPr>
            <a:xfrm>
              <a:off x="2400848" y="169009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61" name="Dikdörtgen 60"/>
            <p:cNvSpPr/>
            <p:nvPr/>
          </p:nvSpPr>
          <p:spPr>
            <a:xfrm>
              <a:off x="2194482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62" name="Dikdörtgen 61"/>
            <p:cNvSpPr/>
            <p:nvPr/>
          </p:nvSpPr>
          <p:spPr>
            <a:xfrm>
              <a:off x="3004506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63" name="Düz Ok Bağlayıcısı 62"/>
            <p:cNvCxnSpPr/>
            <p:nvPr/>
          </p:nvCxnSpPr>
          <p:spPr>
            <a:xfrm rot="5400000">
              <a:off x="2247897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Metin kutusu 63"/>
            <p:cNvSpPr txBox="1"/>
            <p:nvPr/>
          </p:nvSpPr>
          <p:spPr>
            <a:xfrm>
              <a:off x="4053277" y="1690090"/>
              <a:ext cx="79541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ikinci</a:t>
              </a:r>
              <a:endParaRPr lang="tr-TR" sz="2200" b="1" dirty="0"/>
            </a:p>
          </p:txBody>
        </p:sp>
        <p:sp>
          <p:nvSpPr>
            <p:cNvPr id="65" name="Dikdörtgen 64"/>
            <p:cNvSpPr/>
            <p:nvPr/>
          </p:nvSpPr>
          <p:spPr>
            <a:xfrm>
              <a:off x="4016027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66" name="Dikdörtgen 65"/>
            <p:cNvSpPr/>
            <p:nvPr/>
          </p:nvSpPr>
          <p:spPr>
            <a:xfrm>
              <a:off x="4826051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67" name="Düz Ok Bağlayıcısı 66"/>
            <p:cNvCxnSpPr/>
            <p:nvPr/>
          </p:nvCxnSpPr>
          <p:spPr>
            <a:xfrm rot="5400000">
              <a:off x="4069442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Metin kutusu 67"/>
            <p:cNvSpPr txBox="1"/>
            <p:nvPr/>
          </p:nvSpPr>
          <p:spPr>
            <a:xfrm>
              <a:off x="5760208" y="1690090"/>
              <a:ext cx="102463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ucuncu</a:t>
              </a:r>
              <a:endParaRPr lang="tr-TR" sz="2200" b="1" dirty="0"/>
            </a:p>
          </p:txBody>
        </p:sp>
        <p:sp>
          <p:nvSpPr>
            <p:cNvPr id="69" name="Dikdörtgen 68"/>
            <p:cNvSpPr/>
            <p:nvPr/>
          </p:nvSpPr>
          <p:spPr>
            <a:xfrm>
              <a:off x="583757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70" name="Dikdörtgen 69"/>
            <p:cNvSpPr/>
            <p:nvPr/>
          </p:nvSpPr>
          <p:spPr>
            <a:xfrm>
              <a:off x="664759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71" name="Düz Ok Bağlayıcısı 70"/>
            <p:cNvCxnSpPr/>
            <p:nvPr/>
          </p:nvCxnSpPr>
          <p:spPr>
            <a:xfrm rot="5400000">
              <a:off x="6475186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Metin kutusu 71"/>
            <p:cNvSpPr txBox="1"/>
            <p:nvPr/>
          </p:nvSpPr>
          <p:spPr>
            <a:xfrm>
              <a:off x="6552938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73" name="Düz Ok Bağlayıcısı 72"/>
            <p:cNvCxnSpPr/>
            <p:nvPr/>
          </p:nvCxnSpPr>
          <p:spPr>
            <a:xfrm rot="5400000">
              <a:off x="5890986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Metin kutusu 73"/>
            <p:cNvSpPr txBox="1"/>
            <p:nvPr/>
          </p:nvSpPr>
          <p:spPr>
            <a:xfrm>
              <a:off x="7440816" y="1690090"/>
              <a:ext cx="130651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dorduncu</a:t>
              </a:r>
              <a:endParaRPr lang="tr-TR" sz="2200" b="1" dirty="0"/>
            </a:p>
          </p:txBody>
        </p:sp>
        <p:sp>
          <p:nvSpPr>
            <p:cNvPr id="75" name="Dikdörtgen 74"/>
            <p:cNvSpPr/>
            <p:nvPr/>
          </p:nvSpPr>
          <p:spPr>
            <a:xfrm>
              <a:off x="765911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76" name="Dikdörtgen 75"/>
            <p:cNvSpPr/>
            <p:nvPr/>
          </p:nvSpPr>
          <p:spPr>
            <a:xfrm>
              <a:off x="846913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77" name="Metin kutusu 76"/>
            <p:cNvSpPr txBox="1"/>
            <p:nvPr/>
          </p:nvSpPr>
          <p:spPr>
            <a:xfrm>
              <a:off x="9472069" y="2887752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78" name="Düz Ok Bağlayıcısı 77"/>
            <p:cNvCxnSpPr/>
            <p:nvPr/>
          </p:nvCxnSpPr>
          <p:spPr>
            <a:xfrm rot="5400000">
              <a:off x="7712529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Düz Ok Bağlayıcısı 78"/>
            <p:cNvCxnSpPr/>
            <p:nvPr/>
          </p:nvCxnSpPr>
          <p:spPr>
            <a:xfrm>
              <a:off x="8688509" y="311157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Düz Ok Bağlayıcısı 79"/>
            <p:cNvCxnSpPr/>
            <p:nvPr/>
          </p:nvCxnSpPr>
          <p:spPr>
            <a:xfrm rot="5400000">
              <a:off x="465572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Metin kutusu 80"/>
            <p:cNvSpPr txBox="1"/>
            <p:nvPr/>
          </p:nvSpPr>
          <p:spPr>
            <a:xfrm>
              <a:off x="473347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82" name="Düz Ok Bağlayıcısı 81"/>
            <p:cNvCxnSpPr/>
            <p:nvPr/>
          </p:nvCxnSpPr>
          <p:spPr>
            <a:xfrm rot="5400000">
              <a:off x="284564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Metin kutusu 82"/>
            <p:cNvSpPr txBox="1"/>
            <p:nvPr/>
          </p:nvSpPr>
          <p:spPr>
            <a:xfrm>
              <a:off x="292339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Oluşturma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627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585840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2194482" y="1690090"/>
            <a:ext cx="7901477" cy="2598290"/>
            <a:chOff x="2194482" y="1690090"/>
            <a:chExt cx="7901477" cy="2598290"/>
          </a:xfrm>
        </p:grpSpPr>
        <p:sp>
          <p:nvSpPr>
            <p:cNvPr id="30" name="Metin kutusu 29"/>
            <p:cNvSpPr txBox="1"/>
            <p:nvPr/>
          </p:nvSpPr>
          <p:spPr>
            <a:xfrm>
              <a:off x="2400848" y="169009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32" name="Dikdörtgen 31"/>
            <p:cNvSpPr/>
            <p:nvPr/>
          </p:nvSpPr>
          <p:spPr>
            <a:xfrm>
              <a:off x="2194482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3" name="Dikdörtgen 32"/>
            <p:cNvSpPr/>
            <p:nvPr/>
          </p:nvSpPr>
          <p:spPr>
            <a:xfrm>
              <a:off x="3004506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Düz Ok Bağlayıcısı 33"/>
            <p:cNvCxnSpPr/>
            <p:nvPr/>
          </p:nvCxnSpPr>
          <p:spPr>
            <a:xfrm rot="5400000">
              <a:off x="2247897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Metin kutusu 39"/>
            <p:cNvSpPr txBox="1"/>
            <p:nvPr/>
          </p:nvSpPr>
          <p:spPr>
            <a:xfrm>
              <a:off x="4053277" y="1690090"/>
              <a:ext cx="79541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ikinci</a:t>
              </a:r>
              <a:endParaRPr lang="tr-TR" sz="2200" b="1" dirty="0"/>
            </a:p>
          </p:txBody>
        </p:sp>
        <p:sp>
          <p:nvSpPr>
            <p:cNvPr id="41" name="Dikdörtgen 40"/>
            <p:cNvSpPr/>
            <p:nvPr/>
          </p:nvSpPr>
          <p:spPr>
            <a:xfrm>
              <a:off x="4016027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2" name="Dikdörtgen 41"/>
            <p:cNvSpPr/>
            <p:nvPr/>
          </p:nvSpPr>
          <p:spPr>
            <a:xfrm>
              <a:off x="4826051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Düz Ok Bağlayıcısı 42"/>
            <p:cNvCxnSpPr/>
            <p:nvPr/>
          </p:nvCxnSpPr>
          <p:spPr>
            <a:xfrm rot="5400000">
              <a:off x="4069442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Metin kutusu 43"/>
            <p:cNvSpPr txBox="1"/>
            <p:nvPr/>
          </p:nvSpPr>
          <p:spPr>
            <a:xfrm>
              <a:off x="5760208" y="1690090"/>
              <a:ext cx="102463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ucuncu</a:t>
              </a:r>
              <a:endParaRPr lang="tr-TR" sz="2200" b="1" dirty="0"/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583757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6" name="Dikdörtgen 45"/>
            <p:cNvSpPr/>
            <p:nvPr/>
          </p:nvSpPr>
          <p:spPr>
            <a:xfrm>
              <a:off x="664759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47" name="Düz Ok Bağlayıcısı 46"/>
            <p:cNvCxnSpPr/>
            <p:nvPr/>
          </p:nvCxnSpPr>
          <p:spPr>
            <a:xfrm rot="5400000">
              <a:off x="6475186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Metin kutusu 47"/>
            <p:cNvSpPr txBox="1"/>
            <p:nvPr/>
          </p:nvSpPr>
          <p:spPr>
            <a:xfrm>
              <a:off x="6552938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49" name="Düz Ok Bağlayıcısı 48"/>
            <p:cNvCxnSpPr/>
            <p:nvPr/>
          </p:nvCxnSpPr>
          <p:spPr>
            <a:xfrm rot="5400000">
              <a:off x="5890986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Metin kutusu 50"/>
            <p:cNvSpPr txBox="1"/>
            <p:nvPr/>
          </p:nvSpPr>
          <p:spPr>
            <a:xfrm>
              <a:off x="7440816" y="1690090"/>
              <a:ext cx="130651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dorduncu</a:t>
              </a:r>
              <a:endParaRPr lang="tr-TR" sz="2200" b="1" dirty="0"/>
            </a:p>
          </p:txBody>
        </p:sp>
        <p:sp>
          <p:nvSpPr>
            <p:cNvPr id="52" name="Dikdörtgen 51"/>
            <p:cNvSpPr/>
            <p:nvPr/>
          </p:nvSpPr>
          <p:spPr>
            <a:xfrm>
              <a:off x="765911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846913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Metin kutusu 53"/>
            <p:cNvSpPr txBox="1"/>
            <p:nvPr/>
          </p:nvSpPr>
          <p:spPr>
            <a:xfrm>
              <a:off x="9472069" y="2887752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55" name="Düz Ok Bağlayıcısı 54"/>
            <p:cNvCxnSpPr/>
            <p:nvPr/>
          </p:nvCxnSpPr>
          <p:spPr>
            <a:xfrm rot="5400000">
              <a:off x="7712529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Düz Ok Bağlayıcısı 55"/>
            <p:cNvCxnSpPr/>
            <p:nvPr/>
          </p:nvCxnSpPr>
          <p:spPr>
            <a:xfrm>
              <a:off x="8688509" y="311157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Düz Ok Bağlayıcısı 56"/>
            <p:cNvCxnSpPr/>
            <p:nvPr/>
          </p:nvCxnSpPr>
          <p:spPr>
            <a:xfrm rot="5400000">
              <a:off x="465572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Metin kutusu 57"/>
            <p:cNvSpPr txBox="1"/>
            <p:nvPr/>
          </p:nvSpPr>
          <p:spPr>
            <a:xfrm>
              <a:off x="473347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61" name="Düz Ok Bağlayıcısı 60"/>
            <p:cNvCxnSpPr/>
            <p:nvPr/>
          </p:nvCxnSpPr>
          <p:spPr>
            <a:xfrm rot="5400000">
              <a:off x="284564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Metin kutusu 61"/>
            <p:cNvSpPr txBox="1"/>
            <p:nvPr/>
          </p:nvSpPr>
          <p:spPr>
            <a:xfrm>
              <a:off x="292339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Oluşturma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151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585840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 27"/>
          <p:cNvGrpSpPr/>
          <p:nvPr/>
        </p:nvGrpSpPr>
        <p:grpSpPr>
          <a:xfrm>
            <a:off x="2194482" y="1690090"/>
            <a:ext cx="7901477" cy="2598290"/>
            <a:chOff x="2194482" y="1690090"/>
            <a:chExt cx="7901477" cy="2598290"/>
          </a:xfrm>
        </p:grpSpPr>
        <p:sp>
          <p:nvSpPr>
            <p:cNvPr id="29" name="Metin kutusu 28"/>
            <p:cNvSpPr txBox="1"/>
            <p:nvPr/>
          </p:nvSpPr>
          <p:spPr>
            <a:xfrm>
              <a:off x="2400848" y="169009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30" name="Dikdörtgen 29"/>
            <p:cNvSpPr/>
            <p:nvPr/>
          </p:nvSpPr>
          <p:spPr>
            <a:xfrm>
              <a:off x="2194482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2" name="Dikdörtgen 31"/>
            <p:cNvSpPr/>
            <p:nvPr/>
          </p:nvSpPr>
          <p:spPr>
            <a:xfrm>
              <a:off x="3004506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Düz Ok Bağlayıcısı 32"/>
            <p:cNvCxnSpPr/>
            <p:nvPr/>
          </p:nvCxnSpPr>
          <p:spPr>
            <a:xfrm rot="5400000">
              <a:off x="2247897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Metin kutusu 33"/>
            <p:cNvSpPr txBox="1"/>
            <p:nvPr/>
          </p:nvSpPr>
          <p:spPr>
            <a:xfrm>
              <a:off x="4053277" y="1690090"/>
              <a:ext cx="79541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ikinci</a:t>
              </a:r>
              <a:endParaRPr lang="tr-TR" sz="2200" b="1" dirty="0"/>
            </a:p>
          </p:txBody>
        </p:sp>
        <p:sp>
          <p:nvSpPr>
            <p:cNvPr id="41" name="Dikdörtgen 40"/>
            <p:cNvSpPr/>
            <p:nvPr/>
          </p:nvSpPr>
          <p:spPr>
            <a:xfrm>
              <a:off x="4016027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2" name="Dikdörtgen 41"/>
            <p:cNvSpPr/>
            <p:nvPr/>
          </p:nvSpPr>
          <p:spPr>
            <a:xfrm>
              <a:off x="4826051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Düz Ok Bağlayıcısı 42"/>
            <p:cNvCxnSpPr/>
            <p:nvPr/>
          </p:nvCxnSpPr>
          <p:spPr>
            <a:xfrm rot="5400000">
              <a:off x="4069442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Metin kutusu 43"/>
            <p:cNvSpPr txBox="1"/>
            <p:nvPr/>
          </p:nvSpPr>
          <p:spPr>
            <a:xfrm>
              <a:off x="5760208" y="1690090"/>
              <a:ext cx="102463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ucuncu</a:t>
              </a:r>
              <a:endParaRPr lang="tr-TR" sz="2200" b="1" dirty="0"/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583757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6" name="Dikdörtgen 45"/>
            <p:cNvSpPr/>
            <p:nvPr/>
          </p:nvSpPr>
          <p:spPr>
            <a:xfrm>
              <a:off x="664759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47" name="Düz Ok Bağlayıcısı 46"/>
            <p:cNvCxnSpPr/>
            <p:nvPr/>
          </p:nvCxnSpPr>
          <p:spPr>
            <a:xfrm rot="5400000">
              <a:off x="6475186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Metin kutusu 47"/>
            <p:cNvSpPr txBox="1"/>
            <p:nvPr/>
          </p:nvSpPr>
          <p:spPr>
            <a:xfrm>
              <a:off x="6552938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49" name="Düz Ok Bağlayıcısı 48"/>
            <p:cNvCxnSpPr/>
            <p:nvPr/>
          </p:nvCxnSpPr>
          <p:spPr>
            <a:xfrm rot="5400000">
              <a:off x="5890986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Düz Ok Bağlayıcısı 49"/>
            <p:cNvCxnSpPr/>
            <p:nvPr/>
          </p:nvCxnSpPr>
          <p:spPr>
            <a:xfrm>
              <a:off x="3223877" y="31321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Metin kutusu 50"/>
            <p:cNvSpPr txBox="1"/>
            <p:nvPr/>
          </p:nvSpPr>
          <p:spPr>
            <a:xfrm>
              <a:off x="7440816" y="1690090"/>
              <a:ext cx="130651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dorduncu</a:t>
              </a:r>
              <a:endParaRPr lang="tr-TR" sz="2200" b="1" dirty="0"/>
            </a:p>
          </p:txBody>
        </p:sp>
        <p:sp>
          <p:nvSpPr>
            <p:cNvPr id="52" name="Dikdörtgen 51"/>
            <p:cNvSpPr/>
            <p:nvPr/>
          </p:nvSpPr>
          <p:spPr>
            <a:xfrm>
              <a:off x="765911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846913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Metin kutusu 53"/>
            <p:cNvSpPr txBox="1"/>
            <p:nvPr/>
          </p:nvSpPr>
          <p:spPr>
            <a:xfrm>
              <a:off x="9472069" y="2887752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55" name="Düz Ok Bağlayıcısı 54"/>
            <p:cNvCxnSpPr/>
            <p:nvPr/>
          </p:nvCxnSpPr>
          <p:spPr>
            <a:xfrm rot="5400000">
              <a:off x="7712529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Düz Ok Bağlayıcısı 55"/>
            <p:cNvCxnSpPr/>
            <p:nvPr/>
          </p:nvCxnSpPr>
          <p:spPr>
            <a:xfrm>
              <a:off x="8688509" y="311157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Düz Ok Bağlayıcısı 56"/>
            <p:cNvCxnSpPr/>
            <p:nvPr/>
          </p:nvCxnSpPr>
          <p:spPr>
            <a:xfrm rot="5400000">
              <a:off x="465572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Metin kutusu 57"/>
            <p:cNvSpPr txBox="1"/>
            <p:nvPr/>
          </p:nvSpPr>
          <p:spPr>
            <a:xfrm>
              <a:off x="473347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Oluşturma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2010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609824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2194482" y="1690090"/>
            <a:ext cx="7901477" cy="2598290"/>
            <a:chOff x="2194482" y="1690090"/>
            <a:chExt cx="7901477" cy="2598290"/>
          </a:xfrm>
        </p:grpSpPr>
        <p:sp>
          <p:nvSpPr>
            <p:cNvPr id="33" name="Metin kutusu 32"/>
            <p:cNvSpPr txBox="1"/>
            <p:nvPr/>
          </p:nvSpPr>
          <p:spPr>
            <a:xfrm>
              <a:off x="2400848" y="169009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2194482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1" name="Dikdörtgen 40"/>
            <p:cNvSpPr/>
            <p:nvPr/>
          </p:nvSpPr>
          <p:spPr>
            <a:xfrm>
              <a:off x="3004506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Düz Ok Bağlayıcısı 41"/>
            <p:cNvCxnSpPr/>
            <p:nvPr/>
          </p:nvCxnSpPr>
          <p:spPr>
            <a:xfrm rot="5400000">
              <a:off x="2247897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Metin kutusu 42"/>
            <p:cNvSpPr txBox="1"/>
            <p:nvPr/>
          </p:nvSpPr>
          <p:spPr>
            <a:xfrm>
              <a:off x="4053277" y="1690090"/>
              <a:ext cx="79541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ikinci</a:t>
              </a:r>
              <a:endParaRPr lang="tr-TR" sz="2200" b="1" dirty="0"/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4016027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4826051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46" name="Düz Ok Bağlayıcısı 45"/>
            <p:cNvCxnSpPr/>
            <p:nvPr/>
          </p:nvCxnSpPr>
          <p:spPr>
            <a:xfrm rot="5400000">
              <a:off x="4069442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Metin kutusu 46"/>
            <p:cNvSpPr txBox="1"/>
            <p:nvPr/>
          </p:nvSpPr>
          <p:spPr>
            <a:xfrm>
              <a:off x="5760208" y="1690090"/>
              <a:ext cx="102463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ucuncu</a:t>
              </a:r>
              <a:endParaRPr lang="tr-TR" sz="2200" b="1" dirty="0"/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583757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9" name="Dikdörtgen 48"/>
            <p:cNvSpPr/>
            <p:nvPr/>
          </p:nvSpPr>
          <p:spPr>
            <a:xfrm>
              <a:off x="664759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Düz Ok Bağlayıcısı 49"/>
            <p:cNvCxnSpPr/>
            <p:nvPr/>
          </p:nvCxnSpPr>
          <p:spPr>
            <a:xfrm rot="5400000">
              <a:off x="6475186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Metin kutusu 50"/>
            <p:cNvSpPr txBox="1"/>
            <p:nvPr/>
          </p:nvSpPr>
          <p:spPr>
            <a:xfrm>
              <a:off x="6552938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52" name="Düz Ok Bağlayıcısı 51"/>
            <p:cNvCxnSpPr/>
            <p:nvPr/>
          </p:nvCxnSpPr>
          <p:spPr>
            <a:xfrm rot="5400000">
              <a:off x="5890986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Düz Ok Bağlayıcısı 52"/>
            <p:cNvCxnSpPr/>
            <p:nvPr/>
          </p:nvCxnSpPr>
          <p:spPr>
            <a:xfrm>
              <a:off x="3223877" y="31321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Metin kutusu 54"/>
            <p:cNvSpPr txBox="1"/>
            <p:nvPr/>
          </p:nvSpPr>
          <p:spPr>
            <a:xfrm>
              <a:off x="7440816" y="1690090"/>
              <a:ext cx="130651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dorduncu</a:t>
              </a:r>
              <a:endParaRPr lang="tr-TR" sz="2200" b="1" dirty="0"/>
            </a:p>
          </p:txBody>
        </p:sp>
        <p:sp>
          <p:nvSpPr>
            <p:cNvPr id="56" name="Dikdörtgen 55"/>
            <p:cNvSpPr/>
            <p:nvPr/>
          </p:nvSpPr>
          <p:spPr>
            <a:xfrm>
              <a:off x="765911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7" name="Dikdörtgen 56"/>
            <p:cNvSpPr/>
            <p:nvPr/>
          </p:nvSpPr>
          <p:spPr>
            <a:xfrm>
              <a:off x="846913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8" name="Metin kutusu 57"/>
            <p:cNvSpPr txBox="1"/>
            <p:nvPr/>
          </p:nvSpPr>
          <p:spPr>
            <a:xfrm>
              <a:off x="9472069" y="2887752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59" name="Düz Ok Bağlayıcısı 58"/>
            <p:cNvCxnSpPr/>
            <p:nvPr/>
          </p:nvCxnSpPr>
          <p:spPr>
            <a:xfrm rot="5400000">
              <a:off x="7712529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Düz Ok Bağlayıcısı 59"/>
            <p:cNvCxnSpPr/>
            <p:nvPr/>
          </p:nvCxnSpPr>
          <p:spPr>
            <a:xfrm>
              <a:off x="8688509" y="311157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Düz Ok Bağlayıcısı 28"/>
            <p:cNvCxnSpPr/>
            <p:nvPr/>
          </p:nvCxnSpPr>
          <p:spPr>
            <a:xfrm rot="5400000">
              <a:off x="4655725" y="35033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Metin kutusu 29"/>
            <p:cNvSpPr txBox="1"/>
            <p:nvPr/>
          </p:nvSpPr>
          <p:spPr>
            <a:xfrm>
              <a:off x="4733477" y="38574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Oluşturma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313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609824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 27"/>
          <p:cNvGrpSpPr/>
          <p:nvPr/>
        </p:nvGrpSpPr>
        <p:grpSpPr>
          <a:xfrm>
            <a:off x="2194482" y="1690090"/>
            <a:ext cx="7901477" cy="2598290"/>
            <a:chOff x="687863" y="920102"/>
            <a:chExt cx="7901477" cy="2598290"/>
          </a:xfrm>
        </p:grpSpPr>
        <p:sp>
          <p:nvSpPr>
            <p:cNvPr id="29" name="Metin kutusu 28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30" name="Dikdörtgen 29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2" name="Dikdörtgen 31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33" name="Düz Ok Bağlayıcısı 32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Metin kutusu 33"/>
            <p:cNvSpPr txBox="1"/>
            <p:nvPr/>
          </p:nvSpPr>
          <p:spPr>
            <a:xfrm>
              <a:off x="2546658" y="920102"/>
              <a:ext cx="79541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ikinci</a:t>
              </a:r>
              <a:endParaRPr lang="tr-TR" sz="2200" b="1" dirty="0"/>
            </a:p>
          </p:txBody>
        </p:sp>
        <p:sp>
          <p:nvSpPr>
            <p:cNvPr id="42" name="Dikdörtgen 41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3" name="Dikdörtgen 42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44" name="Düz Ok Bağlayıcısı 43"/>
            <p:cNvCxnSpPr/>
            <p:nvPr/>
          </p:nvCxnSpPr>
          <p:spPr>
            <a:xfrm rot="5400000">
              <a:off x="2562823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Metin kutusu 44"/>
            <p:cNvSpPr txBox="1"/>
            <p:nvPr/>
          </p:nvSpPr>
          <p:spPr>
            <a:xfrm>
              <a:off x="4253589" y="920102"/>
              <a:ext cx="102463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ucuncu</a:t>
              </a:r>
              <a:endParaRPr lang="tr-TR" sz="2200" b="1" dirty="0"/>
            </a:p>
          </p:txBody>
        </p:sp>
        <p:sp>
          <p:nvSpPr>
            <p:cNvPr id="46" name="Dikdörtgen 45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Düz Ok Bağlayıcısı 47"/>
            <p:cNvCxnSpPr/>
            <p:nvPr/>
          </p:nvCxnSpPr>
          <p:spPr>
            <a:xfrm rot="5400000">
              <a:off x="4968567" y="27333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Metin kutusu 48"/>
            <p:cNvSpPr txBox="1"/>
            <p:nvPr/>
          </p:nvSpPr>
          <p:spPr>
            <a:xfrm>
              <a:off x="5046319" y="3087505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50" name="Düz Ok Bağlayıcısı 49"/>
            <p:cNvCxnSpPr/>
            <p:nvPr/>
          </p:nvCxnSpPr>
          <p:spPr>
            <a:xfrm rot="5400000">
              <a:off x="4384367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Düz Ok Bağlayıcısı 50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Düz Ok Bağlayıcısı 51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Metin kutusu 52"/>
            <p:cNvSpPr txBox="1"/>
            <p:nvPr/>
          </p:nvSpPr>
          <p:spPr>
            <a:xfrm>
              <a:off x="5934197" y="920102"/>
              <a:ext cx="130651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dorduncu</a:t>
              </a:r>
              <a:endParaRPr lang="tr-TR" sz="2200" b="1" dirty="0"/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5" name="Dikdörtgen 54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6" name="Metin kutusu 55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57" name="Düz Ok Bağlayıcısı 56"/>
            <p:cNvCxnSpPr/>
            <p:nvPr/>
          </p:nvCxnSpPr>
          <p:spPr>
            <a:xfrm rot="5400000">
              <a:off x="6205910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Düz Ok Bağlayıcısı 57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Oluşturma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0220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63680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2194482" y="1690090"/>
            <a:ext cx="7901477" cy="2598290"/>
            <a:chOff x="687863" y="920102"/>
            <a:chExt cx="7901477" cy="2598290"/>
          </a:xfrm>
        </p:grpSpPr>
        <p:sp>
          <p:nvSpPr>
            <p:cNvPr id="7" name="Metin kutusu 6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Düz Ok Bağlayıcısı 23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Metin kutusu 10"/>
            <p:cNvSpPr txBox="1"/>
            <p:nvPr/>
          </p:nvSpPr>
          <p:spPr>
            <a:xfrm>
              <a:off x="2546658" y="920102"/>
              <a:ext cx="79541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ikinci</a:t>
              </a:r>
              <a:endParaRPr lang="tr-TR" sz="2200" b="1" dirty="0"/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Düz Ok Bağlayıcısı 15"/>
            <p:cNvCxnSpPr/>
            <p:nvPr/>
          </p:nvCxnSpPr>
          <p:spPr>
            <a:xfrm rot="5400000">
              <a:off x="2562823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Metin kutusu 16"/>
            <p:cNvSpPr txBox="1"/>
            <p:nvPr/>
          </p:nvSpPr>
          <p:spPr>
            <a:xfrm>
              <a:off x="4253589" y="920102"/>
              <a:ext cx="102463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ucuncu</a:t>
              </a:r>
              <a:endParaRPr lang="tr-TR" sz="2200" b="1" dirty="0"/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3" name="Dikdörtgen 2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Düz Ok Bağlayıcısı 24"/>
            <p:cNvCxnSpPr/>
            <p:nvPr/>
          </p:nvCxnSpPr>
          <p:spPr>
            <a:xfrm rot="5400000">
              <a:off x="4968567" y="27333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Metin kutusu 25"/>
            <p:cNvSpPr txBox="1"/>
            <p:nvPr/>
          </p:nvSpPr>
          <p:spPr>
            <a:xfrm>
              <a:off x="5046319" y="3087505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7" name="Düz Ok Bağlayıcısı 26"/>
            <p:cNvCxnSpPr/>
            <p:nvPr/>
          </p:nvCxnSpPr>
          <p:spPr>
            <a:xfrm rot="5400000">
              <a:off x="4384367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üz Ok Bağlayıcısı 30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Düz Ok Bağlayıcısı 3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Metin kutusu 35"/>
            <p:cNvSpPr txBox="1"/>
            <p:nvPr/>
          </p:nvSpPr>
          <p:spPr>
            <a:xfrm>
              <a:off x="5934197" y="920102"/>
              <a:ext cx="130651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dorduncu</a:t>
              </a:r>
              <a:endParaRPr lang="tr-TR" sz="2200" b="1" dirty="0"/>
            </a:p>
          </p:txBody>
        </p:sp>
        <p:sp>
          <p:nvSpPr>
            <p:cNvPr id="37" name="Dikdörtgen 3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8" name="Dikdörtgen 3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Metin kutusu 3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40" name="Düz Ok Bağlayıcısı 39"/>
            <p:cNvCxnSpPr/>
            <p:nvPr/>
          </p:nvCxnSpPr>
          <p:spPr>
            <a:xfrm rot="5400000">
              <a:off x="6205910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üz Ok Bağlayıcısı 40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Oluşturma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15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63680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7" name="Metin kutusu 6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Düz Ok Bağlayıcısı 23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Metin kutusu 10"/>
            <p:cNvSpPr txBox="1"/>
            <p:nvPr/>
          </p:nvSpPr>
          <p:spPr>
            <a:xfrm>
              <a:off x="2546658" y="920102"/>
              <a:ext cx="79541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ikinci</a:t>
              </a:r>
              <a:endParaRPr lang="tr-TR" sz="2200" b="1" dirty="0"/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Düz Ok Bağlayıcısı 15"/>
            <p:cNvCxnSpPr/>
            <p:nvPr/>
          </p:nvCxnSpPr>
          <p:spPr>
            <a:xfrm rot="5400000">
              <a:off x="2562823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Metin kutusu 16"/>
            <p:cNvSpPr txBox="1"/>
            <p:nvPr/>
          </p:nvSpPr>
          <p:spPr>
            <a:xfrm>
              <a:off x="4253589" y="920102"/>
              <a:ext cx="102463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ucuncu</a:t>
              </a:r>
              <a:endParaRPr lang="tr-TR" sz="2200" b="1" dirty="0"/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3" name="Dikdörtgen 2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Düz Ok Bağlayıcısı 26"/>
            <p:cNvCxnSpPr/>
            <p:nvPr/>
          </p:nvCxnSpPr>
          <p:spPr>
            <a:xfrm rot="5400000">
              <a:off x="4384367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üz Ok Bağlayıcısı 30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Düz Ok Bağlayıcısı 3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Düz Ok Bağlayıcısı 3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Metin kutusu 36"/>
            <p:cNvSpPr txBox="1"/>
            <p:nvPr/>
          </p:nvSpPr>
          <p:spPr>
            <a:xfrm>
              <a:off x="5934197" y="920102"/>
              <a:ext cx="130651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dorduncu</a:t>
              </a:r>
              <a:endParaRPr lang="tr-TR" sz="2200" b="1" dirty="0"/>
            </a:p>
          </p:txBody>
        </p:sp>
        <p:sp>
          <p:nvSpPr>
            <p:cNvPr id="38" name="Dikdörtgen 37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Metin kutusu 39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41" name="Düz Ok Bağlayıcısı 40"/>
            <p:cNvCxnSpPr/>
            <p:nvPr/>
          </p:nvCxnSpPr>
          <p:spPr>
            <a:xfrm rot="5400000">
              <a:off x="6205910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Düz Ok Bağlayıcısı 41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Oluşturma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736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525259" y="4458803"/>
            <a:ext cx="5651501" cy="21151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>
              <a:buClr>
                <a:schemeClr val="tx1"/>
              </a:buClr>
            </a:pPr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// </a:t>
            </a:r>
            <a:r>
              <a:rPr lang="tr-TR" sz="1600" i="1" dirty="0">
                <a:solidFill>
                  <a:srgbClr val="00B050"/>
                </a:solidFill>
                <a:latin typeface="Lucida Console" panose="020B0609040504020204" pitchFamily="49" charset="0"/>
              </a:rPr>
              <a:t>ilk</a:t>
            </a:r>
            <a:r>
              <a:rPr lang="tr-TR" sz="1600" dirty="0">
                <a:solidFill>
                  <a:srgbClr val="00B050"/>
                </a:solidFill>
                <a:latin typeface="Lucida Console" panose="020B0609040504020204" pitchFamily="49" charset="0"/>
              </a:rPr>
              <a:t> – örnek değişkeni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(10);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(8);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(11);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ikinci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ucuncu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dorduncu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875221" y="63680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7" name="Metin kutusu 6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Düz Ok Bağlayıcısı 23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Dikdörtgen 11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3" name="Dikdörtgen 2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31" name="Düz Ok Bağlayıcısı 30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Düz Ok Bağlayıcısı 3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Düz Ok Bağlayıcısı 3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Dikdörtgen 37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Metin kutusu 39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42" name="Düz Ok Bağlayıcısı 41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Oluşturma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303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Liste Üzerinde </a:t>
            </a:r>
            <a:r>
              <a:rPr lang="tr-TR" dirty="0" smtClean="0"/>
              <a:t>Gezinme ve </a:t>
            </a:r>
            <a:r>
              <a:rPr lang="tr-TR" dirty="0"/>
              <a:t>Verileri Yazdırma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listeyiYazdir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"Bağlı Liste: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-&gt;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62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868000" y="51488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sp>
        <p:nvSpPr>
          <p:cNvPr id="24" name="Dikdörtgen 23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 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576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868000" y="51488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2247897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2120325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26" name="Dikdörtgen 25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 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787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868000" y="53956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2247897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2120325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26" name="Dikdörtgen 25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 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572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868000" y="564234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2247897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2120325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26" name="Dikdörtgen 25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 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4991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868000" y="564234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2247897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2120325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368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868000" y="588908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 rot="16200000">
            <a:off x="2247897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2120325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415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5868000" y="588908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401863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389106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305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401863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389106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3956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03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401863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389106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564234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105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401863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389106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564234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358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401863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389106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88908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0874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5847433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5719861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88908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1150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5847433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5719861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53956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7434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5847433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5719861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64234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663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5847433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5719861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8 --&gt;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64234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177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5847433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5719861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8 --&gt;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588908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33815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766171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753414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8 --&gt;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588908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720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766171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753414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8 --&gt;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8" name="Düz Ok Bağlayıcısı 27"/>
          <p:cNvCxnSpPr/>
          <p:nvPr/>
        </p:nvCxnSpPr>
        <p:spPr>
          <a:xfrm>
            <a:off x="5868000" y="53956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190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766171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753414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8 --&gt;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64234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515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766171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753414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8 --&gt; 11 --&gt;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64234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43300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766171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753414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8 --&gt; 11 --&gt;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588908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371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9403427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9275855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8 --&gt; 11 --&gt;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588908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340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9403427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9275855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8 --&gt; 11 --&gt;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3956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3298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3" name="Metin kutusu 22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9403427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9275855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Dikdörtgen 2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8 --&gt; 11 --&gt;</a:t>
            </a:r>
            <a:endParaRPr lang="tr-TR" dirty="0">
              <a:latin typeface="Lucida Console" panose="020B0609040504020204" pitchFamily="49" charset="0"/>
            </a:endParaRPr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635354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527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2400848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Dikdörtgen 6"/>
          <p:cNvSpPr/>
          <p:nvPr/>
        </p:nvSpPr>
        <p:spPr>
          <a:xfrm>
            <a:off x="2194482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Dikdörtgen 7"/>
          <p:cNvSpPr/>
          <p:nvPr/>
        </p:nvSpPr>
        <p:spPr>
          <a:xfrm>
            <a:off x="3004506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9" name="Düz Ok Bağlayıcısı 8"/>
          <p:cNvCxnSpPr/>
          <p:nvPr/>
        </p:nvCxnSpPr>
        <p:spPr>
          <a:xfrm rot="5400000">
            <a:off x="2247897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kdörtgen 9"/>
          <p:cNvSpPr/>
          <p:nvPr/>
        </p:nvSpPr>
        <p:spPr>
          <a:xfrm>
            <a:off x="4016027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4826051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5837571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6647595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223877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045422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6866966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kdörtgen 16"/>
          <p:cNvSpPr/>
          <p:nvPr/>
        </p:nvSpPr>
        <p:spPr>
          <a:xfrm>
            <a:off x="7659114" y="292107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469138" y="292107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Metin kutusu 18"/>
          <p:cNvSpPr txBox="1"/>
          <p:nvPr/>
        </p:nvSpPr>
        <p:spPr>
          <a:xfrm>
            <a:off x="9472069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8688509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24" name="Düz Ok Bağlayıcısı 23"/>
          <p:cNvCxnSpPr/>
          <p:nvPr/>
        </p:nvCxnSpPr>
        <p:spPr>
          <a:xfrm rot="16200000">
            <a:off x="9403427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9275855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635354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5738765" y="1684196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sp>
        <p:nvSpPr>
          <p:cNvPr id="30" name="Dikdörtgen 29"/>
          <p:cNvSpPr/>
          <p:nvPr/>
        </p:nvSpPr>
        <p:spPr>
          <a:xfrm>
            <a:off x="6520005" y="1694708"/>
            <a:ext cx="4394738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10 --&gt; 1 --&gt; 8 --&gt; 11 --&gt; null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 Elemanlarını Yazdırma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767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Liste Uzunluğunu </a:t>
            </a:r>
            <a:r>
              <a:rPr lang="tr-TR" dirty="0" smtClean="0"/>
              <a:t>Hesaplama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listeUzunlugu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uzunluk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"Bağlı Liste Uzunluğu: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b="1" i="1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20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Düz Ok Bağlayıcısı 21"/>
          <p:cNvCxnSpPr/>
          <p:nvPr/>
        </p:nvCxnSpPr>
        <p:spPr>
          <a:xfrm>
            <a:off x="5868000" y="493114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106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Düz Ok Bağlayıcısı 21"/>
          <p:cNvCxnSpPr/>
          <p:nvPr/>
        </p:nvCxnSpPr>
        <p:spPr>
          <a:xfrm>
            <a:off x="5868000" y="493114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0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176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Düz Ok Bağlayıcısı 21"/>
          <p:cNvCxnSpPr/>
          <p:nvPr/>
        </p:nvCxnSpPr>
        <p:spPr>
          <a:xfrm>
            <a:off x="5868000" y="514885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0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98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Düz Ok Bağlayıcısı 21"/>
          <p:cNvCxnSpPr/>
          <p:nvPr/>
        </p:nvCxnSpPr>
        <p:spPr>
          <a:xfrm>
            <a:off x="5868000" y="514885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 rot="16200000">
            <a:off x="2247897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2120325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0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378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Düz Ok Bağlayıcısı 21"/>
          <p:cNvCxnSpPr/>
          <p:nvPr/>
        </p:nvCxnSpPr>
        <p:spPr>
          <a:xfrm>
            <a:off x="5868000" y="539559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 rot="16200000">
            <a:off x="2247897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2120325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0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473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Düz Ok Bağlayıcısı 21"/>
          <p:cNvCxnSpPr/>
          <p:nvPr/>
        </p:nvCxnSpPr>
        <p:spPr>
          <a:xfrm>
            <a:off x="5868000" y="565684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 rot="16200000">
            <a:off x="2247897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2120325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0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851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Düz Ok Bağlayıcısı 21"/>
          <p:cNvCxnSpPr/>
          <p:nvPr/>
        </p:nvCxnSpPr>
        <p:spPr>
          <a:xfrm>
            <a:off x="5868000" y="565684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 rot="16200000">
            <a:off x="2247897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2120325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730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Düz Ok Bağlayıcısı 21"/>
          <p:cNvCxnSpPr/>
          <p:nvPr/>
        </p:nvCxnSpPr>
        <p:spPr>
          <a:xfrm>
            <a:off x="5868000" y="587455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 rot="16200000">
            <a:off x="2247897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2120325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575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Düz Ok Bağlayıcısı 21"/>
          <p:cNvCxnSpPr/>
          <p:nvPr/>
        </p:nvCxnSpPr>
        <p:spPr>
          <a:xfrm>
            <a:off x="5868000" y="587455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 rot="16200000">
            <a:off x="401863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389106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9171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401863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389106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39559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264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401863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389106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565684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etin kutusu 27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342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401863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389106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565684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2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4867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401863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389106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87455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etin kutusu 27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2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640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584743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571986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87455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2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961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584743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571986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539559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etin kutusu 27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2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015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584743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571986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65684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etin kutusu 27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2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6828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584743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571986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65684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3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83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5847435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5719863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587455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etin kutusu 27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3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895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7661721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7534149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587455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3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8723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7661721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7534149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39559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etin kutusu 27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3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8252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7661721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7534149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565684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etin kutusu 27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3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348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7661721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7534149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565684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4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9692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7661721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7534149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87455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etin kutusu 27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4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707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9432462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9304890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6" name="Düz Ok Bağlayıcısı 25"/>
          <p:cNvCxnSpPr/>
          <p:nvPr/>
        </p:nvCxnSpPr>
        <p:spPr>
          <a:xfrm>
            <a:off x="5868000" y="587455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4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7674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9432462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9304890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539559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etin kutusu 27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4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722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709693"/>
            <a:ext cx="5661109" cy="1868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sayac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5" name="Grup 4"/>
          <p:cNvGrpSpPr/>
          <p:nvPr/>
        </p:nvGrpSpPr>
        <p:grpSpPr>
          <a:xfrm>
            <a:off x="2194482" y="1690090"/>
            <a:ext cx="7901477" cy="1628549"/>
            <a:chOff x="687863" y="920102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894229" y="920102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687863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1497887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741278" y="174276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2509408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319432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2" name="Dikdörtgen 11"/>
            <p:cNvSpPr/>
            <p:nvPr/>
          </p:nvSpPr>
          <p:spPr>
            <a:xfrm>
              <a:off x="4330952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5140976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Düz Ok Bağlayıcısı 13"/>
            <p:cNvCxnSpPr/>
            <p:nvPr/>
          </p:nvCxnSpPr>
          <p:spPr>
            <a:xfrm>
              <a:off x="1717258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üz Ok Bağlayıcısı 14"/>
            <p:cNvCxnSpPr/>
            <p:nvPr/>
          </p:nvCxnSpPr>
          <p:spPr>
            <a:xfrm>
              <a:off x="3538803" y="236220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15"/>
            <p:cNvCxnSpPr/>
            <p:nvPr/>
          </p:nvCxnSpPr>
          <p:spPr>
            <a:xfrm>
              <a:off x="5360347" y="236782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kdörtgen 16"/>
            <p:cNvSpPr/>
            <p:nvPr/>
          </p:nvSpPr>
          <p:spPr>
            <a:xfrm>
              <a:off x="6152495" y="215108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8" name="Dikdörtgen 17"/>
            <p:cNvSpPr/>
            <p:nvPr/>
          </p:nvSpPr>
          <p:spPr>
            <a:xfrm>
              <a:off x="6962519" y="215108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Metin kutusu 18"/>
            <p:cNvSpPr txBox="1"/>
            <p:nvPr/>
          </p:nvSpPr>
          <p:spPr>
            <a:xfrm>
              <a:off x="7965450" y="2117764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20" name="Düz Ok Bağlayıcısı 19"/>
            <p:cNvCxnSpPr/>
            <p:nvPr/>
          </p:nvCxnSpPr>
          <p:spPr>
            <a:xfrm>
              <a:off x="7181890" y="23415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Düz Ok Bağlayıcısı 23"/>
          <p:cNvCxnSpPr/>
          <p:nvPr/>
        </p:nvCxnSpPr>
        <p:spPr>
          <a:xfrm rot="16200000">
            <a:off x="9432462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etin kutusu 24"/>
          <p:cNvSpPr txBox="1"/>
          <p:nvPr/>
        </p:nvSpPr>
        <p:spPr>
          <a:xfrm>
            <a:off x="9304890" y="4218289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868000" y="636804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5762736" y="1720867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sayac = 4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Uzunluğunu Bulma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3979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Liste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basaEkle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865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</a:t>
            </a:r>
            <a:r>
              <a:rPr lang="tr-TR" dirty="0" smtClean="0"/>
              <a:t>Ekleme</a:t>
            </a:r>
            <a:endParaRPr lang="tr-TR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0379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45" name="Metin kutusu 44"/>
          <p:cNvSpPr txBox="1"/>
          <p:nvPr/>
        </p:nvSpPr>
        <p:spPr>
          <a:xfrm>
            <a:off x="8567374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46" name="Düz Ok Bağlayıcısı 45"/>
          <p:cNvCxnSpPr/>
          <p:nvPr/>
        </p:nvCxnSpPr>
        <p:spPr>
          <a:xfrm rot="5400000">
            <a:off x="8414423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Metin kutusu 46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060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5" name="Metin kutusu 24"/>
          <p:cNvSpPr txBox="1"/>
          <p:nvPr/>
        </p:nvSpPr>
        <p:spPr>
          <a:xfrm>
            <a:off x="897859" y="589039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5" name="Metin kutusu 44"/>
          <p:cNvSpPr txBox="1"/>
          <p:nvPr/>
        </p:nvSpPr>
        <p:spPr>
          <a:xfrm>
            <a:off x="8567374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46" name="Düz Ok Bağlayıcısı 45"/>
          <p:cNvCxnSpPr/>
          <p:nvPr/>
        </p:nvCxnSpPr>
        <p:spPr>
          <a:xfrm rot="5400000">
            <a:off x="8414423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Metin kutusu 46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865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538543" y="589861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etin kutusu 6"/>
          <p:cNvSpPr txBox="1"/>
          <p:nvPr/>
        </p:nvSpPr>
        <p:spPr>
          <a:xfrm>
            <a:off x="8567374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5400000">
            <a:off x="8414423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897859" y="589039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2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cxnSp>
        <p:nvCxnSpPr>
          <p:cNvPr id="10" name="Düz Ok Bağlayıcısı 9"/>
          <p:cNvCxnSpPr/>
          <p:nvPr/>
        </p:nvCxnSpPr>
        <p:spPr>
          <a:xfrm>
            <a:off x="5538543" y="589861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etin kutusu 6"/>
          <p:cNvSpPr txBox="1"/>
          <p:nvPr/>
        </p:nvSpPr>
        <p:spPr>
          <a:xfrm>
            <a:off x="8567374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5400000">
            <a:off x="8414423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897859" y="589039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6" name="Metin kutusu 25"/>
          <p:cNvSpPr txBox="1"/>
          <p:nvPr/>
        </p:nvSpPr>
        <p:spPr>
          <a:xfrm>
            <a:off x="7298758" y="169009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7" name="Düz Ok Bağlayıcısı 26"/>
          <p:cNvCxnSpPr/>
          <p:nvPr/>
        </p:nvCxnSpPr>
        <p:spPr>
          <a:xfrm flipH="1">
            <a:off x="7743030" y="212097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 rot="16200000">
            <a:off x="6703779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6326107" y="4218289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5358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8567374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5400000">
            <a:off x="8414423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897859" y="589039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6" name="Metin kutusu 25"/>
          <p:cNvSpPr txBox="1"/>
          <p:nvPr/>
        </p:nvSpPr>
        <p:spPr>
          <a:xfrm>
            <a:off x="7298758" y="169009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7" name="Düz Ok Bağlayıcısı 26"/>
          <p:cNvCxnSpPr/>
          <p:nvPr/>
        </p:nvCxnSpPr>
        <p:spPr>
          <a:xfrm flipH="1">
            <a:off x="7743030" y="212097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 rot="16200000">
            <a:off x="6703779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6326107" y="4218289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5536381" y="613757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761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8567374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5400000">
            <a:off x="8414423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897859" y="589039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33" name="Düz Ok Bağlayıcısı 32"/>
          <p:cNvCxnSpPr/>
          <p:nvPr/>
        </p:nvCxnSpPr>
        <p:spPr>
          <a:xfrm rot="16200000">
            <a:off x="6703779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6326107" y="4218289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5536381" y="613757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4547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8567374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rot="5400000">
            <a:off x="8414423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897859" y="589039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33" name="Düz Ok Bağlayıcısı 32"/>
          <p:cNvCxnSpPr/>
          <p:nvPr/>
        </p:nvCxnSpPr>
        <p:spPr>
          <a:xfrm rot="16200000">
            <a:off x="6703779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6326107" y="4218289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538543" y="638892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764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5" name="Metin kutusu 24"/>
          <p:cNvSpPr txBox="1"/>
          <p:nvPr/>
        </p:nvSpPr>
        <p:spPr>
          <a:xfrm>
            <a:off x="897859" y="589039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33" name="Düz Ok Bağlayıcısı 32"/>
          <p:cNvCxnSpPr/>
          <p:nvPr/>
        </p:nvCxnSpPr>
        <p:spPr>
          <a:xfrm rot="16200000">
            <a:off x="6703779" y="381432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6326107" y="4218289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/>
          <p:cNvCxnSpPr/>
          <p:nvPr/>
        </p:nvCxnSpPr>
        <p:spPr>
          <a:xfrm>
            <a:off x="5538543" y="638892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6855441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rot="5400000">
            <a:off x="6702490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140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6855441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rot="5400000">
            <a:off x="6702490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9764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6855441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rot="5400000">
            <a:off x="6702490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954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6855441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rot="5400000">
            <a:off x="6702490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538543" y="589861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45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6855441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rot="5400000">
            <a:off x="6702490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538543" y="589861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 12"/>
          <p:cNvGrpSpPr/>
          <p:nvPr/>
        </p:nvGrpSpPr>
        <p:grpSpPr>
          <a:xfrm>
            <a:off x="4877578" y="2921077"/>
            <a:ext cx="1244601" cy="381000"/>
            <a:chOff x="4877578" y="2921077"/>
            <a:chExt cx="1244601" cy="381000"/>
          </a:xfrm>
        </p:grpSpPr>
        <p:sp>
          <p:nvSpPr>
            <p:cNvPr id="14" name="Dikdörtgen 13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1" name="Düz Ok Bağlayıcısı 20"/>
          <p:cNvCxnSpPr/>
          <p:nvPr/>
        </p:nvCxnSpPr>
        <p:spPr>
          <a:xfrm rot="16200000">
            <a:off x="4873691" y="382074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/>
          <p:cNvSpPr txBox="1"/>
          <p:nvPr/>
        </p:nvSpPr>
        <p:spPr>
          <a:xfrm>
            <a:off x="4496019" y="4224715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5469961" y="169009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flipH="1">
            <a:off x="5914233" y="212097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056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6855441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rot="5400000">
            <a:off x="6702490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3" name="Grup 12"/>
          <p:cNvGrpSpPr/>
          <p:nvPr/>
        </p:nvGrpSpPr>
        <p:grpSpPr>
          <a:xfrm>
            <a:off x="4877578" y="2921077"/>
            <a:ext cx="1244601" cy="381000"/>
            <a:chOff x="4877578" y="2921077"/>
            <a:chExt cx="1244601" cy="381000"/>
          </a:xfrm>
        </p:grpSpPr>
        <p:sp>
          <p:nvSpPr>
            <p:cNvPr id="14" name="Dikdörtgen 13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1" name="Düz Ok Bağlayıcısı 20"/>
          <p:cNvCxnSpPr/>
          <p:nvPr/>
        </p:nvCxnSpPr>
        <p:spPr>
          <a:xfrm rot="16200000">
            <a:off x="4873691" y="382074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/>
          <p:cNvSpPr txBox="1"/>
          <p:nvPr/>
        </p:nvSpPr>
        <p:spPr>
          <a:xfrm>
            <a:off x="4496019" y="4224715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23" name="Metin kutusu 22"/>
          <p:cNvSpPr txBox="1"/>
          <p:nvPr/>
        </p:nvSpPr>
        <p:spPr>
          <a:xfrm>
            <a:off x="5469961" y="169009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 flipH="1">
            <a:off x="5914233" y="212097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Düz Ok Bağlayıcısı 24"/>
          <p:cNvCxnSpPr/>
          <p:nvPr/>
        </p:nvCxnSpPr>
        <p:spPr>
          <a:xfrm>
            <a:off x="5536381" y="613757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893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6855441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rot="5400000">
            <a:off x="6702490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3" name="Grup 12"/>
          <p:cNvGrpSpPr/>
          <p:nvPr/>
        </p:nvGrpSpPr>
        <p:grpSpPr>
          <a:xfrm>
            <a:off x="4877578" y="2921077"/>
            <a:ext cx="1244601" cy="381000"/>
            <a:chOff x="4877578" y="2921077"/>
            <a:chExt cx="1244601" cy="381000"/>
          </a:xfrm>
        </p:grpSpPr>
        <p:sp>
          <p:nvSpPr>
            <p:cNvPr id="14" name="Dikdörtgen 13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1" name="Düz Ok Bağlayıcısı 20"/>
          <p:cNvCxnSpPr/>
          <p:nvPr/>
        </p:nvCxnSpPr>
        <p:spPr>
          <a:xfrm rot="16200000">
            <a:off x="4873691" y="382074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/>
          <p:cNvSpPr txBox="1"/>
          <p:nvPr/>
        </p:nvSpPr>
        <p:spPr>
          <a:xfrm>
            <a:off x="4496019" y="4224715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cxnSp>
        <p:nvCxnSpPr>
          <p:cNvPr id="25" name="Düz Ok Bağlayıcısı 24"/>
          <p:cNvCxnSpPr/>
          <p:nvPr/>
        </p:nvCxnSpPr>
        <p:spPr>
          <a:xfrm>
            <a:off x="5536381" y="613757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906973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94581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6855441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18" name="Düz Ok Bağlayıcısı 17"/>
          <p:cNvCxnSpPr/>
          <p:nvPr/>
        </p:nvCxnSpPr>
        <p:spPr>
          <a:xfrm rot="5400000">
            <a:off x="6702490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3" name="Grup 12"/>
          <p:cNvGrpSpPr/>
          <p:nvPr/>
        </p:nvGrpSpPr>
        <p:grpSpPr>
          <a:xfrm>
            <a:off x="4877578" y="2921077"/>
            <a:ext cx="1244601" cy="381000"/>
            <a:chOff x="4877578" y="2921077"/>
            <a:chExt cx="1244601" cy="381000"/>
          </a:xfrm>
        </p:grpSpPr>
        <p:sp>
          <p:nvSpPr>
            <p:cNvPr id="14" name="Dikdörtgen 13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1" name="Düz Ok Bağlayıcısı 20"/>
          <p:cNvCxnSpPr/>
          <p:nvPr/>
        </p:nvCxnSpPr>
        <p:spPr>
          <a:xfrm rot="16200000">
            <a:off x="4873691" y="382074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/>
          <p:cNvSpPr txBox="1"/>
          <p:nvPr/>
        </p:nvSpPr>
        <p:spPr>
          <a:xfrm>
            <a:off x="4496019" y="4224715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906973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5538543" y="638892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936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etin kutusu 18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3" name="Grup 12"/>
          <p:cNvGrpSpPr/>
          <p:nvPr/>
        </p:nvGrpSpPr>
        <p:grpSpPr>
          <a:xfrm>
            <a:off x="4877578" y="2921077"/>
            <a:ext cx="1244601" cy="381000"/>
            <a:chOff x="4877578" y="2921077"/>
            <a:chExt cx="1244601" cy="381000"/>
          </a:xfrm>
        </p:grpSpPr>
        <p:sp>
          <p:nvSpPr>
            <p:cNvPr id="14" name="Dikdörtgen 13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1" name="Düz Ok Bağlayıcısı 20"/>
          <p:cNvCxnSpPr/>
          <p:nvPr/>
        </p:nvCxnSpPr>
        <p:spPr>
          <a:xfrm rot="16200000">
            <a:off x="4873691" y="382074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/>
          <p:cNvSpPr txBox="1"/>
          <p:nvPr/>
        </p:nvSpPr>
        <p:spPr>
          <a:xfrm>
            <a:off x="4496019" y="4224715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906973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5538543" y="638892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5049696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5" name="Düz Ok Bağlayıcısı 24"/>
          <p:cNvCxnSpPr/>
          <p:nvPr/>
        </p:nvCxnSpPr>
        <p:spPr>
          <a:xfrm rot="5400000">
            <a:off x="4896745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040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 12"/>
          <p:cNvGrpSpPr/>
          <p:nvPr/>
        </p:nvGrpSpPr>
        <p:grpSpPr>
          <a:xfrm>
            <a:off x="4877578" y="2921077"/>
            <a:ext cx="1244601" cy="381000"/>
            <a:chOff x="4877578" y="2921077"/>
            <a:chExt cx="1244601" cy="381000"/>
          </a:xfrm>
        </p:grpSpPr>
        <p:sp>
          <p:nvSpPr>
            <p:cNvPr id="14" name="Dikdörtgen 13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0" name="Düz Ok Bağlayıcısı 19"/>
          <p:cNvCxnSpPr/>
          <p:nvPr/>
        </p:nvCxnSpPr>
        <p:spPr>
          <a:xfrm>
            <a:off x="5906973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5049696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5" name="Düz Ok Bağlayıcısı 24"/>
          <p:cNvCxnSpPr/>
          <p:nvPr/>
        </p:nvCxnSpPr>
        <p:spPr>
          <a:xfrm rot="5400000">
            <a:off x="4896745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472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 12"/>
          <p:cNvGrpSpPr/>
          <p:nvPr/>
        </p:nvGrpSpPr>
        <p:grpSpPr>
          <a:xfrm>
            <a:off x="4877578" y="2921077"/>
            <a:ext cx="1244601" cy="381000"/>
            <a:chOff x="4877578" y="2921077"/>
            <a:chExt cx="1244601" cy="381000"/>
          </a:xfrm>
        </p:grpSpPr>
        <p:sp>
          <p:nvSpPr>
            <p:cNvPr id="14" name="Dikdörtgen 13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0" name="Düz Ok Bağlayıcısı 19"/>
          <p:cNvCxnSpPr/>
          <p:nvPr/>
        </p:nvCxnSpPr>
        <p:spPr>
          <a:xfrm>
            <a:off x="5906973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5049696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5" name="Düz Ok Bağlayıcısı 24"/>
          <p:cNvCxnSpPr/>
          <p:nvPr/>
        </p:nvCxnSpPr>
        <p:spPr>
          <a:xfrm rot="5400000">
            <a:off x="4896745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982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 12"/>
          <p:cNvGrpSpPr/>
          <p:nvPr/>
        </p:nvGrpSpPr>
        <p:grpSpPr>
          <a:xfrm>
            <a:off x="4877578" y="2921077"/>
            <a:ext cx="1244601" cy="381000"/>
            <a:chOff x="4877578" y="2921077"/>
            <a:chExt cx="1244601" cy="381000"/>
          </a:xfrm>
        </p:grpSpPr>
        <p:sp>
          <p:nvSpPr>
            <p:cNvPr id="14" name="Dikdörtgen 13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0" name="Düz Ok Bağlayıcısı 19"/>
          <p:cNvCxnSpPr/>
          <p:nvPr/>
        </p:nvCxnSpPr>
        <p:spPr>
          <a:xfrm>
            <a:off x="5906973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5049696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5" name="Düz Ok Bağlayıcısı 24"/>
          <p:cNvCxnSpPr/>
          <p:nvPr/>
        </p:nvCxnSpPr>
        <p:spPr>
          <a:xfrm rot="5400000">
            <a:off x="4896745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5538543" y="589861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779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 12"/>
          <p:cNvGrpSpPr/>
          <p:nvPr/>
        </p:nvGrpSpPr>
        <p:grpSpPr>
          <a:xfrm>
            <a:off x="4877578" y="2921077"/>
            <a:ext cx="1244601" cy="381000"/>
            <a:chOff x="4877578" y="2921077"/>
            <a:chExt cx="1244601" cy="381000"/>
          </a:xfrm>
        </p:grpSpPr>
        <p:sp>
          <p:nvSpPr>
            <p:cNvPr id="14" name="Dikdörtgen 13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0" name="Düz Ok Bağlayıcısı 19"/>
          <p:cNvCxnSpPr/>
          <p:nvPr/>
        </p:nvCxnSpPr>
        <p:spPr>
          <a:xfrm>
            <a:off x="5906973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5049696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5" name="Düz Ok Bağlayıcısı 24"/>
          <p:cNvCxnSpPr/>
          <p:nvPr/>
        </p:nvCxnSpPr>
        <p:spPr>
          <a:xfrm rot="5400000">
            <a:off x="4896745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18" name="Düz Ok Bağlayıcısı 17"/>
          <p:cNvCxnSpPr/>
          <p:nvPr/>
        </p:nvCxnSpPr>
        <p:spPr>
          <a:xfrm>
            <a:off x="5538543" y="589861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up 18"/>
          <p:cNvGrpSpPr/>
          <p:nvPr/>
        </p:nvGrpSpPr>
        <p:grpSpPr>
          <a:xfrm>
            <a:off x="3056034" y="2921077"/>
            <a:ext cx="1244601" cy="381000"/>
            <a:chOff x="3056034" y="2921077"/>
            <a:chExt cx="1244601" cy="381000"/>
          </a:xfrm>
        </p:grpSpPr>
        <p:sp>
          <p:nvSpPr>
            <p:cNvPr id="21" name="Dikdörtgen 20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3" name="Düz Ok Bağlayıcısı 22"/>
          <p:cNvCxnSpPr/>
          <p:nvPr/>
        </p:nvCxnSpPr>
        <p:spPr>
          <a:xfrm rot="16200000">
            <a:off x="3059407" y="38222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2681735" y="4226177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3655678" y="169009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3" name="Düz Ok Bağlayıcısı 32"/>
          <p:cNvCxnSpPr/>
          <p:nvPr/>
        </p:nvCxnSpPr>
        <p:spPr>
          <a:xfrm flipH="1">
            <a:off x="4099950" y="212097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174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 12"/>
          <p:cNvGrpSpPr/>
          <p:nvPr/>
        </p:nvGrpSpPr>
        <p:grpSpPr>
          <a:xfrm>
            <a:off x="4877578" y="2921077"/>
            <a:ext cx="1244601" cy="381000"/>
            <a:chOff x="4877578" y="2921077"/>
            <a:chExt cx="1244601" cy="381000"/>
          </a:xfrm>
        </p:grpSpPr>
        <p:sp>
          <p:nvSpPr>
            <p:cNvPr id="14" name="Dikdörtgen 13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0" name="Düz Ok Bağlayıcısı 19"/>
          <p:cNvCxnSpPr/>
          <p:nvPr/>
        </p:nvCxnSpPr>
        <p:spPr>
          <a:xfrm>
            <a:off x="5906973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5049696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5" name="Düz Ok Bağlayıcısı 24"/>
          <p:cNvCxnSpPr/>
          <p:nvPr/>
        </p:nvCxnSpPr>
        <p:spPr>
          <a:xfrm rot="5400000">
            <a:off x="4896745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9" name="Grup 18"/>
          <p:cNvGrpSpPr/>
          <p:nvPr/>
        </p:nvGrpSpPr>
        <p:grpSpPr>
          <a:xfrm>
            <a:off x="3056034" y="2921077"/>
            <a:ext cx="1244601" cy="381000"/>
            <a:chOff x="3056034" y="2921077"/>
            <a:chExt cx="1244601" cy="381000"/>
          </a:xfrm>
        </p:grpSpPr>
        <p:sp>
          <p:nvSpPr>
            <p:cNvPr id="21" name="Dikdörtgen 20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3" name="Düz Ok Bağlayıcısı 22"/>
          <p:cNvCxnSpPr/>
          <p:nvPr/>
        </p:nvCxnSpPr>
        <p:spPr>
          <a:xfrm rot="16200000">
            <a:off x="3059407" y="38222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2681735" y="4226177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32" name="Metin kutusu 31"/>
          <p:cNvSpPr txBox="1"/>
          <p:nvPr/>
        </p:nvSpPr>
        <p:spPr>
          <a:xfrm>
            <a:off x="3655678" y="169009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3" name="Düz Ok Bağlayıcısı 32"/>
          <p:cNvCxnSpPr/>
          <p:nvPr/>
        </p:nvCxnSpPr>
        <p:spPr>
          <a:xfrm flipH="1">
            <a:off x="4099950" y="212097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Düz Ok Bağlayıcısı 26"/>
          <p:cNvCxnSpPr/>
          <p:nvPr/>
        </p:nvCxnSpPr>
        <p:spPr>
          <a:xfrm>
            <a:off x="5536381" y="613757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081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 12"/>
          <p:cNvGrpSpPr/>
          <p:nvPr/>
        </p:nvGrpSpPr>
        <p:grpSpPr>
          <a:xfrm>
            <a:off x="4877578" y="2921077"/>
            <a:ext cx="1244601" cy="381000"/>
            <a:chOff x="4877578" y="2921077"/>
            <a:chExt cx="1244601" cy="381000"/>
          </a:xfrm>
        </p:grpSpPr>
        <p:sp>
          <p:nvSpPr>
            <p:cNvPr id="14" name="Dikdörtgen 13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0" name="Düz Ok Bağlayıcısı 19"/>
          <p:cNvCxnSpPr/>
          <p:nvPr/>
        </p:nvCxnSpPr>
        <p:spPr>
          <a:xfrm>
            <a:off x="5906973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5049696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5" name="Düz Ok Bağlayıcısı 24"/>
          <p:cNvCxnSpPr/>
          <p:nvPr/>
        </p:nvCxnSpPr>
        <p:spPr>
          <a:xfrm rot="5400000">
            <a:off x="4896745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9" name="Grup 18"/>
          <p:cNvGrpSpPr/>
          <p:nvPr/>
        </p:nvGrpSpPr>
        <p:grpSpPr>
          <a:xfrm>
            <a:off x="3056034" y="2921077"/>
            <a:ext cx="1244601" cy="381000"/>
            <a:chOff x="3056034" y="2921077"/>
            <a:chExt cx="1244601" cy="381000"/>
          </a:xfrm>
        </p:grpSpPr>
        <p:sp>
          <p:nvSpPr>
            <p:cNvPr id="21" name="Dikdörtgen 20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3" name="Düz Ok Bağlayıcısı 22"/>
          <p:cNvCxnSpPr/>
          <p:nvPr/>
        </p:nvCxnSpPr>
        <p:spPr>
          <a:xfrm rot="16200000">
            <a:off x="3059407" y="38222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2681735" y="4226177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cxnSp>
        <p:nvCxnSpPr>
          <p:cNvPr id="27" name="Düz Ok Bağlayıcısı 26"/>
          <p:cNvCxnSpPr/>
          <p:nvPr/>
        </p:nvCxnSpPr>
        <p:spPr>
          <a:xfrm>
            <a:off x="5536381" y="613757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4085429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86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 12"/>
          <p:cNvGrpSpPr/>
          <p:nvPr/>
        </p:nvGrpSpPr>
        <p:grpSpPr>
          <a:xfrm>
            <a:off x="4877578" y="2921077"/>
            <a:ext cx="1244601" cy="381000"/>
            <a:chOff x="4877578" y="2921077"/>
            <a:chExt cx="1244601" cy="381000"/>
          </a:xfrm>
        </p:grpSpPr>
        <p:sp>
          <p:nvSpPr>
            <p:cNvPr id="14" name="Dikdörtgen 13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0" name="Düz Ok Bağlayıcısı 19"/>
          <p:cNvCxnSpPr/>
          <p:nvPr/>
        </p:nvCxnSpPr>
        <p:spPr>
          <a:xfrm>
            <a:off x="5906973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5049696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5" name="Düz Ok Bağlayıcısı 24"/>
          <p:cNvCxnSpPr/>
          <p:nvPr/>
        </p:nvCxnSpPr>
        <p:spPr>
          <a:xfrm rot="5400000">
            <a:off x="4896745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9" name="Grup 18"/>
          <p:cNvGrpSpPr/>
          <p:nvPr/>
        </p:nvGrpSpPr>
        <p:grpSpPr>
          <a:xfrm>
            <a:off x="3056034" y="2921077"/>
            <a:ext cx="1244601" cy="381000"/>
            <a:chOff x="3056034" y="2921077"/>
            <a:chExt cx="1244601" cy="381000"/>
          </a:xfrm>
        </p:grpSpPr>
        <p:sp>
          <p:nvSpPr>
            <p:cNvPr id="21" name="Dikdörtgen 20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3" name="Düz Ok Bağlayıcısı 22"/>
          <p:cNvCxnSpPr/>
          <p:nvPr/>
        </p:nvCxnSpPr>
        <p:spPr>
          <a:xfrm rot="16200000">
            <a:off x="3059407" y="38222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2681735" y="4226177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cxnSp>
        <p:nvCxnSpPr>
          <p:cNvPr id="28" name="Düz Ok Bağlayıcısı 27"/>
          <p:cNvCxnSpPr/>
          <p:nvPr/>
        </p:nvCxnSpPr>
        <p:spPr>
          <a:xfrm>
            <a:off x="4085429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>
            <a:off x="5538543" y="638892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8407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8" name="Grup 7"/>
          <p:cNvGrpSpPr/>
          <p:nvPr/>
        </p:nvGrpSpPr>
        <p:grpSpPr>
          <a:xfrm>
            <a:off x="6699121" y="2921077"/>
            <a:ext cx="1244601" cy="381000"/>
            <a:chOff x="6699121" y="2921077"/>
            <a:chExt cx="1244601" cy="381000"/>
          </a:xfrm>
        </p:grpSpPr>
        <p:sp>
          <p:nvSpPr>
            <p:cNvPr id="38" name="Dikdörtgen 37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9" name="Dikdörtgen 38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Metin kutusu 39"/>
          <p:cNvSpPr txBox="1"/>
          <p:nvPr/>
        </p:nvSpPr>
        <p:spPr>
          <a:xfrm>
            <a:off x="8512076" y="288775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>
            <a:off x="7728516" y="31115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 12"/>
          <p:cNvGrpSpPr/>
          <p:nvPr/>
        </p:nvGrpSpPr>
        <p:grpSpPr>
          <a:xfrm>
            <a:off x="4877578" y="2921077"/>
            <a:ext cx="1244601" cy="381000"/>
            <a:chOff x="4877578" y="2921077"/>
            <a:chExt cx="1244601" cy="381000"/>
          </a:xfrm>
        </p:grpSpPr>
        <p:sp>
          <p:nvSpPr>
            <p:cNvPr id="14" name="Dikdörtgen 13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0" name="Düz Ok Bağlayıcısı 19"/>
          <p:cNvCxnSpPr/>
          <p:nvPr/>
        </p:nvCxnSpPr>
        <p:spPr>
          <a:xfrm>
            <a:off x="5906973" y="31378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9" name="Grup 18"/>
          <p:cNvGrpSpPr/>
          <p:nvPr/>
        </p:nvGrpSpPr>
        <p:grpSpPr>
          <a:xfrm>
            <a:off x="3056034" y="2921077"/>
            <a:ext cx="1244601" cy="381000"/>
            <a:chOff x="3056034" y="2921077"/>
            <a:chExt cx="1244601" cy="381000"/>
          </a:xfrm>
        </p:grpSpPr>
        <p:sp>
          <p:nvSpPr>
            <p:cNvPr id="21" name="Dikdörtgen 20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3" name="Düz Ok Bağlayıcısı 22"/>
          <p:cNvCxnSpPr/>
          <p:nvPr/>
        </p:nvCxnSpPr>
        <p:spPr>
          <a:xfrm rot="16200000">
            <a:off x="3059407" y="38222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etin kutusu 25"/>
          <p:cNvSpPr txBox="1"/>
          <p:nvPr/>
        </p:nvSpPr>
        <p:spPr>
          <a:xfrm>
            <a:off x="2681735" y="4226177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cxnSp>
        <p:nvCxnSpPr>
          <p:cNvPr id="28" name="Düz Ok Bağlayıcısı 27"/>
          <p:cNvCxnSpPr/>
          <p:nvPr/>
        </p:nvCxnSpPr>
        <p:spPr>
          <a:xfrm>
            <a:off x="4085429" y="31321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>
            <a:off x="5538543" y="638892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3214924" y="169009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30" name="Düz Ok Bağlayıcısı 29"/>
          <p:cNvCxnSpPr/>
          <p:nvPr/>
        </p:nvCxnSpPr>
        <p:spPr>
          <a:xfrm rot="5400000">
            <a:off x="3061973" y="251275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4479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6197600" y="5692519"/>
            <a:ext cx="5979160" cy="8840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smtClean="0">
                <a:latin typeface="Lucida Console" panose="020B060904050402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grpSp>
        <p:nvGrpSpPr>
          <p:cNvPr id="2" name="Grup 1"/>
          <p:cNvGrpSpPr/>
          <p:nvPr/>
        </p:nvGrpSpPr>
        <p:grpSpPr>
          <a:xfrm>
            <a:off x="3056034" y="1690090"/>
            <a:ext cx="6079932" cy="1628549"/>
            <a:chOff x="3056034" y="1690090"/>
            <a:chExt cx="6079932" cy="1628549"/>
          </a:xfrm>
        </p:grpSpPr>
        <p:grpSp>
          <p:nvGrpSpPr>
            <p:cNvPr id="8" name="Grup 7"/>
            <p:cNvGrpSpPr/>
            <p:nvPr/>
          </p:nvGrpSpPr>
          <p:grpSpPr>
            <a:xfrm>
              <a:off x="6699121" y="2921077"/>
              <a:ext cx="1244601" cy="381000"/>
              <a:chOff x="6699121" y="2921077"/>
              <a:chExt cx="1244601" cy="381000"/>
            </a:xfrm>
          </p:grpSpPr>
          <p:sp>
            <p:nvSpPr>
              <p:cNvPr id="38" name="Dikdörtgen 37"/>
              <p:cNvSpPr/>
              <p:nvPr/>
            </p:nvSpPr>
            <p:spPr>
              <a:xfrm>
                <a:off x="6699121" y="2921077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Dikdörtgen 38"/>
              <p:cNvSpPr/>
              <p:nvPr/>
            </p:nvSpPr>
            <p:spPr>
              <a:xfrm>
                <a:off x="7509145" y="2921077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0" name="Metin kutusu 39"/>
            <p:cNvSpPr txBox="1"/>
            <p:nvPr/>
          </p:nvSpPr>
          <p:spPr>
            <a:xfrm>
              <a:off x="8512076" y="2887752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17" name="Düz Ok Bağlayıcısı 16"/>
            <p:cNvCxnSpPr/>
            <p:nvPr/>
          </p:nvCxnSpPr>
          <p:spPr>
            <a:xfrm>
              <a:off x="7728516" y="311157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up 12"/>
            <p:cNvGrpSpPr/>
            <p:nvPr/>
          </p:nvGrpSpPr>
          <p:grpSpPr>
            <a:xfrm>
              <a:off x="4877578" y="2921077"/>
              <a:ext cx="1244601" cy="381000"/>
              <a:chOff x="4877578" y="2921077"/>
              <a:chExt cx="1244601" cy="381000"/>
            </a:xfrm>
          </p:grpSpPr>
          <p:sp>
            <p:nvSpPr>
              <p:cNvPr id="14" name="Dikdörtgen 13"/>
              <p:cNvSpPr/>
              <p:nvPr/>
            </p:nvSpPr>
            <p:spPr>
              <a:xfrm>
                <a:off x="4877578" y="2921077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8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Dikdörtgen 14"/>
              <p:cNvSpPr/>
              <p:nvPr/>
            </p:nvSpPr>
            <p:spPr>
              <a:xfrm>
                <a:off x="5687602" y="2921077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0" name="Düz Ok Bağlayıcısı 19"/>
            <p:cNvCxnSpPr/>
            <p:nvPr/>
          </p:nvCxnSpPr>
          <p:spPr>
            <a:xfrm>
              <a:off x="5906973" y="3137811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up 18"/>
            <p:cNvGrpSpPr/>
            <p:nvPr/>
          </p:nvGrpSpPr>
          <p:grpSpPr>
            <a:xfrm>
              <a:off x="3056034" y="2921077"/>
              <a:ext cx="1244601" cy="381000"/>
              <a:chOff x="3056034" y="2921077"/>
              <a:chExt cx="1244601" cy="381000"/>
            </a:xfrm>
          </p:grpSpPr>
          <p:sp>
            <p:nvSpPr>
              <p:cNvPr id="21" name="Dikdörtgen 20"/>
              <p:cNvSpPr/>
              <p:nvPr/>
            </p:nvSpPr>
            <p:spPr>
              <a:xfrm>
                <a:off x="3056034" y="2921077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Dikdörtgen 21"/>
              <p:cNvSpPr/>
              <p:nvPr/>
            </p:nvSpPr>
            <p:spPr>
              <a:xfrm>
                <a:off x="3866058" y="2921077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8" name="Düz Ok Bağlayıcısı 27"/>
            <p:cNvCxnSpPr/>
            <p:nvPr/>
          </p:nvCxnSpPr>
          <p:spPr>
            <a:xfrm>
              <a:off x="4085429" y="313218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Metin kutusu 26"/>
            <p:cNvSpPr txBox="1"/>
            <p:nvPr/>
          </p:nvSpPr>
          <p:spPr>
            <a:xfrm>
              <a:off x="3214924" y="169009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5400000">
              <a:off x="3061973" y="251275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Başına Düğüm Ekleme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8478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Liste Sonuna Düğüm Ekleme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sonaEkle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10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Listenin Sonuna Düğüm </a:t>
            </a:r>
            <a:r>
              <a:rPr lang="tr-TR" dirty="0" smtClean="0"/>
              <a:t>Ekleme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3739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896583" y="1880590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2979940" y="69411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2788889" y="15167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691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896583" y="1880590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2979940" y="69411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2788889" y="15167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etin kutusu 6"/>
          <p:cNvSpPr txBox="1"/>
          <p:nvPr/>
        </p:nvSpPr>
        <p:spPr>
          <a:xfrm>
            <a:off x="897859" y="589039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3725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896583" y="1880590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2979940" y="69411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2788889" y="15167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etin kutusu 6"/>
          <p:cNvSpPr txBox="1"/>
          <p:nvPr/>
        </p:nvSpPr>
        <p:spPr>
          <a:xfrm>
            <a:off x="897859" y="589039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5538543" y="416007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395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896583" y="1880590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2979940" y="69411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2788889" y="15167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etin kutusu 6"/>
          <p:cNvSpPr txBox="1"/>
          <p:nvPr/>
        </p:nvSpPr>
        <p:spPr>
          <a:xfrm>
            <a:off x="897859" y="589039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5538543" y="416007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2" name="Düz Ok Bağlayıcısı 11"/>
          <p:cNvCxnSpPr/>
          <p:nvPr/>
        </p:nvCxnSpPr>
        <p:spPr>
          <a:xfrm rot="16200000">
            <a:off x="4315540" y="282476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etin kutusu 12"/>
          <p:cNvSpPr txBox="1"/>
          <p:nvPr/>
        </p:nvSpPr>
        <p:spPr>
          <a:xfrm>
            <a:off x="3937868" y="3228735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4911810" y="69411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 flipH="1">
            <a:off x="5356082" y="112499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3572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896583" y="1880590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2979940" y="69411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2788889" y="15167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etin kutusu 6"/>
          <p:cNvSpPr txBox="1"/>
          <p:nvPr/>
        </p:nvSpPr>
        <p:spPr>
          <a:xfrm>
            <a:off x="897859" y="589039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5538543" y="439230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2" name="Düz Ok Bağlayıcısı 11"/>
          <p:cNvCxnSpPr/>
          <p:nvPr/>
        </p:nvCxnSpPr>
        <p:spPr>
          <a:xfrm rot="16200000">
            <a:off x="4315540" y="282476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etin kutusu 12"/>
          <p:cNvSpPr txBox="1"/>
          <p:nvPr/>
        </p:nvSpPr>
        <p:spPr>
          <a:xfrm>
            <a:off x="3937868" y="3228735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4911810" y="69411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 flipH="1">
            <a:off x="5356082" y="112499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8809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896583" y="1880590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2979940" y="69411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2788889" y="151677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etin kutusu 6"/>
          <p:cNvSpPr txBox="1"/>
          <p:nvPr/>
        </p:nvSpPr>
        <p:spPr>
          <a:xfrm>
            <a:off x="897859" y="589039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5538543" y="463904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2" name="Düz Ok Bağlayıcısı 11"/>
          <p:cNvCxnSpPr/>
          <p:nvPr/>
        </p:nvCxnSpPr>
        <p:spPr>
          <a:xfrm rot="16200000">
            <a:off x="4315540" y="282476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etin kutusu 12"/>
          <p:cNvSpPr txBox="1"/>
          <p:nvPr/>
        </p:nvSpPr>
        <p:spPr>
          <a:xfrm>
            <a:off x="3937868" y="3228735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4911810" y="69411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 flipH="1">
            <a:off x="5356082" y="112499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3042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Metin kutusu 6"/>
          <p:cNvSpPr txBox="1"/>
          <p:nvPr/>
        </p:nvSpPr>
        <p:spPr>
          <a:xfrm>
            <a:off x="897859" y="589039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5538543" y="463904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2" name="Düz Ok Bağlayıcısı 11"/>
          <p:cNvCxnSpPr/>
          <p:nvPr/>
        </p:nvCxnSpPr>
        <p:spPr>
          <a:xfrm rot="16200000">
            <a:off x="4315540" y="282476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etin kutusu 12"/>
          <p:cNvSpPr txBox="1"/>
          <p:nvPr/>
        </p:nvSpPr>
        <p:spPr>
          <a:xfrm>
            <a:off x="3937868" y="3228735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4911810" y="69411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 flipH="1">
            <a:off x="5356082" y="112499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5198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7" name="Metin kutusu 6"/>
          <p:cNvSpPr txBox="1"/>
          <p:nvPr/>
        </p:nvSpPr>
        <p:spPr>
          <a:xfrm>
            <a:off x="897859" y="589039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5538543" y="4887600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2" name="Düz Ok Bağlayıcısı 11"/>
          <p:cNvCxnSpPr/>
          <p:nvPr/>
        </p:nvCxnSpPr>
        <p:spPr>
          <a:xfrm rot="16200000">
            <a:off x="4315540" y="282476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etin kutusu 12"/>
          <p:cNvSpPr txBox="1"/>
          <p:nvPr/>
        </p:nvSpPr>
        <p:spPr>
          <a:xfrm>
            <a:off x="3937868" y="3228735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14" name="Metin kutusu 13"/>
          <p:cNvSpPr txBox="1"/>
          <p:nvPr/>
        </p:nvSpPr>
        <p:spPr>
          <a:xfrm>
            <a:off x="4911810" y="69411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 flipH="1">
            <a:off x="5356082" y="112499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06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Metin kutusu 13"/>
          <p:cNvSpPr txBox="1"/>
          <p:nvPr/>
        </p:nvSpPr>
        <p:spPr>
          <a:xfrm>
            <a:off x="4911810" y="69411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 flipH="1">
            <a:off x="5356082" y="112499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87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Metin kutusu 13"/>
          <p:cNvSpPr txBox="1"/>
          <p:nvPr/>
        </p:nvSpPr>
        <p:spPr>
          <a:xfrm>
            <a:off x="4911810" y="69411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 flipH="1">
            <a:off x="5356082" y="112499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641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Metin kutusu 13"/>
          <p:cNvSpPr txBox="1"/>
          <p:nvPr/>
        </p:nvSpPr>
        <p:spPr>
          <a:xfrm>
            <a:off x="4911810" y="69411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 flipH="1">
            <a:off x="5356082" y="112499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13" name="Düz Ok Bağlayıcısı 12"/>
          <p:cNvCxnSpPr/>
          <p:nvPr/>
        </p:nvCxnSpPr>
        <p:spPr>
          <a:xfrm>
            <a:off x="5538543" y="416007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7919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Metin kutusu 13"/>
          <p:cNvSpPr txBox="1"/>
          <p:nvPr/>
        </p:nvSpPr>
        <p:spPr>
          <a:xfrm>
            <a:off x="4911810" y="69411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 flipH="1">
            <a:off x="5356082" y="112499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13" name="Düz Ok Bağlayıcısı 12"/>
          <p:cNvCxnSpPr/>
          <p:nvPr/>
        </p:nvCxnSpPr>
        <p:spPr>
          <a:xfrm>
            <a:off x="5538543" y="416007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8" name="Düz Ok Bağlayıcısı 27"/>
          <p:cNvCxnSpPr/>
          <p:nvPr/>
        </p:nvCxnSpPr>
        <p:spPr>
          <a:xfrm rot="16200000">
            <a:off x="6122574" y="2832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5744902" y="3235993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825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Metin kutusu 13"/>
          <p:cNvSpPr txBox="1"/>
          <p:nvPr/>
        </p:nvSpPr>
        <p:spPr>
          <a:xfrm>
            <a:off x="4911810" y="69411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 flipH="1">
            <a:off x="5356082" y="112499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8" name="Düz Ok Bağlayıcısı 27"/>
          <p:cNvCxnSpPr/>
          <p:nvPr/>
        </p:nvCxnSpPr>
        <p:spPr>
          <a:xfrm rot="16200000">
            <a:off x="6122574" y="2832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5744902" y="3235993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538543" y="439230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249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Metin kutusu 13"/>
          <p:cNvSpPr txBox="1"/>
          <p:nvPr/>
        </p:nvSpPr>
        <p:spPr>
          <a:xfrm>
            <a:off x="4911810" y="69411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 flipH="1">
            <a:off x="5356082" y="112499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8" name="Düz Ok Bağlayıcısı 27"/>
          <p:cNvCxnSpPr/>
          <p:nvPr/>
        </p:nvCxnSpPr>
        <p:spPr>
          <a:xfrm rot="16200000">
            <a:off x="6122574" y="2832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5744902" y="3235993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538543" y="536475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1138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Metin kutusu 13"/>
          <p:cNvSpPr txBox="1"/>
          <p:nvPr/>
        </p:nvSpPr>
        <p:spPr>
          <a:xfrm>
            <a:off x="4911810" y="69411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 flipH="1">
            <a:off x="5356082" y="112499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8" name="Düz Ok Bağlayıcısı 27"/>
          <p:cNvCxnSpPr/>
          <p:nvPr/>
        </p:nvCxnSpPr>
        <p:spPr>
          <a:xfrm rot="16200000">
            <a:off x="6122574" y="2832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5744902" y="3235993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538543" y="536475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 rot="16200000">
            <a:off x="4344576" y="282477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4217006" y="3228737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559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Metin kutusu 13"/>
          <p:cNvSpPr txBox="1"/>
          <p:nvPr/>
        </p:nvSpPr>
        <p:spPr>
          <a:xfrm>
            <a:off x="4911810" y="69411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 flipH="1">
            <a:off x="5356082" y="112499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8" name="Düz Ok Bağlayıcısı 27"/>
          <p:cNvCxnSpPr/>
          <p:nvPr/>
        </p:nvCxnSpPr>
        <p:spPr>
          <a:xfrm rot="16200000">
            <a:off x="6122574" y="2832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5744902" y="3235993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538543" y="562601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 rot="16200000">
            <a:off x="4344576" y="282477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4217006" y="3228737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432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Metin kutusu 13"/>
          <p:cNvSpPr txBox="1"/>
          <p:nvPr/>
        </p:nvSpPr>
        <p:spPr>
          <a:xfrm>
            <a:off x="4911810" y="694110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 flipH="1">
            <a:off x="5356082" y="1124997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8" name="Düz Ok Bağlayıcısı 27"/>
          <p:cNvCxnSpPr/>
          <p:nvPr/>
        </p:nvCxnSpPr>
        <p:spPr>
          <a:xfrm rot="16200000">
            <a:off x="6122574" y="2832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5744902" y="3235993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538543" y="635172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 rot="16200000">
            <a:off x="4344576" y="282477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4217006" y="3228737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2128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8" name="Düz Ok Bağlayıcısı 27"/>
          <p:cNvCxnSpPr/>
          <p:nvPr/>
        </p:nvCxnSpPr>
        <p:spPr>
          <a:xfrm rot="16200000">
            <a:off x="6122574" y="2832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5744902" y="3235993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Ok Bağlayıcısı 19"/>
          <p:cNvCxnSpPr/>
          <p:nvPr/>
        </p:nvCxnSpPr>
        <p:spPr>
          <a:xfrm>
            <a:off x="5538543" y="635172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Ok Bağlayıcısı 21"/>
          <p:cNvCxnSpPr/>
          <p:nvPr/>
        </p:nvCxnSpPr>
        <p:spPr>
          <a:xfrm rot="16200000">
            <a:off x="4344576" y="282477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4217006" y="3228737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5355911" y="21415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295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355911" y="21415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900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355911" y="21415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632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355911" y="21415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538543" y="416007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576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355911" y="21415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0" name="Düz Ok Bağlayıcısı 19"/>
          <p:cNvCxnSpPr/>
          <p:nvPr/>
        </p:nvCxnSpPr>
        <p:spPr>
          <a:xfrm>
            <a:off x="5538543" y="416007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7969603" y="1930477"/>
            <a:ext cx="1244601" cy="381000"/>
            <a:chOff x="6699121" y="292107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6" name="Düz Ok Bağlayıcısı 25"/>
          <p:cNvCxnSpPr/>
          <p:nvPr/>
        </p:nvCxnSpPr>
        <p:spPr>
          <a:xfrm rot="16200000">
            <a:off x="7958633" y="282477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7580961" y="3228739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8554903" y="694114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9" name="Düz Ok Bağlayıcısı 28"/>
          <p:cNvCxnSpPr/>
          <p:nvPr/>
        </p:nvCxnSpPr>
        <p:spPr>
          <a:xfrm flipH="1">
            <a:off x="8999175" y="1125001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786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355911" y="21415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22" name="Grup 21"/>
          <p:cNvGrpSpPr/>
          <p:nvPr/>
        </p:nvGrpSpPr>
        <p:grpSpPr>
          <a:xfrm>
            <a:off x="7969603" y="1930477"/>
            <a:ext cx="1244601" cy="381000"/>
            <a:chOff x="6699121" y="292107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6" name="Düz Ok Bağlayıcısı 25"/>
          <p:cNvCxnSpPr/>
          <p:nvPr/>
        </p:nvCxnSpPr>
        <p:spPr>
          <a:xfrm rot="16200000">
            <a:off x="7958633" y="282477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7580961" y="3228739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8554903" y="694114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9" name="Düz Ok Bağlayıcısı 28"/>
          <p:cNvCxnSpPr/>
          <p:nvPr/>
        </p:nvCxnSpPr>
        <p:spPr>
          <a:xfrm flipH="1">
            <a:off x="8999175" y="1125001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5538543" y="439230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400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355911" y="21415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22" name="Grup 21"/>
          <p:cNvGrpSpPr/>
          <p:nvPr/>
        </p:nvGrpSpPr>
        <p:grpSpPr>
          <a:xfrm>
            <a:off x="7969603" y="1930477"/>
            <a:ext cx="1244601" cy="381000"/>
            <a:chOff x="6699121" y="292107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6" name="Düz Ok Bağlayıcısı 25"/>
          <p:cNvCxnSpPr/>
          <p:nvPr/>
        </p:nvCxnSpPr>
        <p:spPr>
          <a:xfrm rot="16200000">
            <a:off x="7958633" y="282477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7580961" y="3228739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8554903" y="694114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9" name="Düz Ok Bağlayıcısı 28"/>
          <p:cNvCxnSpPr/>
          <p:nvPr/>
        </p:nvCxnSpPr>
        <p:spPr>
          <a:xfrm flipH="1">
            <a:off x="8999175" y="1125001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5538543" y="536475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374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355911" y="21415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22" name="Grup 21"/>
          <p:cNvGrpSpPr/>
          <p:nvPr/>
        </p:nvGrpSpPr>
        <p:grpSpPr>
          <a:xfrm>
            <a:off x="7969603" y="1930477"/>
            <a:ext cx="1244601" cy="381000"/>
            <a:chOff x="6699121" y="292107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6" name="Düz Ok Bağlayıcısı 25"/>
          <p:cNvCxnSpPr/>
          <p:nvPr/>
        </p:nvCxnSpPr>
        <p:spPr>
          <a:xfrm rot="16200000">
            <a:off x="7958633" y="282477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7580961" y="3228739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8554903" y="694114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9" name="Düz Ok Bağlayıcısı 28"/>
          <p:cNvCxnSpPr/>
          <p:nvPr/>
        </p:nvCxnSpPr>
        <p:spPr>
          <a:xfrm flipH="1">
            <a:off x="8999175" y="1125001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5538543" y="536475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 rot="16200000">
            <a:off x="4344576" y="282477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etin kutusu 34"/>
          <p:cNvSpPr txBox="1"/>
          <p:nvPr/>
        </p:nvSpPr>
        <p:spPr>
          <a:xfrm>
            <a:off x="4217006" y="3228737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144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355911" y="21415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22" name="Grup 21"/>
          <p:cNvGrpSpPr/>
          <p:nvPr/>
        </p:nvGrpSpPr>
        <p:grpSpPr>
          <a:xfrm>
            <a:off x="7969603" y="1930477"/>
            <a:ext cx="1244601" cy="381000"/>
            <a:chOff x="6699121" y="292107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6" name="Düz Ok Bağlayıcısı 25"/>
          <p:cNvCxnSpPr/>
          <p:nvPr/>
        </p:nvCxnSpPr>
        <p:spPr>
          <a:xfrm rot="16200000">
            <a:off x="7958633" y="282477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7580961" y="3228739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8554903" y="694114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9" name="Düz Ok Bağlayıcısı 28"/>
          <p:cNvCxnSpPr/>
          <p:nvPr/>
        </p:nvCxnSpPr>
        <p:spPr>
          <a:xfrm flipH="1">
            <a:off x="8999175" y="1125001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 rot="16200000">
            <a:off x="4344576" y="282477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etin kutusu 34"/>
          <p:cNvSpPr txBox="1"/>
          <p:nvPr/>
        </p:nvSpPr>
        <p:spPr>
          <a:xfrm>
            <a:off x="4217006" y="3228737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5538543" y="562601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8255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355911" y="21415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22" name="Grup 21"/>
          <p:cNvGrpSpPr/>
          <p:nvPr/>
        </p:nvGrpSpPr>
        <p:grpSpPr>
          <a:xfrm>
            <a:off x="7969603" y="1930477"/>
            <a:ext cx="1244601" cy="381000"/>
            <a:chOff x="6699121" y="292107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6" name="Düz Ok Bağlayıcısı 25"/>
          <p:cNvCxnSpPr/>
          <p:nvPr/>
        </p:nvCxnSpPr>
        <p:spPr>
          <a:xfrm rot="16200000">
            <a:off x="7958633" y="282477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7580961" y="3228739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8554903" y="694114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9" name="Düz Ok Bağlayıcısı 28"/>
          <p:cNvCxnSpPr/>
          <p:nvPr/>
        </p:nvCxnSpPr>
        <p:spPr>
          <a:xfrm flipH="1">
            <a:off x="8999175" y="1125001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 rot="16200000">
            <a:off x="4344576" y="282477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etin kutusu 34"/>
          <p:cNvSpPr txBox="1"/>
          <p:nvPr/>
        </p:nvSpPr>
        <p:spPr>
          <a:xfrm>
            <a:off x="4217006" y="3228737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5538543" y="587275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78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355911" y="21415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22" name="Grup 21"/>
          <p:cNvGrpSpPr/>
          <p:nvPr/>
        </p:nvGrpSpPr>
        <p:grpSpPr>
          <a:xfrm>
            <a:off x="7969603" y="1930477"/>
            <a:ext cx="1244601" cy="381000"/>
            <a:chOff x="6699121" y="292107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6" name="Düz Ok Bağlayıcısı 25"/>
          <p:cNvCxnSpPr/>
          <p:nvPr/>
        </p:nvCxnSpPr>
        <p:spPr>
          <a:xfrm rot="16200000">
            <a:off x="7958633" y="282477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7580961" y="3228739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8554903" y="694114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9" name="Düz Ok Bağlayıcısı 28"/>
          <p:cNvCxnSpPr/>
          <p:nvPr/>
        </p:nvCxnSpPr>
        <p:spPr>
          <a:xfrm flipH="1">
            <a:off x="8999175" y="1125001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 rot="16200000">
            <a:off x="6158862" y="282477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etin kutusu 34"/>
          <p:cNvSpPr txBox="1"/>
          <p:nvPr/>
        </p:nvSpPr>
        <p:spPr>
          <a:xfrm>
            <a:off x="6031292" y="3228737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5538543" y="587275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3920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355911" y="21415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22" name="Grup 21"/>
          <p:cNvGrpSpPr/>
          <p:nvPr/>
        </p:nvGrpSpPr>
        <p:grpSpPr>
          <a:xfrm>
            <a:off x="7969603" y="1930477"/>
            <a:ext cx="1244601" cy="381000"/>
            <a:chOff x="6699121" y="292107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6" name="Düz Ok Bağlayıcısı 25"/>
          <p:cNvCxnSpPr/>
          <p:nvPr/>
        </p:nvCxnSpPr>
        <p:spPr>
          <a:xfrm rot="16200000">
            <a:off x="7958633" y="282477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7580961" y="3228739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8554903" y="694114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9" name="Düz Ok Bağlayıcısı 28"/>
          <p:cNvCxnSpPr/>
          <p:nvPr/>
        </p:nvCxnSpPr>
        <p:spPr>
          <a:xfrm flipH="1">
            <a:off x="8999175" y="1125001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 rot="16200000">
            <a:off x="6158862" y="282477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etin kutusu 34"/>
          <p:cNvSpPr txBox="1"/>
          <p:nvPr/>
        </p:nvSpPr>
        <p:spPr>
          <a:xfrm>
            <a:off x="6031292" y="3228737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33" name="Düz Ok Bağlayıcısı 32"/>
          <p:cNvCxnSpPr/>
          <p:nvPr/>
        </p:nvCxnSpPr>
        <p:spPr>
          <a:xfrm>
            <a:off x="5538543" y="562601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380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0" name="Metin kutusu 29"/>
          <p:cNvSpPr txBox="1"/>
          <p:nvPr/>
        </p:nvSpPr>
        <p:spPr>
          <a:xfrm>
            <a:off x="6718844" y="701368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7163116" y="1132255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5355911" y="21415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22" name="Grup 21"/>
          <p:cNvGrpSpPr/>
          <p:nvPr/>
        </p:nvGrpSpPr>
        <p:grpSpPr>
          <a:xfrm>
            <a:off x="7969603" y="1930477"/>
            <a:ext cx="1244601" cy="381000"/>
            <a:chOff x="6699121" y="292107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6" name="Düz Ok Bağlayıcısı 25"/>
          <p:cNvCxnSpPr/>
          <p:nvPr/>
        </p:nvCxnSpPr>
        <p:spPr>
          <a:xfrm rot="16200000">
            <a:off x="7958633" y="282477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7580961" y="3228739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8554903" y="694114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9" name="Düz Ok Bağlayıcısı 28"/>
          <p:cNvCxnSpPr/>
          <p:nvPr/>
        </p:nvCxnSpPr>
        <p:spPr>
          <a:xfrm flipH="1">
            <a:off x="8999175" y="1125001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 rot="16200000">
            <a:off x="6158862" y="282477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etin kutusu 34"/>
          <p:cNvSpPr txBox="1"/>
          <p:nvPr/>
        </p:nvSpPr>
        <p:spPr>
          <a:xfrm>
            <a:off x="6031292" y="3228737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5538543" y="635172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171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4" name="Düz Ok Bağlayıcısı 23"/>
          <p:cNvCxnSpPr/>
          <p:nvPr/>
        </p:nvCxnSpPr>
        <p:spPr>
          <a:xfrm>
            <a:off x="5355911" y="21415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897859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grpSp>
        <p:nvGrpSpPr>
          <p:cNvPr id="22" name="Grup 21"/>
          <p:cNvGrpSpPr/>
          <p:nvPr/>
        </p:nvGrpSpPr>
        <p:grpSpPr>
          <a:xfrm>
            <a:off x="7969603" y="1930477"/>
            <a:ext cx="1244601" cy="381000"/>
            <a:chOff x="6699121" y="292107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6" name="Düz Ok Bağlayıcısı 25"/>
          <p:cNvCxnSpPr/>
          <p:nvPr/>
        </p:nvCxnSpPr>
        <p:spPr>
          <a:xfrm rot="16200000">
            <a:off x="7958633" y="282477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etin kutusu 26"/>
          <p:cNvSpPr txBox="1"/>
          <p:nvPr/>
        </p:nvSpPr>
        <p:spPr>
          <a:xfrm>
            <a:off x="7580961" y="3228739"/>
            <a:ext cx="1518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yeniDugum</a:t>
            </a:r>
            <a:endParaRPr lang="tr-TR" sz="2200" b="1" dirty="0"/>
          </a:p>
        </p:txBody>
      </p:sp>
      <p:sp>
        <p:nvSpPr>
          <p:cNvPr id="28" name="Metin kutusu 27"/>
          <p:cNvSpPr txBox="1"/>
          <p:nvPr/>
        </p:nvSpPr>
        <p:spPr>
          <a:xfrm>
            <a:off x="8554903" y="694114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9" name="Düz Ok Bağlayıcısı 28"/>
          <p:cNvCxnSpPr/>
          <p:nvPr/>
        </p:nvCxnSpPr>
        <p:spPr>
          <a:xfrm flipH="1">
            <a:off x="8999175" y="1125001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 rot="16200000">
            <a:off x="6158862" y="282477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etin kutusu 34"/>
          <p:cNvSpPr txBox="1"/>
          <p:nvPr/>
        </p:nvSpPr>
        <p:spPr>
          <a:xfrm>
            <a:off x="6031292" y="3228737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cxnSp>
        <p:nvCxnSpPr>
          <p:cNvPr id="32" name="Düz Ok Bağlayıcısı 31"/>
          <p:cNvCxnSpPr/>
          <p:nvPr/>
        </p:nvCxnSpPr>
        <p:spPr>
          <a:xfrm>
            <a:off x="5538543" y="635172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7177455" y="21472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078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/>
          <p:cNvSpPr txBox="1"/>
          <p:nvPr/>
        </p:nvSpPr>
        <p:spPr>
          <a:xfrm>
            <a:off x="6197600" y="3958969"/>
            <a:ext cx="5979160" cy="26076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sp>
        <p:nvSpPr>
          <p:cNvPr id="21" name="Metin kutusu 20"/>
          <p:cNvSpPr txBox="1"/>
          <p:nvPr/>
        </p:nvSpPr>
        <p:spPr>
          <a:xfrm>
            <a:off x="2979939" y="1880590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grpSp>
        <p:nvGrpSpPr>
          <p:cNvPr id="9" name="Grup 8"/>
          <p:cNvGrpSpPr/>
          <p:nvPr/>
        </p:nvGrpSpPr>
        <p:grpSpPr>
          <a:xfrm>
            <a:off x="4326516" y="1930477"/>
            <a:ext cx="1244601" cy="381000"/>
            <a:chOff x="3056034" y="2921077"/>
            <a:chExt cx="1244601" cy="381000"/>
          </a:xfrm>
        </p:grpSpPr>
        <p:sp>
          <p:nvSpPr>
            <p:cNvPr id="10" name="Dikdörtgen 9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6" name="Düz Ok Bağlayıcısı 15"/>
          <p:cNvCxnSpPr/>
          <p:nvPr/>
        </p:nvCxnSpPr>
        <p:spPr>
          <a:xfrm>
            <a:off x="3530235" y="214002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 16"/>
          <p:cNvGrpSpPr/>
          <p:nvPr/>
        </p:nvGrpSpPr>
        <p:grpSpPr>
          <a:xfrm>
            <a:off x="6148060" y="1930477"/>
            <a:ext cx="1244601" cy="381000"/>
            <a:chOff x="4877578" y="2921077"/>
            <a:chExt cx="1244601" cy="381000"/>
          </a:xfrm>
        </p:grpSpPr>
        <p:sp>
          <p:nvSpPr>
            <p:cNvPr id="18" name="Dikdörtgen 17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4" name="Düz Ok Bağlayıcısı 23"/>
          <p:cNvCxnSpPr/>
          <p:nvPr/>
        </p:nvCxnSpPr>
        <p:spPr>
          <a:xfrm>
            <a:off x="5355911" y="214158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7969603" y="1930477"/>
            <a:ext cx="1244601" cy="381000"/>
            <a:chOff x="6699121" y="292107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6699121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7509145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28" name="Metin kutusu 27"/>
          <p:cNvSpPr txBox="1"/>
          <p:nvPr/>
        </p:nvSpPr>
        <p:spPr>
          <a:xfrm>
            <a:off x="8554903" y="694114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9" name="Düz Ok Bağlayıcısı 28"/>
          <p:cNvCxnSpPr/>
          <p:nvPr/>
        </p:nvCxnSpPr>
        <p:spPr>
          <a:xfrm flipH="1">
            <a:off x="8999175" y="1125001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7177455" y="2147211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412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Belirli</a:t>
            </a:r>
            <a:r>
              <a:rPr lang="de-DE" dirty="0"/>
              <a:t> </a:t>
            </a:r>
            <a:r>
              <a:rPr lang="de-DE" dirty="0" err="1"/>
              <a:t>Bir</a:t>
            </a:r>
            <a:r>
              <a:rPr lang="de-DE" dirty="0"/>
              <a:t> </a:t>
            </a:r>
            <a:r>
              <a:rPr lang="de-DE" dirty="0" err="1"/>
              <a:t>Konuma</a:t>
            </a:r>
            <a:r>
              <a:rPr lang="de-DE" dirty="0"/>
              <a:t> </a:t>
            </a:r>
            <a:r>
              <a:rPr lang="de-DE" dirty="0" err="1"/>
              <a:t>Düğüm</a:t>
            </a:r>
            <a:r>
              <a:rPr lang="de-DE" dirty="0"/>
              <a:t> </a:t>
            </a:r>
            <a:r>
              <a:rPr lang="de-DE" dirty="0" err="1"/>
              <a:t>Ekleme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konumaEkle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konum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nn-NO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konum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- 1;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"Belirtilen konum bulunamadı."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2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Listeden İlk </a:t>
            </a:r>
            <a:r>
              <a:rPr lang="tr-TR" dirty="0"/>
              <a:t>Elemanı </a:t>
            </a:r>
            <a:r>
              <a:rPr lang="tr-TR" dirty="0" smtClean="0"/>
              <a:t>Silme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ilkElemaniSil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"Liste zaten boş."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silinecekDugum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silinecekDugum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b="1" dirty="0">
                <a:solidFill>
                  <a:srgbClr val="3F7F5F"/>
                </a:solidFill>
                <a:latin typeface="Consolas" panose="020B0609020204030204" pitchFamily="49" charset="0"/>
              </a:rPr>
              <a:t>// Silinen düğümü bellekten temizle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71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1397821" y="3293889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1234629" y="278998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 22"/>
          <p:cNvGrpSpPr/>
          <p:nvPr/>
        </p:nvGrpSpPr>
        <p:grpSpPr>
          <a:xfrm>
            <a:off x="1234490" y="1905083"/>
            <a:ext cx="1244601" cy="381000"/>
            <a:chOff x="3056034" y="2921077"/>
            <a:chExt cx="1244601" cy="381000"/>
          </a:xfrm>
        </p:grpSpPr>
        <p:sp>
          <p:nvSpPr>
            <p:cNvPr id="24" name="Dikdörtgen 23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0" name="Düz Ok Bağlayıcısı 29"/>
          <p:cNvCxnSpPr/>
          <p:nvPr/>
        </p:nvCxnSpPr>
        <p:spPr>
          <a:xfrm>
            <a:off x="2271140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49086" y="1825625"/>
            <a:ext cx="10504713" cy="4351338"/>
          </a:xfrm>
        </p:spPr>
        <p:txBody>
          <a:bodyPr/>
          <a:lstStyle/>
          <a:p>
            <a:endParaRPr lang="tr-TR" dirty="0"/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tr-TR" dirty="0"/>
              <a:t>Tek Yönlü Bağlı </a:t>
            </a:r>
            <a:r>
              <a:rPr lang="tr-TR" dirty="0" smtClean="0"/>
              <a:t>Listede İlk Düğümü Silme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7224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140064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124769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 22"/>
          <p:cNvGrpSpPr/>
          <p:nvPr/>
        </p:nvGrpSpPr>
        <p:grpSpPr>
          <a:xfrm>
            <a:off x="1234490" y="1905083"/>
            <a:ext cx="1244601" cy="381000"/>
            <a:chOff x="3056034" y="2921077"/>
            <a:chExt cx="1244601" cy="381000"/>
          </a:xfrm>
        </p:grpSpPr>
        <p:sp>
          <p:nvSpPr>
            <p:cNvPr id="24" name="Dikdörtgen 23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0" name="Düz Ok Bağlayıcısı 29"/>
          <p:cNvCxnSpPr/>
          <p:nvPr/>
        </p:nvCxnSpPr>
        <p:spPr>
          <a:xfrm>
            <a:off x="2271140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6929193" y="47528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28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555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140064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124769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 22"/>
          <p:cNvGrpSpPr/>
          <p:nvPr/>
        </p:nvGrpSpPr>
        <p:grpSpPr>
          <a:xfrm>
            <a:off x="1234490" y="1905083"/>
            <a:ext cx="1244601" cy="381000"/>
            <a:chOff x="3056034" y="2921077"/>
            <a:chExt cx="1244601" cy="381000"/>
          </a:xfrm>
        </p:grpSpPr>
        <p:sp>
          <p:nvSpPr>
            <p:cNvPr id="24" name="Dikdörtgen 23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0" name="Düz Ok Bağlayıcısı 29"/>
          <p:cNvCxnSpPr/>
          <p:nvPr/>
        </p:nvCxnSpPr>
        <p:spPr>
          <a:xfrm>
            <a:off x="2271140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6929193" y="54386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8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708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pPr lvl="0"/>
            <a:endParaRPr lang="tr-TR" sz="15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/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0"/>
            <a:r>
              <a:rPr lang="tr-TR" sz="15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0"/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endParaRPr lang="tr-TR" sz="15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140064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124769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 22"/>
          <p:cNvGrpSpPr/>
          <p:nvPr/>
        </p:nvGrpSpPr>
        <p:grpSpPr>
          <a:xfrm>
            <a:off x="1234490" y="1905083"/>
            <a:ext cx="1244601" cy="381000"/>
            <a:chOff x="3056034" y="2921077"/>
            <a:chExt cx="1244601" cy="381000"/>
          </a:xfrm>
        </p:grpSpPr>
        <p:sp>
          <p:nvSpPr>
            <p:cNvPr id="24" name="Dikdörtgen 23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0" name="Düz Ok Bağlayıcısı 29"/>
          <p:cNvCxnSpPr/>
          <p:nvPr/>
        </p:nvCxnSpPr>
        <p:spPr>
          <a:xfrm>
            <a:off x="2271140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6929193" y="54386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 rot="16200000">
            <a:off x="1247692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1213001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120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140064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124769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 22"/>
          <p:cNvGrpSpPr/>
          <p:nvPr/>
        </p:nvGrpSpPr>
        <p:grpSpPr>
          <a:xfrm>
            <a:off x="1234490" y="1905083"/>
            <a:ext cx="1244601" cy="381000"/>
            <a:chOff x="3056034" y="2921077"/>
            <a:chExt cx="1244601" cy="381000"/>
          </a:xfrm>
        </p:grpSpPr>
        <p:sp>
          <p:nvSpPr>
            <p:cNvPr id="24" name="Dikdörtgen 23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0" name="Düz Ok Bağlayıcısı 29"/>
          <p:cNvCxnSpPr/>
          <p:nvPr/>
        </p:nvCxnSpPr>
        <p:spPr>
          <a:xfrm>
            <a:off x="2271140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6929193" y="56672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 rot="16200000">
            <a:off x="1247692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1213001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9217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3219918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3066967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 22"/>
          <p:cNvGrpSpPr/>
          <p:nvPr/>
        </p:nvGrpSpPr>
        <p:grpSpPr>
          <a:xfrm>
            <a:off x="1234490" y="1905083"/>
            <a:ext cx="1244601" cy="381000"/>
            <a:chOff x="3056034" y="2921077"/>
            <a:chExt cx="1244601" cy="381000"/>
          </a:xfrm>
        </p:grpSpPr>
        <p:sp>
          <p:nvSpPr>
            <p:cNvPr id="24" name="Dikdörtgen 23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0" name="Düz Ok Bağlayıcısı 29"/>
          <p:cNvCxnSpPr/>
          <p:nvPr/>
        </p:nvCxnSpPr>
        <p:spPr>
          <a:xfrm>
            <a:off x="2271140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6929193" y="56672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 rot="16200000">
            <a:off x="1247692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1213001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5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3219918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3066967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 22"/>
          <p:cNvGrpSpPr/>
          <p:nvPr/>
        </p:nvGrpSpPr>
        <p:grpSpPr>
          <a:xfrm>
            <a:off x="1234490" y="1905083"/>
            <a:ext cx="1244601" cy="381000"/>
            <a:chOff x="3056034" y="2921077"/>
            <a:chExt cx="1244601" cy="381000"/>
          </a:xfrm>
        </p:grpSpPr>
        <p:sp>
          <p:nvSpPr>
            <p:cNvPr id="24" name="Dikdörtgen 23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0" name="Düz Ok Bağlayıcısı 29"/>
          <p:cNvCxnSpPr/>
          <p:nvPr/>
        </p:nvCxnSpPr>
        <p:spPr>
          <a:xfrm>
            <a:off x="2271140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6929193" y="590540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 rot="16200000">
            <a:off x="1247692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1213001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34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3219918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3066967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 22"/>
          <p:cNvGrpSpPr/>
          <p:nvPr/>
        </p:nvGrpSpPr>
        <p:grpSpPr>
          <a:xfrm>
            <a:off x="1234490" y="1905083"/>
            <a:ext cx="1244601" cy="381000"/>
            <a:chOff x="3056034" y="2921077"/>
            <a:chExt cx="1244601" cy="381000"/>
          </a:xfrm>
        </p:grpSpPr>
        <p:sp>
          <p:nvSpPr>
            <p:cNvPr id="24" name="Dikdörtgen 23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6929193" y="590540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 rot="16200000">
            <a:off x="1247692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1213001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1" name="Metin kutusu 30"/>
          <p:cNvSpPr txBox="1"/>
          <p:nvPr/>
        </p:nvSpPr>
        <p:spPr>
          <a:xfrm>
            <a:off x="1821996" y="674096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3" name="Düz Ok Bağlayıcısı 32"/>
          <p:cNvCxnSpPr/>
          <p:nvPr/>
        </p:nvCxnSpPr>
        <p:spPr>
          <a:xfrm flipH="1">
            <a:off x="2266268" y="1104983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0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035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3219918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3066967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 22"/>
          <p:cNvGrpSpPr/>
          <p:nvPr/>
        </p:nvGrpSpPr>
        <p:grpSpPr>
          <a:xfrm>
            <a:off x="1234490" y="1905083"/>
            <a:ext cx="1244601" cy="381000"/>
            <a:chOff x="3056034" y="2921077"/>
            <a:chExt cx="1244601" cy="381000"/>
          </a:xfrm>
        </p:grpSpPr>
        <p:sp>
          <p:nvSpPr>
            <p:cNvPr id="24" name="Dikdörtgen 23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5" name="Dikdörtgen 24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6929193" y="613400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 rot="16200000">
            <a:off x="1247692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1213001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1" name="Metin kutusu 30"/>
          <p:cNvSpPr txBox="1"/>
          <p:nvPr/>
        </p:nvSpPr>
        <p:spPr>
          <a:xfrm>
            <a:off x="1821996" y="674096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3" name="Düz Ok Bağlayıcısı 32"/>
          <p:cNvCxnSpPr/>
          <p:nvPr/>
        </p:nvCxnSpPr>
        <p:spPr>
          <a:xfrm flipH="1">
            <a:off x="2266268" y="1104983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0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351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3219918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3066967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9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3219918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3066967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Düz Ok Bağlayıcısı 17"/>
          <p:cNvCxnSpPr/>
          <p:nvPr/>
        </p:nvCxnSpPr>
        <p:spPr>
          <a:xfrm>
            <a:off x="6929193" y="47528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087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3219918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3066967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6929193" y="54386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3219918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3066967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6929193" y="54386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Düz Ok Bağlayıcısı 17"/>
          <p:cNvCxnSpPr/>
          <p:nvPr/>
        </p:nvCxnSpPr>
        <p:spPr>
          <a:xfrm rot="16200000">
            <a:off x="3066967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032276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81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3219918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3066967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Düz Ok Bağlayıcısı 17"/>
          <p:cNvCxnSpPr/>
          <p:nvPr/>
        </p:nvCxnSpPr>
        <p:spPr>
          <a:xfrm rot="16200000">
            <a:off x="3066967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032276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929193" y="56672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76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50391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48862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Düz Ok Bağlayıcısı 17"/>
          <p:cNvCxnSpPr/>
          <p:nvPr/>
        </p:nvCxnSpPr>
        <p:spPr>
          <a:xfrm rot="16200000">
            <a:off x="3066967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032276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cxnSp>
        <p:nvCxnSpPr>
          <p:cNvPr id="24" name="Düz Ok Bağlayıcısı 23"/>
          <p:cNvCxnSpPr/>
          <p:nvPr/>
        </p:nvCxnSpPr>
        <p:spPr>
          <a:xfrm>
            <a:off x="6929193" y="56672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48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50391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48862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4085423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Düz Ok Bağlayıcısı 17"/>
          <p:cNvCxnSpPr/>
          <p:nvPr/>
        </p:nvCxnSpPr>
        <p:spPr>
          <a:xfrm rot="16200000">
            <a:off x="3066967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032276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cxnSp>
        <p:nvCxnSpPr>
          <p:cNvPr id="21" name="Düz Ok Bağlayıcısı 20"/>
          <p:cNvCxnSpPr/>
          <p:nvPr/>
        </p:nvCxnSpPr>
        <p:spPr>
          <a:xfrm>
            <a:off x="6929193" y="590540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5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50391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48862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Düz Ok Bağlayıcısı 17"/>
          <p:cNvCxnSpPr/>
          <p:nvPr/>
        </p:nvCxnSpPr>
        <p:spPr>
          <a:xfrm rot="16200000">
            <a:off x="3066967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032276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cxnSp>
        <p:nvCxnSpPr>
          <p:cNvPr id="21" name="Düz Ok Bağlayıcısı 20"/>
          <p:cNvCxnSpPr/>
          <p:nvPr/>
        </p:nvCxnSpPr>
        <p:spPr>
          <a:xfrm>
            <a:off x="6929193" y="590540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Metin kutusu 23"/>
          <p:cNvSpPr txBox="1"/>
          <p:nvPr/>
        </p:nvSpPr>
        <p:spPr>
          <a:xfrm>
            <a:off x="3650796" y="674096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5" name="Düz Ok Bağlayıcısı 24"/>
          <p:cNvCxnSpPr/>
          <p:nvPr/>
        </p:nvCxnSpPr>
        <p:spPr>
          <a:xfrm flipH="1">
            <a:off x="4095068" y="1104983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8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44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5" name="Grup 14"/>
          <p:cNvGrpSpPr/>
          <p:nvPr/>
        </p:nvGrpSpPr>
        <p:grpSpPr>
          <a:xfrm>
            <a:off x="3056034" y="1905083"/>
            <a:ext cx="1244601" cy="381000"/>
            <a:chOff x="3056034" y="2921077"/>
            <a:chExt cx="1244601" cy="381000"/>
          </a:xfrm>
        </p:grpSpPr>
        <p:sp>
          <p:nvSpPr>
            <p:cNvPr id="16" name="Dikdörtgen 1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7" name="Dikdörtgen 1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Metin kutusu 18"/>
          <p:cNvSpPr txBox="1"/>
          <p:nvPr/>
        </p:nvSpPr>
        <p:spPr>
          <a:xfrm>
            <a:off x="50391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48862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Düz Ok Bağlayıcısı 17"/>
          <p:cNvCxnSpPr/>
          <p:nvPr/>
        </p:nvCxnSpPr>
        <p:spPr>
          <a:xfrm rot="16200000">
            <a:off x="3066967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/>
          <p:cNvSpPr txBox="1"/>
          <p:nvPr/>
        </p:nvSpPr>
        <p:spPr>
          <a:xfrm>
            <a:off x="3032276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24" name="Metin kutusu 23"/>
          <p:cNvSpPr txBox="1"/>
          <p:nvPr/>
        </p:nvSpPr>
        <p:spPr>
          <a:xfrm>
            <a:off x="3650796" y="674096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25" name="Düz Ok Bağlayıcısı 24"/>
          <p:cNvCxnSpPr/>
          <p:nvPr/>
        </p:nvCxnSpPr>
        <p:spPr>
          <a:xfrm flipH="1">
            <a:off x="4095068" y="1104983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929193" y="613400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901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50391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48862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üz Ok Bağlayıcısı 20"/>
          <p:cNvCxnSpPr/>
          <p:nvPr/>
        </p:nvCxnSpPr>
        <p:spPr>
          <a:xfrm>
            <a:off x="6929193" y="47528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4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77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50391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48862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Düz Ok Bağlayıcısı 11"/>
          <p:cNvCxnSpPr/>
          <p:nvPr/>
        </p:nvCxnSpPr>
        <p:spPr>
          <a:xfrm>
            <a:off x="6929193" y="54386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4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04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50391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48862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Düz Ok Bağlayıcısı 11"/>
          <p:cNvCxnSpPr/>
          <p:nvPr/>
        </p:nvCxnSpPr>
        <p:spPr>
          <a:xfrm>
            <a:off x="6929193" y="54386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Düz Ok Bağlayıcısı 12"/>
          <p:cNvCxnSpPr/>
          <p:nvPr/>
        </p:nvCxnSpPr>
        <p:spPr>
          <a:xfrm rot="16200000">
            <a:off x="4886242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/>
          <p:cNvSpPr txBox="1"/>
          <p:nvPr/>
        </p:nvSpPr>
        <p:spPr>
          <a:xfrm>
            <a:off x="4851551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048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50391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48862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Düz Ok Bağlayıcısı 12"/>
          <p:cNvCxnSpPr/>
          <p:nvPr/>
        </p:nvCxnSpPr>
        <p:spPr>
          <a:xfrm rot="16200000">
            <a:off x="4886242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/>
          <p:cNvSpPr txBox="1"/>
          <p:nvPr/>
        </p:nvSpPr>
        <p:spPr>
          <a:xfrm>
            <a:off x="4851551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>
            <a:off x="6929193" y="56672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04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68679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67150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Düz Ok Bağlayıcısı 12"/>
          <p:cNvCxnSpPr/>
          <p:nvPr/>
        </p:nvCxnSpPr>
        <p:spPr>
          <a:xfrm rot="16200000">
            <a:off x="4886242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/>
          <p:cNvSpPr txBox="1"/>
          <p:nvPr/>
        </p:nvSpPr>
        <p:spPr>
          <a:xfrm>
            <a:off x="4851551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cxnSp>
        <p:nvCxnSpPr>
          <p:cNvPr id="15" name="Düz Ok Bağlayıcısı 14"/>
          <p:cNvCxnSpPr/>
          <p:nvPr/>
        </p:nvCxnSpPr>
        <p:spPr>
          <a:xfrm>
            <a:off x="6929193" y="56672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357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68679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67150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8" name="Düz Ok Bağlayıcısı 37"/>
          <p:cNvCxnSpPr/>
          <p:nvPr/>
        </p:nvCxnSpPr>
        <p:spPr>
          <a:xfrm>
            <a:off x="5914224" y="2120435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Düz Ok Bağlayıcısı 12"/>
          <p:cNvCxnSpPr/>
          <p:nvPr/>
        </p:nvCxnSpPr>
        <p:spPr>
          <a:xfrm rot="16200000">
            <a:off x="4886242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/>
          <p:cNvSpPr txBox="1"/>
          <p:nvPr/>
        </p:nvSpPr>
        <p:spPr>
          <a:xfrm>
            <a:off x="4851551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929193" y="590540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7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474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68679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67150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3" name="Düz Ok Bağlayıcısı 12"/>
          <p:cNvCxnSpPr/>
          <p:nvPr/>
        </p:nvCxnSpPr>
        <p:spPr>
          <a:xfrm rot="16200000">
            <a:off x="4886242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/>
          <p:cNvSpPr txBox="1"/>
          <p:nvPr/>
        </p:nvSpPr>
        <p:spPr>
          <a:xfrm>
            <a:off x="4851551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cxnSp>
        <p:nvCxnSpPr>
          <p:cNvPr id="16" name="Düz Ok Bağlayıcısı 15"/>
          <p:cNvCxnSpPr/>
          <p:nvPr/>
        </p:nvCxnSpPr>
        <p:spPr>
          <a:xfrm>
            <a:off x="6929193" y="590540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5470071" y="674096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 flipH="1">
            <a:off x="5914343" y="1104983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8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85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68679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67150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 21"/>
          <p:cNvGrpSpPr/>
          <p:nvPr/>
        </p:nvGrpSpPr>
        <p:grpSpPr>
          <a:xfrm>
            <a:off x="4875105" y="1905083"/>
            <a:ext cx="1244601" cy="381000"/>
            <a:chOff x="3056034" y="292107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056034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3866058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3" name="Düz Ok Bağlayıcısı 12"/>
          <p:cNvCxnSpPr/>
          <p:nvPr/>
        </p:nvCxnSpPr>
        <p:spPr>
          <a:xfrm rot="16200000">
            <a:off x="4886242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/>
          <p:cNvSpPr txBox="1"/>
          <p:nvPr/>
        </p:nvSpPr>
        <p:spPr>
          <a:xfrm>
            <a:off x="4851551" y="3212290"/>
            <a:ext cx="8324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gecici</a:t>
            </a:r>
            <a:endParaRPr lang="tr-TR" sz="2200" b="1" dirty="0"/>
          </a:p>
        </p:txBody>
      </p:sp>
      <p:sp>
        <p:nvSpPr>
          <p:cNvPr id="15" name="Metin kutusu 14"/>
          <p:cNvSpPr txBox="1"/>
          <p:nvPr/>
        </p:nvSpPr>
        <p:spPr>
          <a:xfrm>
            <a:off x="5470071" y="674096"/>
            <a:ext cx="8701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17" name="Düz Ok Bağlayıcısı 16"/>
          <p:cNvCxnSpPr/>
          <p:nvPr/>
        </p:nvCxnSpPr>
        <p:spPr>
          <a:xfrm flipH="1">
            <a:off x="5914343" y="1104983"/>
            <a:ext cx="18895" cy="99060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Düz Ok Bağlayıcısı 17"/>
          <p:cNvCxnSpPr/>
          <p:nvPr/>
        </p:nvCxnSpPr>
        <p:spPr>
          <a:xfrm>
            <a:off x="6929193" y="613400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1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63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68679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67150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78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68679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67150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Düz Ok Bağlayıcısı 6"/>
          <p:cNvCxnSpPr/>
          <p:nvPr/>
        </p:nvCxnSpPr>
        <p:spPr>
          <a:xfrm>
            <a:off x="6929193" y="475288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32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68679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67150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Düz Ok Bağlayıcısı 6"/>
          <p:cNvCxnSpPr/>
          <p:nvPr/>
        </p:nvCxnSpPr>
        <p:spPr>
          <a:xfrm>
            <a:off x="6929193" y="499100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81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tin kutusu 8"/>
          <p:cNvSpPr txBox="1"/>
          <p:nvPr/>
        </p:nvSpPr>
        <p:spPr>
          <a:xfrm>
            <a:off x="6770368" y="1871758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19" name="Metin kutusu 18"/>
          <p:cNvSpPr txBox="1"/>
          <p:nvPr/>
        </p:nvSpPr>
        <p:spPr>
          <a:xfrm>
            <a:off x="6867993" y="674096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cxnSp>
        <p:nvCxnSpPr>
          <p:cNvPr id="20" name="Düz Ok Bağlayıcısı 19"/>
          <p:cNvCxnSpPr/>
          <p:nvPr/>
        </p:nvCxnSpPr>
        <p:spPr>
          <a:xfrm rot="5400000">
            <a:off x="6715042" y="1496763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Metin kutusu 28"/>
          <p:cNvSpPr txBox="1"/>
          <p:nvPr/>
        </p:nvSpPr>
        <p:spPr>
          <a:xfrm>
            <a:off x="7591424" y="4339963"/>
            <a:ext cx="4585335" cy="222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endParaRPr lang="tr-TR" sz="1500" dirty="0">
              <a:latin typeface="Consolas" panose="020B0609020204030204" pitchFamily="49" charset="0"/>
            </a:endParaRP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5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93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Listeden Son </a:t>
            </a:r>
            <a:r>
              <a:rPr lang="tr-TR" dirty="0"/>
              <a:t>Elemanı </a:t>
            </a:r>
            <a:r>
              <a:rPr lang="tr-TR" dirty="0" smtClean="0"/>
              <a:t>Silme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sonElemaniSil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  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Liste sadece bir eleman içeriyorsa, bu elemanı siler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04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Listeden Belirli </a:t>
            </a:r>
            <a:r>
              <a:rPr lang="tr-TR" dirty="0"/>
              <a:t>Bir Elemanı </a:t>
            </a:r>
            <a:r>
              <a:rPr lang="tr-TR" dirty="0" smtClean="0"/>
              <a:t>Silme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elemaniSil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silinecekVeri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silinecekVeri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silinecekVeri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"Belirtilen veri bulunamadı."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66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Listede Belirli </a:t>
            </a:r>
            <a:r>
              <a:rPr lang="tr-TR" dirty="0"/>
              <a:t>Bir Elemanı </a:t>
            </a:r>
            <a:r>
              <a:rPr lang="tr-TR" dirty="0" smtClean="0"/>
              <a:t>Arama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elemaniAra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arananVeri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konum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konum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arananVeri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"Belirtilen eleman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b="1" i="1" dirty="0">
                <a:solidFill>
                  <a:srgbClr val="6A3E3E"/>
                </a:solidFill>
                <a:latin typeface="Consolas" panose="020B0609020204030204" pitchFamily="49" charset="0"/>
              </a:rPr>
              <a:t>konum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konumda bulundu."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true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"Belirtilen eleman bulunamadı."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10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Listeyi </a:t>
            </a:r>
            <a:r>
              <a:rPr lang="tr-TR" dirty="0"/>
              <a:t>Ters Çevirme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listeyiTersCevir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suanki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suanki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suanki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suanki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suanki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suanki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28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/>
          <p:cNvGrpSpPr/>
          <p:nvPr/>
        </p:nvGrpSpPr>
        <p:grpSpPr>
          <a:xfrm>
            <a:off x="1108132" y="1471487"/>
            <a:ext cx="7901477" cy="1628549"/>
            <a:chOff x="140400" y="673200"/>
            <a:chExt cx="7901477" cy="1628549"/>
          </a:xfrm>
        </p:grpSpPr>
        <p:sp>
          <p:nvSpPr>
            <p:cNvPr id="6" name="Metin kutusu 5"/>
            <p:cNvSpPr txBox="1"/>
            <p:nvPr/>
          </p:nvSpPr>
          <p:spPr>
            <a:xfrm>
              <a:off x="346766" y="67320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7" name="Dikdörtgen 6"/>
            <p:cNvSpPr/>
            <p:nvPr/>
          </p:nvSpPr>
          <p:spPr>
            <a:xfrm>
              <a:off x="140400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8" name="Dikdörtgen 7"/>
            <p:cNvSpPr/>
            <p:nvPr/>
          </p:nvSpPr>
          <p:spPr>
            <a:xfrm>
              <a:off x="950424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Düz Ok Bağlayıcısı 8"/>
            <p:cNvCxnSpPr/>
            <p:nvPr/>
          </p:nvCxnSpPr>
          <p:spPr>
            <a:xfrm rot="5400000">
              <a:off x="193815" y="149586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kdörtgen 9"/>
            <p:cNvSpPr/>
            <p:nvPr/>
          </p:nvSpPr>
          <p:spPr>
            <a:xfrm>
              <a:off x="1961945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2771969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Düz Ok Bağlayıcısı 11"/>
            <p:cNvCxnSpPr/>
            <p:nvPr/>
          </p:nvCxnSpPr>
          <p:spPr>
            <a:xfrm>
              <a:off x="1169795" y="211529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Düz Ok Bağlayıcısı 12"/>
            <p:cNvCxnSpPr/>
            <p:nvPr/>
          </p:nvCxnSpPr>
          <p:spPr>
            <a:xfrm>
              <a:off x="2991340" y="211529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Dikdörtgen 13"/>
            <p:cNvSpPr/>
            <p:nvPr/>
          </p:nvSpPr>
          <p:spPr>
            <a:xfrm>
              <a:off x="560503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14"/>
            <p:cNvSpPr/>
            <p:nvPr/>
          </p:nvSpPr>
          <p:spPr>
            <a:xfrm>
              <a:off x="641505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6" name="Metin kutusu 15"/>
            <p:cNvSpPr txBox="1"/>
            <p:nvPr/>
          </p:nvSpPr>
          <p:spPr>
            <a:xfrm>
              <a:off x="7417987" y="1870862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17" name="Düz Ok Bağlayıcısı 16"/>
            <p:cNvCxnSpPr/>
            <p:nvPr/>
          </p:nvCxnSpPr>
          <p:spPr>
            <a:xfrm>
              <a:off x="6634427" y="209468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up 17"/>
            <p:cNvGrpSpPr/>
            <p:nvPr/>
          </p:nvGrpSpPr>
          <p:grpSpPr>
            <a:xfrm>
              <a:off x="3782249" y="1905083"/>
              <a:ext cx="1244601" cy="381000"/>
              <a:chOff x="4877578" y="2921077"/>
              <a:chExt cx="1244601" cy="381000"/>
            </a:xfrm>
          </p:grpSpPr>
          <p:sp>
            <p:nvSpPr>
              <p:cNvPr id="20" name="Dikdörtgen 19"/>
              <p:cNvSpPr/>
              <p:nvPr/>
            </p:nvSpPr>
            <p:spPr>
              <a:xfrm>
                <a:off x="4877578" y="2921077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Dikdörtgen 20"/>
              <p:cNvSpPr/>
              <p:nvPr/>
            </p:nvSpPr>
            <p:spPr>
              <a:xfrm>
                <a:off x="5687602" y="2921077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9" name="Düz Ok Bağlayıcısı 18"/>
            <p:cNvCxnSpPr/>
            <p:nvPr/>
          </p:nvCxnSpPr>
          <p:spPr>
            <a:xfrm>
              <a:off x="4811644" y="212181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Metin kutusu 2"/>
          <p:cNvSpPr txBox="1"/>
          <p:nvPr/>
        </p:nvSpPr>
        <p:spPr>
          <a:xfrm>
            <a:off x="565603" y="2028705"/>
            <a:ext cx="793872" cy="46166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tr-TR" sz="2400" b="1" dirty="0" smtClean="0">
                <a:solidFill>
                  <a:srgbClr val="FF0000"/>
                </a:solidFill>
              </a:rPr>
              <a:t>Girdi:</a:t>
            </a:r>
            <a:endParaRPr lang="tr-TR" sz="2400" b="1" dirty="0">
              <a:solidFill>
                <a:srgbClr val="FF0000"/>
              </a:solidFill>
            </a:endParaRPr>
          </a:p>
        </p:txBody>
      </p:sp>
      <p:grpSp>
        <p:nvGrpSpPr>
          <p:cNvPr id="25" name="Grup 24"/>
          <p:cNvGrpSpPr/>
          <p:nvPr/>
        </p:nvGrpSpPr>
        <p:grpSpPr>
          <a:xfrm>
            <a:off x="1108132" y="4346952"/>
            <a:ext cx="7901477" cy="1628549"/>
            <a:chOff x="140400" y="673200"/>
            <a:chExt cx="7901477" cy="1628549"/>
          </a:xfrm>
        </p:grpSpPr>
        <p:sp>
          <p:nvSpPr>
            <p:cNvPr id="26" name="Metin kutusu 25"/>
            <p:cNvSpPr txBox="1"/>
            <p:nvPr/>
          </p:nvSpPr>
          <p:spPr>
            <a:xfrm>
              <a:off x="346766" y="67320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140400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8" name="Dikdörtgen 27"/>
            <p:cNvSpPr/>
            <p:nvPr/>
          </p:nvSpPr>
          <p:spPr>
            <a:xfrm>
              <a:off x="950424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Düz Ok Bağlayıcısı 28"/>
            <p:cNvCxnSpPr/>
            <p:nvPr/>
          </p:nvCxnSpPr>
          <p:spPr>
            <a:xfrm rot="5400000">
              <a:off x="193815" y="149586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Dikdörtgen 29"/>
            <p:cNvSpPr/>
            <p:nvPr/>
          </p:nvSpPr>
          <p:spPr>
            <a:xfrm>
              <a:off x="1961945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1" name="Dikdörtgen 30"/>
            <p:cNvSpPr/>
            <p:nvPr/>
          </p:nvSpPr>
          <p:spPr>
            <a:xfrm>
              <a:off x="2771969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Düz Ok Bağlayıcısı 31"/>
            <p:cNvCxnSpPr/>
            <p:nvPr/>
          </p:nvCxnSpPr>
          <p:spPr>
            <a:xfrm>
              <a:off x="1169795" y="211529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Düz Ok Bağlayıcısı 32"/>
            <p:cNvCxnSpPr/>
            <p:nvPr/>
          </p:nvCxnSpPr>
          <p:spPr>
            <a:xfrm>
              <a:off x="2991340" y="211529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Dikdörtgen 33"/>
            <p:cNvSpPr/>
            <p:nvPr/>
          </p:nvSpPr>
          <p:spPr>
            <a:xfrm>
              <a:off x="560503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5" name="Dikdörtgen 34"/>
            <p:cNvSpPr/>
            <p:nvPr/>
          </p:nvSpPr>
          <p:spPr>
            <a:xfrm>
              <a:off x="641505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6" name="Metin kutusu 35"/>
            <p:cNvSpPr txBox="1"/>
            <p:nvPr/>
          </p:nvSpPr>
          <p:spPr>
            <a:xfrm>
              <a:off x="7417987" y="1870862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37" name="Düz Ok Bağlayıcısı 36"/>
            <p:cNvCxnSpPr/>
            <p:nvPr/>
          </p:nvCxnSpPr>
          <p:spPr>
            <a:xfrm>
              <a:off x="6634427" y="209468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up 37"/>
            <p:cNvGrpSpPr/>
            <p:nvPr/>
          </p:nvGrpSpPr>
          <p:grpSpPr>
            <a:xfrm>
              <a:off x="3782249" y="1905083"/>
              <a:ext cx="1244601" cy="381000"/>
              <a:chOff x="4877578" y="2921077"/>
              <a:chExt cx="1244601" cy="381000"/>
            </a:xfrm>
          </p:grpSpPr>
          <p:sp>
            <p:nvSpPr>
              <p:cNvPr id="40" name="Dikdörtgen 39"/>
              <p:cNvSpPr/>
              <p:nvPr/>
            </p:nvSpPr>
            <p:spPr>
              <a:xfrm>
                <a:off x="4877578" y="2921077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41" name="Dikdörtgen 40"/>
              <p:cNvSpPr/>
              <p:nvPr/>
            </p:nvSpPr>
            <p:spPr>
              <a:xfrm>
                <a:off x="5687602" y="2921077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9" name="Düz Ok Bağlayıcısı 38"/>
            <p:cNvCxnSpPr/>
            <p:nvPr/>
          </p:nvCxnSpPr>
          <p:spPr>
            <a:xfrm>
              <a:off x="4811644" y="212181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Metin kutusu 41"/>
          <p:cNvSpPr txBox="1"/>
          <p:nvPr/>
        </p:nvSpPr>
        <p:spPr>
          <a:xfrm>
            <a:off x="590097" y="4873718"/>
            <a:ext cx="744884" cy="46166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tr-TR" sz="2400" b="1" dirty="0" smtClean="0">
                <a:solidFill>
                  <a:srgbClr val="FF0000"/>
                </a:solidFill>
              </a:rPr>
              <a:t>Çıktı:</a:t>
            </a:r>
            <a:endParaRPr lang="tr-TR" sz="2400" b="1" dirty="0">
              <a:solidFill>
                <a:srgbClr val="FF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Tek Yönlü Bağlı Listeyi Tersine </a:t>
            </a:r>
            <a:r>
              <a:rPr lang="tr-TR" dirty="0" smtClean="0"/>
              <a:t>Çevirme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06016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 1"/>
          <p:cNvGrpSpPr/>
          <p:nvPr/>
        </p:nvGrpSpPr>
        <p:grpSpPr>
          <a:xfrm>
            <a:off x="2145262" y="673200"/>
            <a:ext cx="7901477" cy="1628549"/>
            <a:chOff x="140400" y="673200"/>
            <a:chExt cx="7901477" cy="1628549"/>
          </a:xfrm>
        </p:grpSpPr>
        <p:sp>
          <p:nvSpPr>
            <p:cNvPr id="16" name="Metin kutusu 15"/>
            <p:cNvSpPr txBox="1"/>
            <p:nvPr/>
          </p:nvSpPr>
          <p:spPr>
            <a:xfrm>
              <a:off x="346766" y="673200"/>
              <a:ext cx="45717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23" name="Dikdörtgen 22"/>
            <p:cNvSpPr/>
            <p:nvPr/>
          </p:nvSpPr>
          <p:spPr>
            <a:xfrm>
              <a:off x="140400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950424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Düz Ok Bağlayıcısı 24"/>
            <p:cNvCxnSpPr/>
            <p:nvPr/>
          </p:nvCxnSpPr>
          <p:spPr>
            <a:xfrm rot="5400000">
              <a:off x="193815" y="149586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Dikdörtgen 25"/>
            <p:cNvSpPr/>
            <p:nvPr/>
          </p:nvSpPr>
          <p:spPr>
            <a:xfrm>
              <a:off x="1961945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2771969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Düz Ok Bağlayıcısı 29"/>
            <p:cNvCxnSpPr/>
            <p:nvPr/>
          </p:nvCxnSpPr>
          <p:spPr>
            <a:xfrm>
              <a:off x="1169795" y="211529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üz Ok Bağlayıcısı 30"/>
            <p:cNvCxnSpPr/>
            <p:nvPr/>
          </p:nvCxnSpPr>
          <p:spPr>
            <a:xfrm>
              <a:off x="2991340" y="2115299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Dikdörtgen 32"/>
            <p:cNvSpPr/>
            <p:nvPr/>
          </p:nvSpPr>
          <p:spPr>
            <a:xfrm>
              <a:off x="560503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641505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5" name="Metin kutusu 34"/>
            <p:cNvSpPr txBox="1"/>
            <p:nvPr/>
          </p:nvSpPr>
          <p:spPr>
            <a:xfrm>
              <a:off x="7417987" y="1870862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cxnSp>
          <p:nvCxnSpPr>
            <p:cNvPr id="36" name="Düz Ok Bağlayıcısı 35"/>
            <p:cNvCxnSpPr/>
            <p:nvPr/>
          </p:nvCxnSpPr>
          <p:spPr>
            <a:xfrm>
              <a:off x="6634427" y="209468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up 37"/>
            <p:cNvGrpSpPr/>
            <p:nvPr/>
          </p:nvGrpSpPr>
          <p:grpSpPr>
            <a:xfrm>
              <a:off x="3782249" y="1905083"/>
              <a:ext cx="1244601" cy="381000"/>
              <a:chOff x="4877578" y="2921077"/>
              <a:chExt cx="1244601" cy="381000"/>
            </a:xfrm>
          </p:grpSpPr>
          <p:sp>
            <p:nvSpPr>
              <p:cNvPr id="39" name="Dikdörtgen 38"/>
              <p:cNvSpPr/>
              <p:nvPr/>
            </p:nvSpPr>
            <p:spPr>
              <a:xfrm>
                <a:off x="4877578" y="2921077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Dikdörtgen 39"/>
              <p:cNvSpPr/>
              <p:nvPr/>
            </p:nvSpPr>
            <p:spPr>
              <a:xfrm>
                <a:off x="5687602" y="2921077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7" name="Düz Ok Bağlayıcısı 36"/>
            <p:cNvCxnSpPr/>
            <p:nvPr/>
          </p:nvCxnSpPr>
          <p:spPr>
            <a:xfrm>
              <a:off x="4811644" y="212181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Düz Ok Bağlayıcısı 27"/>
          <p:cNvCxnSpPr/>
          <p:nvPr/>
        </p:nvCxnSpPr>
        <p:spPr>
          <a:xfrm>
            <a:off x="6294879" y="431014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 rot="16200000">
            <a:off x="217257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207627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30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2351628" y="67320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3" name="Dikdörtgen 22"/>
          <p:cNvSpPr/>
          <p:nvPr/>
        </p:nvSpPr>
        <p:spPr>
          <a:xfrm>
            <a:off x="2145262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2955286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 rot="5400000">
            <a:off x="219867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7683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3174657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Ok Bağlayıcısı 30"/>
          <p:cNvCxnSpPr/>
          <p:nvPr/>
        </p:nvCxnSpPr>
        <p:spPr>
          <a:xfrm>
            <a:off x="4996202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kdörtgen 32"/>
          <p:cNvSpPr/>
          <p:nvPr/>
        </p:nvSpPr>
        <p:spPr>
          <a:xfrm>
            <a:off x="7609894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8419918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 37"/>
          <p:cNvGrpSpPr/>
          <p:nvPr/>
        </p:nvGrpSpPr>
        <p:grpSpPr>
          <a:xfrm>
            <a:off x="5787111" y="1905083"/>
            <a:ext cx="1244601" cy="381000"/>
            <a:chOff x="4877578" y="2921077"/>
            <a:chExt cx="1244601" cy="381000"/>
          </a:xfrm>
        </p:grpSpPr>
        <p:sp>
          <p:nvSpPr>
            <p:cNvPr id="39" name="Dikdörtgen 38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7" name="Düz Ok Bağlayıcısı 36"/>
          <p:cNvCxnSpPr/>
          <p:nvPr/>
        </p:nvCxnSpPr>
        <p:spPr>
          <a:xfrm>
            <a:off x="6816506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454237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 rot="16200000">
            <a:off x="217257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Metin kutusu 43"/>
          <p:cNvSpPr txBox="1"/>
          <p:nvPr/>
        </p:nvSpPr>
        <p:spPr>
          <a:xfrm>
            <a:off x="207627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5" name="Metin kutusu 44"/>
          <p:cNvSpPr txBox="1"/>
          <p:nvPr/>
        </p:nvSpPr>
        <p:spPr>
          <a:xfrm>
            <a:off x="3903607" y="3906584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6" name="Düz Ok Bağlayıcısı 45"/>
          <p:cNvCxnSpPr/>
          <p:nvPr/>
        </p:nvCxnSpPr>
        <p:spPr>
          <a:xfrm>
            <a:off x="3120047" y="413040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Metin kutusu 46"/>
          <p:cNvSpPr txBox="1"/>
          <p:nvPr/>
        </p:nvSpPr>
        <p:spPr>
          <a:xfrm>
            <a:off x="2141997" y="3893884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1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456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2351628" y="67320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3" name="Dikdörtgen 22"/>
          <p:cNvSpPr/>
          <p:nvPr/>
        </p:nvSpPr>
        <p:spPr>
          <a:xfrm>
            <a:off x="2145262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2955286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 rot="5400000">
            <a:off x="219867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7683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3174657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Ok Bağlayıcısı 30"/>
          <p:cNvCxnSpPr/>
          <p:nvPr/>
        </p:nvCxnSpPr>
        <p:spPr>
          <a:xfrm>
            <a:off x="4996202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kdörtgen 32"/>
          <p:cNvSpPr/>
          <p:nvPr/>
        </p:nvSpPr>
        <p:spPr>
          <a:xfrm>
            <a:off x="7609894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8419918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 37"/>
          <p:cNvGrpSpPr/>
          <p:nvPr/>
        </p:nvGrpSpPr>
        <p:grpSpPr>
          <a:xfrm>
            <a:off x="5787111" y="1905083"/>
            <a:ext cx="1244601" cy="381000"/>
            <a:chOff x="4877578" y="2921077"/>
            <a:chExt cx="1244601" cy="381000"/>
          </a:xfrm>
        </p:grpSpPr>
        <p:sp>
          <p:nvSpPr>
            <p:cNvPr id="39" name="Dikdörtgen 38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7" name="Düz Ok Bağlayıcısı 36"/>
          <p:cNvCxnSpPr/>
          <p:nvPr/>
        </p:nvCxnSpPr>
        <p:spPr>
          <a:xfrm>
            <a:off x="6816506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47746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 rot="16200000">
            <a:off x="217257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etin kutusu 31"/>
          <p:cNvSpPr txBox="1"/>
          <p:nvPr/>
        </p:nvSpPr>
        <p:spPr>
          <a:xfrm>
            <a:off x="207627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1" name="Metin kutusu 40"/>
          <p:cNvSpPr txBox="1"/>
          <p:nvPr/>
        </p:nvSpPr>
        <p:spPr>
          <a:xfrm>
            <a:off x="3903607" y="3906584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>
            <a:off x="3120047" y="413040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etin kutusu 42"/>
          <p:cNvSpPr txBox="1"/>
          <p:nvPr/>
        </p:nvSpPr>
        <p:spPr>
          <a:xfrm>
            <a:off x="2141997" y="3893884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sp>
        <p:nvSpPr>
          <p:cNvPr id="44" name="Metin kutusu 43"/>
          <p:cNvSpPr txBox="1"/>
          <p:nvPr/>
        </p:nvSpPr>
        <p:spPr>
          <a:xfrm>
            <a:off x="3903607" y="4582763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5" name="Düz Ok Bağlayıcısı 44"/>
          <p:cNvCxnSpPr/>
          <p:nvPr/>
        </p:nvCxnSpPr>
        <p:spPr>
          <a:xfrm>
            <a:off x="3120047" y="4806588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Metin kutusu 45"/>
          <p:cNvSpPr txBox="1"/>
          <p:nvPr/>
        </p:nvSpPr>
        <p:spPr>
          <a:xfrm>
            <a:off x="2056846" y="4570063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8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17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2351628" y="67320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3" name="Dikdörtgen 22"/>
          <p:cNvSpPr/>
          <p:nvPr/>
        </p:nvSpPr>
        <p:spPr>
          <a:xfrm>
            <a:off x="2145262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2955286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 rot="5400000">
            <a:off x="219867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7683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3174657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Ok Bağlayıcısı 30"/>
          <p:cNvCxnSpPr/>
          <p:nvPr/>
        </p:nvCxnSpPr>
        <p:spPr>
          <a:xfrm>
            <a:off x="4996202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kdörtgen 32"/>
          <p:cNvSpPr/>
          <p:nvPr/>
        </p:nvSpPr>
        <p:spPr>
          <a:xfrm>
            <a:off x="7609894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8419918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 37"/>
          <p:cNvGrpSpPr/>
          <p:nvPr/>
        </p:nvGrpSpPr>
        <p:grpSpPr>
          <a:xfrm>
            <a:off x="5787111" y="1905083"/>
            <a:ext cx="1244601" cy="381000"/>
            <a:chOff x="4877578" y="2921077"/>
            <a:chExt cx="1244601" cy="381000"/>
          </a:xfrm>
        </p:grpSpPr>
        <p:sp>
          <p:nvSpPr>
            <p:cNvPr id="39" name="Dikdörtgen 38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7" name="Düz Ok Bağlayıcısı 36"/>
          <p:cNvCxnSpPr/>
          <p:nvPr/>
        </p:nvCxnSpPr>
        <p:spPr>
          <a:xfrm>
            <a:off x="6816506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50032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 rot="16200000">
            <a:off x="217257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etin kutusu 31"/>
          <p:cNvSpPr txBox="1"/>
          <p:nvPr/>
        </p:nvSpPr>
        <p:spPr>
          <a:xfrm>
            <a:off x="207627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1" name="Metin kutusu 40"/>
          <p:cNvSpPr txBox="1"/>
          <p:nvPr/>
        </p:nvSpPr>
        <p:spPr>
          <a:xfrm>
            <a:off x="3903607" y="3906584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>
            <a:off x="3120047" y="413040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etin kutusu 42"/>
          <p:cNvSpPr txBox="1"/>
          <p:nvPr/>
        </p:nvSpPr>
        <p:spPr>
          <a:xfrm>
            <a:off x="2141997" y="3893884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sp>
        <p:nvSpPr>
          <p:cNvPr id="44" name="Metin kutusu 43"/>
          <p:cNvSpPr txBox="1"/>
          <p:nvPr/>
        </p:nvSpPr>
        <p:spPr>
          <a:xfrm>
            <a:off x="3903607" y="4582763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5" name="Düz Ok Bağlayıcısı 44"/>
          <p:cNvCxnSpPr/>
          <p:nvPr/>
        </p:nvCxnSpPr>
        <p:spPr>
          <a:xfrm>
            <a:off x="3120047" y="4806588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Metin kutusu 45"/>
          <p:cNvSpPr txBox="1"/>
          <p:nvPr/>
        </p:nvSpPr>
        <p:spPr>
          <a:xfrm>
            <a:off x="2056846" y="4570063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8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08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2351628" y="67320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3" name="Dikdörtgen 22"/>
          <p:cNvSpPr/>
          <p:nvPr/>
        </p:nvSpPr>
        <p:spPr>
          <a:xfrm>
            <a:off x="2145262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2955286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 rot="5400000">
            <a:off x="219867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7683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0" name="Düz Ok Bağlayıcısı 29"/>
          <p:cNvCxnSpPr/>
          <p:nvPr/>
        </p:nvCxnSpPr>
        <p:spPr>
          <a:xfrm>
            <a:off x="3174657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Ok Bağlayıcısı 30"/>
          <p:cNvCxnSpPr/>
          <p:nvPr/>
        </p:nvCxnSpPr>
        <p:spPr>
          <a:xfrm>
            <a:off x="4996202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kdörtgen 32"/>
          <p:cNvSpPr/>
          <p:nvPr/>
        </p:nvSpPr>
        <p:spPr>
          <a:xfrm>
            <a:off x="7609894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8419918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 37"/>
          <p:cNvGrpSpPr/>
          <p:nvPr/>
        </p:nvGrpSpPr>
        <p:grpSpPr>
          <a:xfrm>
            <a:off x="5787111" y="1905083"/>
            <a:ext cx="1244601" cy="381000"/>
            <a:chOff x="4877578" y="2921077"/>
            <a:chExt cx="1244601" cy="381000"/>
          </a:xfrm>
        </p:grpSpPr>
        <p:sp>
          <p:nvSpPr>
            <p:cNvPr id="39" name="Dikdörtgen 38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7" name="Düz Ok Bağlayıcısı 36"/>
          <p:cNvCxnSpPr/>
          <p:nvPr/>
        </p:nvCxnSpPr>
        <p:spPr>
          <a:xfrm>
            <a:off x="6816506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52318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3903607" y="3906584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>
            <a:off x="3120047" y="413040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etin kutusu 42"/>
          <p:cNvSpPr txBox="1"/>
          <p:nvPr/>
        </p:nvSpPr>
        <p:spPr>
          <a:xfrm>
            <a:off x="2141997" y="3893884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cxnSp>
        <p:nvCxnSpPr>
          <p:cNvPr id="47" name="Düz Ok Bağlayıcısı 46"/>
          <p:cNvCxnSpPr/>
          <p:nvPr/>
        </p:nvCxnSpPr>
        <p:spPr>
          <a:xfrm rot="16200000">
            <a:off x="217257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207627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3832986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3970274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612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2351628" y="673200"/>
            <a:ext cx="4571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3" name="Dikdörtgen 22"/>
          <p:cNvSpPr/>
          <p:nvPr/>
        </p:nvSpPr>
        <p:spPr>
          <a:xfrm>
            <a:off x="2145262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2955286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 rot="5400000">
            <a:off x="219867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7683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>
            <a:off x="4996202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kdörtgen 32"/>
          <p:cNvSpPr/>
          <p:nvPr/>
        </p:nvSpPr>
        <p:spPr>
          <a:xfrm>
            <a:off x="7609894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8419918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 37"/>
          <p:cNvGrpSpPr/>
          <p:nvPr/>
        </p:nvGrpSpPr>
        <p:grpSpPr>
          <a:xfrm>
            <a:off x="5787111" y="1905083"/>
            <a:ext cx="1244601" cy="381000"/>
            <a:chOff x="4877578" y="2921077"/>
            <a:chExt cx="1244601" cy="381000"/>
          </a:xfrm>
        </p:grpSpPr>
        <p:sp>
          <p:nvSpPr>
            <p:cNvPr id="39" name="Dikdörtgen 38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7" name="Düz Ok Bağlayıcısı 36"/>
          <p:cNvCxnSpPr/>
          <p:nvPr/>
        </p:nvCxnSpPr>
        <p:spPr>
          <a:xfrm>
            <a:off x="6816506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54604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3903607" y="3906584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>
            <a:off x="3120047" y="413040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etin kutusu 42"/>
          <p:cNvSpPr txBox="1"/>
          <p:nvPr/>
        </p:nvSpPr>
        <p:spPr>
          <a:xfrm>
            <a:off x="2141997" y="3893884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cxnSp>
        <p:nvCxnSpPr>
          <p:cNvPr id="47" name="Düz Ok Bağlayıcısı 46"/>
          <p:cNvCxnSpPr/>
          <p:nvPr/>
        </p:nvCxnSpPr>
        <p:spPr>
          <a:xfrm rot="16200000">
            <a:off x="217257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207627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3832986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3970274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 flipV="1">
            <a:off x="3174657" y="1604015"/>
            <a:ext cx="0" cy="511284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etin kutusu 31"/>
          <p:cNvSpPr txBox="1"/>
          <p:nvPr/>
        </p:nvSpPr>
        <p:spPr>
          <a:xfrm>
            <a:off x="2860629" y="122519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4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36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2103964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sp>
        <p:nvSpPr>
          <p:cNvPr id="23" name="Dikdörtgen 22"/>
          <p:cNvSpPr/>
          <p:nvPr/>
        </p:nvSpPr>
        <p:spPr>
          <a:xfrm>
            <a:off x="2145262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2955286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 rot="5400000">
            <a:off x="219867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7683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>
            <a:off x="4996202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kdörtgen 32"/>
          <p:cNvSpPr/>
          <p:nvPr/>
        </p:nvSpPr>
        <p:spPr>
          <a:xfrm>
            <a:off x="7609894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8419918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 37"/>
          <p:cNvGrpSpPr/>
          <p:nvPr/>
        </p:nvGrpSpPr>
        <p:grpSpPr>
          <a:xfrm>
            <a:off x="5787111" y="1905083"/>
            <a:ext cx="1244601" cy="381000"/>
            <a:chOff x="4877578" y="2921077"/>
            <a:chExt cx="1244601" cy="381000"/>
          </a:xfrm>
        </p:grpSpPr>
        <p:sp>
          <p:nvSpPr>
            <p:cNvPr id="39" name="Dikdörtgen 38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7" name="Düz Ok Bağlayıcısı 36"/>
          <p:cNvCxnSpPr/>
          <p:nvPr/>
        </p:nvCxnSpPr>
        <p:spPr>
          <a:xfrm>
            <a:off x="6816506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56890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217257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207627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3832986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3970274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 flipV="1">
            <a:off x="3174657" y="1604015"/>
            <a:ext cx="0" cy="511284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etin kutusu 31"/>
          <p:cNvSpPr txBox="1"/>
          <p:nvPr/>
        </p:nvSpPr>
        <p:spPr>
          <a:xfrm>
            <a:off x="2860629" y="122519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1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22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2103964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sp>
        <p:nvSpPr>
          <p:cNvPr id="23" name="Dikdörtgen 22"/>
          <p:cNvSpPr/>
          <p:nvPr/>
        </p:nvSpPr>
        <p:spPr>
          <a:xfrm>
            <a:off x="2145262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4" name="Dikdörtgen 23"/>
          <p:cNvSpPr/>
          <p:nvPr/>
        </p:nvSpPr>
        <p:spPr>
          <a:xfrm>
            <a:off x="2955286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5" name="Düz Ok Bağlayıcısı 24"/>
          <p:cNvCxnSpPr/>
          <p:nvPr/>
        </p:nvCxnSpPr>
        <p:spPr>
          <a:xfrm rot="5400000">
            <a:off x="219867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477683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>
            <a:off x="4996202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kdörtgen 32"/>
          <p:cNvSpPr/>
          <p:nvPr/>
        </p:nvSpPr>
        <p:spPr>
          <a:xfrm>
            <a:off x="7609894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8419918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 37"/>
          <p:cNvGrpSpPr/>
          <p:nvPr/>
        </p:nvGrpSpPr>
        <p:grpSpPr>
          <a:xfrm>
            <a:off x="5787111" y="1905083"/>
            <a:ext cx="1244601" cy="381000"/>
            <a:chOff x="4877578" y="2921077"/>
            <a:chExt cx="1244601" cy="381000"/>
          </a:xfrm>
        </p:grpSpPr>
        <p:sp>
          <p:nvSpPr>
            <p:cNvPr id="39" name="Dikdörtgen 38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7" name="Düz Ok Bağlayıcısı 36"/>
          <p:cNvCxnSpPr/>
          <p:nvPr/>
        </p:nvCxnSpPr>
        <p:spPr>
          <a:xfrm>
            <a:off x="6816506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59049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396327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386697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3832986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3970274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 flipV="1">
            <a:off x="3174657" y="1604015"/>
            <a:ext cx="0" cy="511284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etin kutusu 31"/>
          <p:cNvSpPr txBox="1"/>
          <p:nvPr/>
        </p:nvSpPr>
        <p:spPr>
          <a:xfrm>
            <a:off x="2860629" y="122519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1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7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2103964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219867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3966807" y="1904187"/>
            <a:ext cx="1244601" cy="381000"/>
            <a:chOff x="3966807" y="190418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966807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4776831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1" name="Düz Ok Bağlayıcısı 30"/>
          <p:cNvCxnSpPr/>
          <p:nvPr/>
        </p:nvCxnSpPr>
        <p:spPr>
          <a:xfrm>
            <a:off x="4996202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7609894" y="1904187"/>
            <a:ext cx="1244601" cy="381000"/>
            <a:chOff x="7609894" y="1904187"/>
            <a:chExt cx="1244601" cy="381000"/>
          </a:xfrm>
        </p:grpSpPr>
        <p:sp>
          <p:nvSpPr>
            <p:cNvPr id="33" name="Dikdörtgen 32"/>
            <p:cNvSpPr/>
            <p:nvPr/>
          </p:nvSpPr>
          <p:spPr>
            <a:xfrm>
              <a:off x="7609894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8419918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 37"/>
          <p:cNvGrpSpPr/>
          <p:nvPr/>
        </p:nvGrpSpPr>
        <p:grpSpPr>
          <a:xfrm>
            <a:off x="5787111" y="1905083"/>
            <a:ext cx="1244601" cy="381000"/>
            <a:chOff x="4877578" y="2921077"/>
            <a:chExt cx="1244601" cy="381000"/>
          </a:xfrm>
        </p:grpSpPr>
        <p:sp>
          <p:nvSpPr>
            <p:cNvPr id="39" name="Dikdörtgen 38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7" name="Düz Ok Bağlayıcısı 36"/>
          <p:cNvCxnSpPr/>
          <p:nvPr/>
        </p:nvCxnSpPr>
        <p:spPr>
          <a:xfrm>
            <a:off x="6816506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59049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396327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386697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3832986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3970274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54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2103964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219867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3966807" y="1904187"/>
            <a:ext cx="1244601" cy="381000"/>
            <a:chOff x="3966807" y="190418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966807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4776831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1" name="Düz Ok Bağlayıcısı 30"/>
          <p:cNvCxnSpPr/>
          <p:nvPr/>
        </p:nvCxnSpPr>
        <p:spPr>
          <a:xfrm>
            <a:off x="4996202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7609894" y="1904187"/>
            <a:ext cx="1244601" cy="381000"/>
            <a:chOff x="7609894" y="1904187"/>
            <a:chExt cx="1244601" cy="381000"/>
          </a:xfrm>
        </p:grpSpPr>
        <p:sp>
          <p:nvSpPr>
            <p:cNvPr id="33" name="Dikdörtgen 32"/>
            <p:cNvSpPr/>
            <p:nvPr/>
          </p:nvSpPr>
          <p:spPr>
            <a:xfrm>
              <a:off x="7609894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8419918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 37"/>
          <p:cNvGrpSpPr/>
          <p:nvPr/>
        </p:nvGrpSpPr>
        <p:grpSpPr>
          <a:xfrm>
            <a:off x="5787111" y="1905083"/>
            <a:ext cx="1244601" cy="381000"/>
            <a:chOff x="4877578" y="2921077"/>
            <a:chExt cx="1244601" cy="381000"/>
          </a:xfrm>
        </p:grpSpPr>
        <p:sp>
          <p:nvSpPr>
            <p:cNvPr id="39" name="Dikdörtgen 38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7" name="Düz Ok Bağlayıcısı 36"/>
          <p:cNvCxnSpPr/>
          <p:nvPr/>
        </p:nvCxnSpPr>
        <p:spPr>
          <a:xfrm>
            <a:off x="6816506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396327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386697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3832986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3970274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>
            <a:off x="6294879" y="50032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24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2103964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219867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 2"/>
          <p:cNvGrpSpPr/>
          <p:nvPr/>
        </p:nvGrpSpPr>
        <p:grpSpPr>
          <a:xfrm>
            <a:off x="3966807" y="1904187"/>
            <a:ext cx="1244601" cy="381000"/>
            <a:chOff x="3966807" y="1904187"/>
            <a:chExt cx="1244601" cy="381000"/>
          </a:xfrm>
        </p:grpSpPr>
        <p:sp>
          <p:nvSpPr>
            <p:cNvPr id="26" name="Dikdörtgen 25"/>
            <p:cNvSpPr/>
            <p:nvPr/>
          </p:nvSpPr>
          <p:spPr>
            <a:xfrm>
              <a:off x="3966807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7" name="Dikdörtgen 26"/>
            <p:cNvSpPr/>
            <p:nvPr/>
          </p:nvSpPr>
          <p:spPr>
            <a:xfrm>
              <a:off x="4776831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1" name="Düz Ok Bağlayıcısı 30"/>
          <p:cNvCxnSpPr/>
          <p:nvPr/>
        </p:nvCxnSpPr>
        <p:spPr>
          <a:xfrm>
            <a:off x="4996202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7609894" y="1904187"/>
            <a:ext cx="1244601" cy="381000"/>
            <a:chOff x="7609894" y="1904187"/>
            <a:chExt cx="1244601" cy="381000"/>
          </a:xfrm>
        </p:grpSpPr>
        <p:sp>
          <p:nvSpPr>
            <p:cNvPr id="33" name="Dikdörtgen 32"/>
            <p:cNvSpPr/>
            <p:nvPr/>
          </p:nvSpPr>
          <p:spPr>
            <a:xfrm>
              <a:off x="7609894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8419918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 37"/>
          <p:cNvGrpSpPr/>
          <p:nvPr/>
        </p:nvGrpSpPr>
        <p:grpSpPr>
          <a:xfrm>
            <a:off x="5787111" y="1905083"/>
            <a:ext cx="1244601" cy="381000"/>
            <a:chOff x="4877578" y="2921077"/>
            <a:chExt cx="1244601" cy="381000"/>
          </a:xfrm>
        </p:grpSpPr>
        <p:sp>
          <p:nvSpPr>
            <p:cNvPr id="39" name="Dikdörtgen 38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7" name="Düz Ok Bağlayıcısı 36"/>
          <p:cNvCxnSpPr/>
          <p:nvPr/>
        </p:nvCxnSpPr>
        <p:spPr>
          <a:xfrm>
            <a:off x="6816506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396327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386697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5647269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578455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6294879" y="52318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83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2103964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219867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7609894" y="1904187"/>
            <a:ext cx="1244601" cy="381000"/>
            <a:chOff x="7609894" y="1904187"/>
            <a:chExt cx="1244601" cy="381000"/>
          </a:xfrm>
        </p:grpSpPr>
        <p:sp>
          <p:nvSpPr>
            <p:cNvPr id="33" name="Dikdörtgen 32"/>
            <p:cNvSpPr/>
            <p:nvPr/>
          </p:nvSpPr>
          <p:spPr>
            <a:xfrm>
              <a:off x="7609894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8419918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 37"/>
          <p:cNvGrpSpPr/>
          <p:nvPr/>
        </p:nvGrpSpPr>
        <p:grpSpPr>
          <a:xfrm>
            <a:off x="5787111" y="1905083"/>
            <a:ext cx="1244601" cy="381000"/>
            <a:chOff x="4877578" y="2921077"/>
            <a:chExt cx="1244601" cy="381000"/>
          </a:xfrm>
        </p:grpSpPr>
        <p:sp>
          <p:nvSpPr>
            <p:cNvPr id="39" name="Dikdörtgen 38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7" name="Düz Ok Bağlayıcısı 36"/>
          <p:cNvCxnSpPr/>
          <p:nvPr/>
        </p:nvCxnSpPr>
        <p:spPr>
          <a:xfrm>
            <a:off x="6816506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396327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386697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5647269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578455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>
            <a:off x="6294879" y="54604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06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3874708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3969421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7609894" y="1904187"/>
            <a:ext cx="1244601" cy="381000"/>
            <a:chOff x="7609894" y="1904187"/>
            <a:chExt cx="1244601" cy="381000"/>
          </a:xfrm>
        </p:grpSpPr>
        <p:sp>
          <p:nvSpPr>
            <p:cNvPr id="33" name="Dikdörtgen 32"/>
            <p:cNvSpPr/>
            <p:nvPr/>
          </p:nvSpPr>
          <p:spPr>
            <a:xfrm>
              <a:off x="7609894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8419918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 37"/>
          <p:cNvGrpSpPr/>
          <p:nvPr/>
        </p:nvGrpSpPr>
        <p:grpSpPr>
          <a:xfrm>
            <a:off x="5787111" y="1905083"/>
            <a:ext cx="1244601" cy="381000"/>
            <a:chOff x="4877578" y="2921077"/>
            <a:chExt cx="1244601" cy="381000"/>
          </a:xfrm>
        </p:grpSpPr>
        <p:sp>
          <p:nvSpPr>
            <p:cNvPr id="39" name="Dikdörtgen 38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7" name="Düz Ok Bağlayıcısı 36"/>
          <p:cNvCxnSpPr/>
          <p:nvPr/>
        </p:nvCxnSpPr>
        <p:spPr>
          <a:xfrm>
            <a:off x="6816506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396327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386697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5647269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578455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56890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46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3874708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3969421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7609894" y="1904187"/>
            <a:ext cx="1244601" cy="381000"/>
            <a:chOff x="7609894" y="1904187"/>
            <a:chExt cx="1244601" cy="381000"/>
          </a:xfrm>
        </p:grpSpPr>
        <p:sp>
          <p:nvSpPr>
            <p:cNvPr id="33" name="Dikdörtgen 32"/>
            <p:cNvSpPr/>
            <p:nvPr/>
          </p:nvSpPr>
          <p:spPr>
            <a:xfrm>
              <a:off x="7609894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8419918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 37"/>
          <p:cNvGrpSpPr/>
          <p:nvPr/>
        </p:nvGrpSpPr>
        <p:grpSpPr>
          <a:xfrm>
            <a:off x="5787111" y="1905083"/>
            <a:ext cx="1244601" cy="381000"/>
            <a:chOff x="4877578" y="2921077"/>
            <a:chExt cx="1244601" cy="381000"/>
          </a:xfrm>
        </p:grpSpPr>
        <p:sp>
          <p:nvSpPr>
            <p:cNvPr id="39" name="Dikdörtgen 38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7" name="Düz Ok Bağlayıcısı 36"/>
          <p:cNvCxnSpPr/>
          <p:nvPr/>
        </p:nvCxnSpPr>
        <p:spPr>
          <a:xfrm>
            <a:off x="6816506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5792075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5695771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5647269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578455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>
            <a:off x="6294879" y="59049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466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3874708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3969421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7609894" y="1904187"/>
            <a:ext cx="1244601" cy="381000"/>
            <a:chOff x="7609894" y="1904187"/>
            <a:chExt cx="1244601" cy="381000"/>
          </a:xfrm>
        </p:grpSpPr>
        <p:sp>
          <p:nvSpPr>
            <p:cNvPr id="33" name="Dikdörtgen 32"/>
            <p:cNvSpPr/>
            <p:nvPr/>
          </p:nvSpPr>
          <p:spPr>
            <a:xfrm>
              <a:off x="7609894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8419918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 37"/>
          <p:cNvGrpSpPr/>
          <p:nvPr/>
        </p:nvGrpSpPr>
        <p:grpSpPr>
          <a:xfrm>
            <a:off x="5787111" y="1905083"/>
            <a:ext cx="1244601" cy="381000"/>
            <a:chOff x="4877578" y="2921077"/>
            <a:chExt cx="1244601" cy="381000"/>
          </a:xfrm>
        </p:grpSpPr>
        <p:sp>
          <p:nvSpPr>
            <p:cNvPr id="39" name="Dikdörtgen 38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7" name="Düz Ok Bağlayıcısı 36"/>
          <p:cNvCxnSpPr/>
          <p:nvPr/>
        </p:nvCxnSpPr>
        <p:spPr>
          <a:xfrm>
            <a:off x="6816506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5792075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5695771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5647269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5784557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50032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56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3874708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3969421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7609894" y="1904187"/>
            <a:ext cx="1244601" cy="381000"/>
            <a:chOff x="7609894" y="1904187"/>
            <a:chExt cx="1244601" cy="381000"/>
          </a:xfrm>
        </p:grpSpPr>
        <p:sp>
          <p:nvSpPr>
            <p:cNvPr id="33" name="Dikdörtgen 32"/>
            <p:cNvSpPr/>
            <p:nvPr/>
          </p:nvSpPr>
          <p:spPr>
            <a:xfrm>
              <a:off x="7609894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8419918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 37"/>
          <p:cNvGrpSpPr/>
          <p:nvPr/>
        </p:nvGrpSpPr>
        <p:grpSpPr>
          <a:xfrm>
            <a:off x="5787111" y="1905083"/>
            <a:ext cx="1244601" cy="381000"/>
            <a:chOff x="4877578" y="2921077"/>
            <a:chExt cx="1244601" cy="381000"/>
          </a:xfrm>
        </p:grpSpPr>
        <p:sp>
          <p:nvSpPr>
            <p:cNvPr id="39" name="Dikdörtgen 38"/>
            <p:cNvSpPr/>
            <p:nvPr/>
          </p:nvSpPr>
          <p:spPr>
            <a:xfrm>
              <a:off x="4877578" y="292107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0" name="Dikdörtgen 39"/>
            <p:cNvSpPr/>
            <p:nvPr/>
          </p:nvSpPr>
          <p:spPr>
            <a:xfrm>
              <a:off x="5687602" y="292107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7" name="Düz Ok Bağlayıcısı 36"/>
          <p:cNvCxnSpPr/>
          <p:nvPr/>
        </p:nvCxnSpPr>
        <p:spPr>
          <a:xfrm>
            <a:off x="6816506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5792075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5695771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7461551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7598839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>
            <a:off x="6294879" y="52318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98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3874708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3969421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7609894" y="1904187"/>
            <a:ext cx="1244601" cy="381000"/>
            <a:chOff x="7609894" y="1904187"/>
            <a:chExt cx="1244601" cy="381000"/>
          </a:xfrm>
        </p:grpSpPr>
        <p:sp>
          <p:nvSpPr>
            <p:cNvPr id="33" name="Dikdörtgen 32"/>
            <p:cNvSpPr/>
            <p:nvPr/>
          </p:nvSpPr>
          <p:spPr>
            <a:xfrm>
              <a:off x="7609894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8419918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kdörtgen 38"/>
          <p:cNvSpPr/>
          <p:nvPr/>
        </p:nvSpPr>
        <p:spPr>
          <a:xfrm>
            <a:off x="5787111" y="1905083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5363422" y="1905083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/>
          <p:nvPr/>
        </p:nvCxnSpPr>
        <p:spPr>
          <a:xfrm flipH="1">
            <a:off x="4769993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5792075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5695771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7461551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7598839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54604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99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5703508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5798221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7609894" y="1904187"/>
            <a:ext cx="1244601" cy="381000"/>
            <a:chOff x="7609894" y="1904187"/>
            <a:chExt cx="1244601" cy="381000"/>
          </a:xfrm>
        </p:grpSpPr>
        <p:sp>
          <p:nvSpPr>
            <p:cNvPr id="33" name="Dikdörtgen 32"/>
            <p:cNvSpPr/>
            <p:nvPr/>
          </p:nvSpPr>
          <p:spPr>
            <a:xfrm>
              <a:off x="7609894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8419918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kdörtgen 38"/>
          <p:cNvSpPr/>
          <p:nvPr/>
        </p:nvSpPr>
        <p:spPr>
          <a:xfrm>
            <a:off x="5787111" y="1905083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5363422" y="1905083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/>
          <p:nvPr/>
        </p:nvCxnSpPr>
        <p:spPr>
          <a:xfrm flipH="1">
            <a:off x="4769993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5792075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5695771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7461551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7598839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>
            <a:off x="6294879" y="56890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27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5703508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5798221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7609894" y="1904187"/>
            <a:ext cx="1244601" cy="381000"/>
            <a:chOff x="7609894" y="1904187"/>
            <a:chExt cx="1244601" cy="381000"/>
          </a:xfrm>
        </p:grpSpPr>
        <p:sp>
          <p:nvSpPr>
            <p:cNvPr id="33" name="Dikdörtgen 32"/>
            <p:cNvSpPr/>
            <p:nvPr/>
          </p:nvSpPr>
          <p:spPr>
            <a:xfrm>
              <a:off x="7609894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8419918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kdörtgen 38"/>
          <p:cNvSpPr/>
          <p:nvPr/>
        </p:nvSpPr>
        <p:spPr>
          <a:xfrm>
            <a:off x="5787111" y="1905083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5363422" y="1905083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/>
          <p:nvPr/>
        </p:nvCxnSpPr>
        <p:spPr>
          <a:xfrm flipH="1">
            <a:off x="4769993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760635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751005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7461551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7598839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59049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51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5703508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5798221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7609894" y="1904187"/>
            <a:ext cx="1244601" cy="381000"/>
            <a:chOff x="7609894" y="1904187"/>
            <a:chExt cx="1244601" cy="381000"/>
          </a:xfrm>
        </p:grpSpPr>
        <p:sp>
          <p:nvSpPr>
            <p:cNvPr id="33" name="Dikdörtgen 32"/>
            <p:cNvSpPr/>
            <p:nvPr/>
          </p:nvSpPr>
          <p:spPr>
            <a:xfrm>
              <a:off x="7609894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8419918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kdörtgen 38"/>
          <p:cNvSpPr/>
          <p:nvPr/>
        </p:nvSpPr>
        <p:spPr>
          <a:xfrm>
            <a:off x="5787111" y="1905083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5363422" y="1905083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/>
          <p:nvPr/>
        </p:nvCxnSpPr>
        <p:spPr>
          <a:xfrm flipH="1">
            <a:off x="4769993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760635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751005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7461551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7598839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>
            <a:off x="6294879" y="50032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82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5703508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5798221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7609894" y="1904187"/>
            <a:ext cx="1244601" cy="381000"/>
            <a:chOff x="7609894" y="1904187"/>
            <a:chExt cx="1244601" cy="381000"/>
          </a:xfrm>
        </p:grpSpPr>
        <p:sp>
          <p:nvSpPr>
            <p:cNvPr id="33" name="Dikdörtgen 32"/>
            <p:cNvSpPr/>
            <p:nvPr/>
          </p:nvSpPr>
          <p:spPr>
            <a:xfrm>
              <a:off x="7609894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34" name="Dikdörtgen 33"/>
            <p:cNvSpPr/>
            <p:nvPr/>
          </p:nvSpPr>
          <p:spPr>
            <a:xfrm>
              <a:off x="8419918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>
            <a:off x="8639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kdörtgen 38"/>
          <p:cNvSpPr/>
          <p:nvPr/>
        </p:nvSpPr>
        <p:spPr>
          <a:xfrm>
            <a:off x="5787111" y="1905083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5363422" y="1905083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/>
          <p:nvPr/>
        </p:nvCxnSpPr>
        <p:spPr>
          <a:xfrm flipH="1">
            <a:off x="4769993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760635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751005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9203261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9340549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52318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11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5703508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5798221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kdörtgen 32"/>
          <p:cNvSpPr/>
          <p:nvPr/>
        </p:nvSpPr>
        <p:spPr>
          <a:xfrm>
            <a:off x="7609894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7171690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 flipH="1">
            <a:off x="6607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kdörtgen 38"/>
          <p:cNvSpPr/>
          <p:nvPr/>
        </p:nvSpPr>
        <p:spPr>
          <a:xfrm>
            <a:off x="5787111" y="1905083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5363422" y="1905083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/>
          <p:nvPr/>
        </p:nvCxnSpPr>
        <p:spPr>
          <a:xfrm flipH="1">
            <a:off x="4769993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760635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751005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9203261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9340549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>
            <a:off x="6294879" y="54604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88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7517791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7612504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kdörtgen 32"/>
          <p:cNvSpPr/>
          <p:nvPr/>
        </p:nvSpPr>
        <p:spPr>
          <a:xfrm>
            <a:off x="7609894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7171690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 flipH="1">
            <a:off x="6607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kdörtgen 38"/>
          <p:cNvSpPr/>
          <p:nvPr/>
        </p:nvSpPr>
        <p:spPr>
          <a:xfrm>
            <a:off x="5787111" y="1905083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5363422" y="1905083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/>
          <p:nvPr/>
        </p:nvCxnSpPr>
        <p:spPr>
          <a:xfrm flipH="1">
            <a:off x="4769993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760635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751005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9203261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9340549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56890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8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87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7517791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7612504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kdörtgen 32"/>
          <p:cNvSpPr/>
          <p:nvPr/>
        </p:nvSpPr>
        <p:spPr>
          <a:xfrm>
            <a:off x="7609894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7171690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 flipH="1">
            <a:off x="6607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kdörtgen 38"/>
          <p:cNvSpPr/>
          <p:nvPr/>
        </p:nvSpPr>
        <p:spPr>
          <a:xfrm>
            <a:off x="5787111" y="1905083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5363422" y="1905083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/>
          <p:nvPr/>
        </p:nvCxnSpPr>
        <p:spPr>
          <a:xfrm flipH="1">
            <a:off x="4769993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934806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925176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9203261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9340549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üz Ok Bağlayıcısı 28"/>
          <p:cNvCxnSpPr/>
          <p:nvPr/>
        </p:nvCxnSpPr>
        <p:spPr>
          <a:xfrm>
            <a:off x="6294879" y="59049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8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252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7517791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7612504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kdörtgen 32"/>
          <p:cNvSpPr/>
          <p:nvPr/>
        </p:nvSpPr>
        <p:spPr>
          <a:xfrm>
            <a:off x="7609894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7171690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 flipH="1">
            <a:off x="6607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kdörtgen 38"/>
          <p:cNvSpPr/>
          <p:nvPr/>
        </p:nvSpPr>
        <p:spPr>
          <a:xfrm>
            <a:off x="5787111" y="1905083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5363422" y="1905083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/>
          <p:nvPr/>
        </p:nvCxnSpPr>
        <p:spPr>
          <a:xfrm flipH="1">
            <a:off x="4769993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934806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925176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9203261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9340549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50032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8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etin kutusu 15"/>
          <p:cNvSpPr txBox="1"/>
          <p:nvPr/>
        </p:nvSpPr>
        <p:spPr>
          <a:xfrm>
            <a:off x="7517791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7612504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kdörtgen 32"/>
          <p:cNvSpPr/>
          <p:nvPr/>
        </p:nvSpPr>
        <p:spPr>
          <a:xfrm>
            <a:off x="7609894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7171690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 flipH="1">
            <a:off x="6607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kdörtgen 38"/>
          <p:cNvSpPr/>
          <p:nvPr/>
        </p:nvSpPr>
        <p:spPr>
          <a:xfrm>
            <a:off x="5787111" y="1905083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5363422" y="1905083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/>
          <p:nvPr/>
        </p:nvCxnSpPr>
        <p:spPr>
          <a:xfrm flipH="1">
            <a:off x="4769993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934806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925176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9203261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9340549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6294879" y="636754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2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62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943725" y="4117710"/>
            <a:ext cx="5233034" cy="24537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ilk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5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5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5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500" dirty="0">
                <a:solidFill>
                  <a:srgbClr val="6A3E3E"/>
                </a:solidFill>
                <a:latin typeface="Consolas" panose="020B0609020204030204" pitchFamily="49" charset="0"/>
              </a:rPr>
              <a:t>sonraki</a:t>
            </a:r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5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5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5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sz="15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500" dirty="0">
              <a:latin typeface="Lucida Console" panose="020B0609040504020204" pitchFamily="49" charset="0"/>
            </a:endParaRPr>
          </a:p>
        </p:txBody>
      </p:sp>
      <p:sp>
        <p:nvSpPr>
          <p:cNvPr id="16" name="Metin kutusu 15"/>
          <p:cNvSpPr txBox="1"/>
          <p:nvPr/>
        </p:nvSpPr>
        <p:spPr>
          <a:xfrm>
            <a:off x="7517791" y="673200"/>
            <a:ext cx="9525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onceki</a:t>
            </a:r>
            <a:endParaRPr lang="tr-TR" sz="2200" b="1" dirty="0"/>
          </a:p>
        </p:txBody>
      </p:sp>
      <p:grpSp>
        <p:nvGrpSpPr>
          <p:cNvPr id="2" name="Grup 1"/>
          <p:cNvGrpSpPr/>
          <p:nvPr/>
        </p:nvGrpSpPr>
        <p:grpSpPr>
          <a:xfrm flipH="1">
            <a:off x="1709834" y="1904187"/>
            <a:ext cx="1244601" cy="381000"/>
            <a:chOff x="2145262" y="1904187"/>
            <a:chExt cx="1244601" cy="381000"/>
          </a:xfrm>
        </p:grpSpPr>
        <p:sp>
          <p:nvSpPr>
            <p:cNvPr id="23" name="Dikdörtgen 22"/>
            <p:cNvSpPr/>
            <p:nvPr/>
          </p:nvSpPr>
          <p:spPr>
            <a:xfrm>
              <a:off x="2145262" y="19041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4" name="Dikdörtgen 23"/>
            <p:cNvSpPr/>
            <p:nvPr/>
          </p:nvSpPr>
          <p:spPr>
            <a:xfrm>
              <a:off x="2955286" y="19041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Düz Ok Bağlayıcısı 24"/>
          <p:cNvCxnSpPr/>
          <p:nvPr/>
        </p:nvCxnSpPr>
        <p:spPr>
          <a:xfrm rot="5400000">
            <a:off x="7612504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kdörtgen 25"/>
          <p:cNvSpPr/>
          <p:nvPr/>
        </p:nvSpPr>
        <p:spPr>
          <a:xfrm>
            <a:off x="3966807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3528601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1" name="Düz Ok Bağlayıcısı 30"/>
          <p:cNvCxnSpPr/>
          <p:nvPr/>
        </p:nvCxnSpPr>
        <p:spPr>
          <a:xfrm flipH="1">
            <a:off x="2964203" y="2115299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kdörtgen 32"/>
          <p:cNvSpPr/>
          <p:nvPr/>
        </p:nvSpPr>
        <p:spPr>
          <a:xfrm>
            <a:off x="7609894" y="1904187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4" name="Dikdörtgen 33"/>
          <p:cNvSpPr/>
          <p:nvPr/>
        </p:nvSpPr>
        <p:spPr>
          <a:xfrm>
            <a:off x="7171690" y="1904187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35" name="Metin kutusu 34"/>
          <p:cNvSpPr txBox="1"/>
          <p:nvPr/>
        </p:nvSpPr>
        <p:spPr>
          <a:xfrm>
            <a:off x="9422849" y="1870862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36" name="Düz Ok Bağlayıcısı 35"/>
          <p:cNvCxnSpPr/>
          <p:nvPr/>
        </p:nvCxnSpPr>
        <p:spPr>
          <a:xfrm flipH="1">
            <a:off x="6607289" y="209468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ikdörtgen 38"/>
          <p:cNvSpPr/>
          <p:nvPr/>
        </p:nvSpPr>
        <p:spPr>
          <a:xfrm>
            <a:off x="5787111" y="1905083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5363422" y="1905083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37" name="Düz Ok Bağlayıcısı 36"/>
          <p:cNvCxnSpPr/>
          <p:nvPr/>
        </p:nvCxnSpPr>
        <p:spPr>
          <a:xfrm flipH="1">
            <a:off x="4769993" y="212181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Düz Ok Bağlayıcısı 46"/>
          <p:cNvCxnSpPr/>
          <p:nvPr/>
        </p:nvCxnSpPr>
        <p:spPr>
          <a:xfrm rot="16200000">
            <a:off x="9348068" y="2808324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etin kutusu 47"/>
          <p:cNvSpPr txBox="1"/>
          <p:nvPr/>
        </p:nvSpPr>
        <p:spPr>
          <a:xfrm>
            <a:off x="9251764" y="3212290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49" name="Metin kutusu 48"/>
          <p:cNvSpPr txBox="1"/>
          <p:nvPr/>
        </p:nvSpPr>
        <p:spPr>
          <a:xfrm>
            <a:off x="9203261" y="673200"/>
            <a:ext cx="10376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sonraki</a:t>
            </a:r>
            <a:endParaRPr lang="tr-TR" sz="2200" b="1" dirty="0"/>
          </a:p>
        </p:txBody>
      </p:sp>
      <p:cxnSp>
        <p:nvCxnSpPr>
          <p:cNvPr id="50" name="Düz Ok Bağlayıcısı 49"/>
          <p:cNvCxnSpPr/>
          <p:nvPr/>
        </p:nvCxnSpPr>
        <p:spPr>
          <a:xfrm rot="5400000">
            <a:off x="9340549" y="1495867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 flipH="1">
            <a:off x="525819" y="1889031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cxnSp>
        <p:nvCxnSpPr>
          <p:cNvPr id="41" name="Düz Ok Bağlayıcısı 40"/>
          <p:cNvCxnSpPr/>
          <p:nvPr/>
        </p:nvCxnSpPr>
        <p:spPr>
          <a:xfrm flipH="1">
            <a:off x="1150141" y="2112856"/>
            <a:ext cx="78356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4869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Listede Orta </a:t>
            </a:r>
            <a:r>
              <a:rPr lang="tr-TR" dirty="0"/>
              <a:t>Elemanı Bulma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ortaElemaniBul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yavas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hizli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hizli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hizli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yavas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yavas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Yavaş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işaretçi bir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adım ilerler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hizli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hizli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Hızlı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işaretçi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iki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ilerler</a:t>
            </a:r>
            <a:endParaRPr lang="tr-TR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"Orta Eleman: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yavas</a:t>
            </a:r>
            <a:r>
              <a:rPr lang="tr-T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yavas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68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Listeyi </a:t>
            </a:r>
            <a:r>
              <a:rPr lang="tr-TR" dirty="0" smtClean="0"/>
              <a:t>Kopyalama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TekYonluBagliListe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kopyala()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TekYonluBagliListe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kopyaListe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TekYonluBagliListe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kopyaListe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.sonaEkle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kopyaListe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.listeyiYazdir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kopyaListe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4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Listeden Tekrarlayanları Kaldırma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tekrarlayanlariKaldir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TekYonluBagliListe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kume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TekYonluBagliListe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kume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.elemaniAra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Tekrarlayan elemanı listeden çıkar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kume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.sonaEkle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onceki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 Sıralı Listeyi Birleştirme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TekYonluBagliListe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birlestir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liste1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liste2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TekYonluBagliListe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birlesmisListe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TekYonluBagliListe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gecici1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liste1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gecici2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liste2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gecici1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gecici2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gecici1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gecici2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birlesmisListe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.sonaEkle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gecici1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gecici1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gecici1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birlesmisListe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.sonaEkle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gecici2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gecici2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gecici2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540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 Sıralı Listeyi Birleştirme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gecici1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birlesmisListe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.sonaEkle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gecici1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gecici1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gecici1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gecici2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birlesmisListe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.sonaEkle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gecici2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gecici2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gecici2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birlesmisListe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10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Tek Yönlü Bağlı </a:t>
            </a:r>
            <a:r>
              <a:rPr lang="tr-TR" dirty="0"/>
              <a:t>Listeyi Sıralama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sırala()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suanki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suanki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diger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suanki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diger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suanki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diger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Elemanları değiştir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suanki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suanki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diger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diger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diger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diger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suanki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suanki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98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243363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Çift Yönlü Bağlı Liste (</a:t>
            </a:r>
            <a:r>
              <a:rPr lang="tr-TR" dirty="0" err="1"/>
              <a:t>Doubly</a:t>
            </a:r>
            <a:r>
              <a:rPr lang="tr-TR" dirty="0"/>
              <a:t> </a:t>
            </a:r>
            <a:r>
              <a:rPr lang="tr-TR" dirty="0" err="1"/>
              <a:t>Linked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algn="l"/>
            <a:r>
              <a:rPr lang="tr-TR" dirty="0" smtClean="0"/>
              <a:t>Düğümlerin </a:t>
            </a:r>
            <a:r>
              <a:rPr lang="tr-TR" dirty="0"/>
              <a:t>birbirine çift yönlü bağlandığı veri yapısıdır.</a:t>
            </a:r>
          </a:p>
          <a:p>
            <a:pPr algn="l"/>
            <a:r>
              <a:rPr lang="tr-TR" dirty="0" smtClean="0"/>
              <a:t>Her </a:t>
            </a:r>
            <a:r>
              <a:rPr lang="tr-TR" dirty="0" smtClean="0"/>
              <a:t>düğüm </a:t>
            </a:r>
            <a:r>
              <a:rPr lang="tr-TR" dirty="0"/>
              <a:t>iki </a:t>
            </a:r>
            <a:r>
              <a:rPr lang="tr-TR" dirty="0" smtClean="0"/>
              <a:t>işaretçi tutar: </a:t>
            </a:r>
            <a:endParaRPr lang="tr-TR" dirty="0" smtClean="0"/>
          </a:p>
          <a:p>
            <a:pPr lvl="1" algn="l"/>
            <a:r>
              <a:rPr lang="tr-TR" dirty="0" smtClean="0"/>
              <a:t>Kendinden önceki düğüm </a:t>
            </a:r>
            <a:endParaRPr lang="tr-TR" dirty="0" smtClean="0"/>
          </a:p>
          <a:p>
            <a:pPr lvl="1" algn="l"/>
            <a:r>
              <a:rPr lang="tr-TR" dirty="0" smtClean="0"/>
              <a:t>Kendinden sonraki düğüm</a:t>
            </a:r>
            <a:endParaRPr lang="tr-TR" dirty="0"/>
          </a:p>
          <a:p>
            <a:pPr algn="l"/>
            <a:r>
              <a:rPr lang="tr-TR" dirty="0" smtClean="0"/>
              <a:t>Liste, </a:t>
            </a:r>
            <a:r>
              <a:rPr lang="tr-TR" dirty="0"/>
              <a:t>her iki </a:t>
            </a:r>
            <a:r>
              <a:rPr lang="tr-TR" dirty="0" smtClean="0"/>
              <a:t>yönde gezilebilir.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213</a:t>
            </a:fld>
            <a:endParaRPr lang="en-US" dirty="0"/>
          </a:p>
        </p:txBody>
      </p:sp>
      <p:grpSp>
        <p:nvGrpSpPr>
          <p:cNvPr id="7" name="Grup 13"/>
          <p:cNvGrpSpPr/>
          <p:nvPr/>
        </p:nvGrpSpPr>
        <p:grpSpPr>
          <a:xfrm>
            <a:off x="3934576" y="4744482"/>
            <a:ext cx="4322847" cy="1367967"/>
            <a:chOff x="6937829" y="4820629"/>
            <a:chExt cx="4322847" cy="1367967"/>
          </a:xfrm>
        </p:grpSpPr>
        <p:sp>
          <p:nvSpPr>
            <p:cNvPr id="8" name="Dikdörtgen 14"/>
            <p:cNvSpPr/>
            <p:nvPr/>
          </p:nvSpPr>
          <p:spPr>
            <a:xfrm>
              <a:off x="6937829" y="4820629"/>
              <a:ext cx="4322847" cy="1367967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r-T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tr-TR"/>
            </a:p>
          </p:txBody>
        </p:sp>
        <p:grpSp>
          <p:nvGrpSpPr>
            <p:cNvPr id="9" name="Grup 15"/>
            <p:cNvGrpSpPr/>
            <p:nvPr/>
          </p:nvGrpSpPr>
          <p:grpSpPr>
            <a:xfrm>
              <a:off x="8602837" y="5125846"/>
              <a:ext cx="1944000" cy="381000"/>
              <a:chOff x="7340600" y="5207000"/>
              <a:chExt cx="1944000" cy="381000"/>
            </a:xfrm>
          </p:grpSpPr>
          <p:sp>
            <p:nvSpPr>
              <p:cNvPr id="14" name="Dikdörtgen 20"/>
              <p:cNvSpPr/>
              <p:nvPr/>
            </p:nvSpPr>
            <p:spPr>
              <a:xfrm>
                <a:off x="7340600" y="5207000"/>
                <a:ext cx="972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veri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Dikdörtgen 21"/>
              <p:cNvSpPr/>
              <p:nvPr/>
            </p:nvSpPr>
            <p:spPr>
              <a:xfrm>
                <a:off x="8312600" y="5207000"/>
                <a:ext cx="972000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tr-T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sonraki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0" name="Düz Ok Bağlayıcısı 16"/>
            <p:cNvCxnSpPr/>
            <p:nvPr/>
          </p:nvCxnSpPr>
          <p:spPr>
            <a:xfrm>
              <a:off x="10471887" y="5331336"/>
              <a:ext cx="6477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Metin kutusu 17"/>
            <p:cNvSpPr txBox="1"/>
            <p:nvPr/>
          </p:nvSpPr>
          <p:spPr>
            <a:xfrm>
              <a:off x="8233570" y="5630043"/>
              <a:ext cx="171053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tr-T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tr-TR" sz="2200" b="1" dirty="0" smtClean="0"/>
                <a:t>ListeDugumu</a:t>
              </a:r>
              <a:endParaRPr lang="tr-TR" sz="2200" b="1" dirty="0"/>
            </a:p>
          </p:txBody>
        </p:sp>
        <p:sp>
          <p:nvSpPr>
            <p:cNvPr id="12" name="Dikdörtgen 18"/>
            <p:cNvSpPr/>
            <p:nvPr/>
          </p:nvSpPr>
          <p:spPr>
            <a:xfrm>
              <a:off x="7630837" y="5123612"/>
              <a:ext cx="972000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tr-T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onceki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Düz Ok Bağlayıcısı 19"/>
            <p:cNvCxnSpPr/>
            <p:nvPr/>
          </p:nvCxnSpPr>
          <p:spPr>
            <a:xfrm flipH="1">
              <a:off x="7075540" y="5328672"/>
              <a:ext cx="6477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024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Çift Yönlü Bağlı </a:t>
            </a:r>
            <a:r>
              <a:rPr lang="tr-TR" dirty="0" smtClean="0"/>
              <a:t>Liste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algn="l"/>
            <a:r>
              <a:rPr lang="tr-TR" dirty="0" smtClean="0"/>
              <a:t>Listedeki öğelere, </a:t>
            </a:r>
            <a:r>
              <a:rPr lang="tr-TR" dirty="0"/>
              <a:t>hem ileri hem de geri yönde erişim </a:t>
            </a:r>
            <a:r>
              <a:rPr lang="tr-TR" dirty="0" smtClean="0"/>
              <a:t>sağlanır.</a:t>
            </a:r>
          </a:p>
          <a:p>
            <a:pPr algn="l"/>
            <a:r>
              <a:rPr lang="tr-TR" dirty="0" smtClean="0"/>
              <a:t>Bir düğüm eklendiğinde işaretçiler her iki yönde de güncellenmelidir.</a:t>
            </a:r>
          </a:p>
          <a:p>
            <a:pPr algn="l"/>
            <a:r>
              <a:rPr lang="tr-TR" dirty="0" smtClean="0"/>
              <a:t>Bir düğüm çıkarıldığında, hem önceki hem de sonraki düğümün işaretçileri güncellenmelidir.</a:t>
            </a:r>
          </a:p>
          <a:p>
            <a:pPr algn="l"/>
            <a:r>
              <a:rPr lang="tr-TR" dirty="0" smtClean="0"/>
              <a:t>Arama hem ileri yönde, hem de geri yönde gezinerek yapılabilir.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302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Çift Yönlü Bağlı Liste (</a:t>
            </a:r>
            <a:r>
              <a:rPr lang="tr-TR" dirty="0" err="1"/>
              <a:t>Doubly</a:t>
            </a:r>
            <a:r>
              <a:rPr lang="tr-TR" dirty="0"/>
              <a:t> </a:t>
            </a:r>
            <a:r>
              <a:rPr lang="tr-TR" dirty="0" err="1"/>
              <a:t>Linked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58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Çift Yönlü Bağlı Liste (</a:t>
            </a:r>
            <a:r>
              <a:rPr lang="tr-TR" dirty="0" err="1"/>
              <a:t>Doubly</a:t>
            </a:r>
            <a:r>
              <a:rPr lang="tr-TR" dirty="0"/>
              <a:t> </a:t>
            </a:r>
            <a:r>
              <a:rPr lang="tr-TR" dirty="0" err="1"/>
              <a:t>Linked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algn="l"/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216</a:t>
            </a:fld>
            <a:endParaRPr lang="en-US" dirty="0"/>
          </a:p>
        </p:txBody>
      </p:sp>
      <p:grpSp>
        <p:nvGrpSpPr>
          <p:cNvPr id="7" name="Grup 3"/>
          <p:cNvGrpSpPr/>
          <p:nvPr/>
        </p:nvGrpSpPr>
        <p:grpSpPr>
          <a:xfrm>
            <a:off x="1095042" y="3162163"/>
            <a:ext cx="10001916" cy="1352106"/>
            <a:chOff x="946329" y="1198891"/>
            <a:chExt cx="10001916" cy="1352106"/>
          </a:xfrm>
        </p:grpSpPr>
        <p:sp>
          <p:nvSpPr>
            <p:cNvPr id="8" name="Metin kutusu 23"/>
            <p:cNvSpPr txBox="1"/>
            <p:nvPr/>
          </p:nvSpPr>
          <p:spPr>
            <a:xfrm>
              <a:off x="2499014" y="1198891"/>
              <a:ext cx="45717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ilk</a:t>
              </a:r>
              <a:endParaRPr lang="tr-TR" sz="2200" b="1" dirty="0"/>
            </a:p>
          </p:txBody>
        </p:sp>
        <p:sp>
          <p:nvSpPr>
            <p:cNvPr id="9" name="Metin kutusu 56"/>
            <p:cNvSpPr txBox="1"/>
            <p:nvPr/>
          </p:nvSpPr>
          <p:spPr>
            <a:xfrm>
              <a:off x="10324355" y="2120110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sp>
          <p:nvSpPr>
            <p:cNvPr id="10" name="Metin kutusu 18"/>
            <p:cNvSpPr txBox="1"/>
            <p:nvPr/>
          </p:nvSpPr>
          <p:spPr>
            <a:xfrm>
              <a:off x="946329" y="2116593"/>
              <a:ext cx="6238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  <p:grpSp>
          <p:nvGrpSpPr>
            <p:cNvPr id="11" name="Grup 2"/>
            <p:cNvGrpSpPr/>
            <p:nvPr/>
          </p:nvGrpSpPr>
          <p:grpSpPr>
            <a:xfrm>
              <a:off x="4029632" y="2148799"/>
              <a:ext cx="1680826" cy="381000"/>
              <a:chOff x="1758257" y="2922987"/>
              <a:chExt cx="1680826" cy="381000"/>
            </a:xfrm>
          </p:grpSpPr>
          <p:sp>
            <p:nvSpPr>
              <p:cNvPr id="35" name="Dikdörtgen 24"/>
              <p:cNvSpPr/>
              <p:nvPr/>
            </p:nvSpPr>
            <p:spPr>
              <a:xfrm>
                <a:off x="2194482" y="2922987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10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Dikdörtgen 25"/>
              <p:cNvSpPr/>
              <p:nvPr/>
            </p:nvSpPr>
            <p:spPr>
              <a:xfrm>
                <a:off x="3004506" y="2922987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Dikdörtgen 29"/>
              <p:cNvSpPr/>
              <p:nvPr/>
            </p:nvSpPr>
            <p:spPr>
              <a:xfrm>
                <a:off x="1758257" y="2922987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up 34"/>
            <p:cNvGrpSpPr/>
            <p:nvPr/>
          </p:nvGrpSpPr>
          <p:grpSpPr>
            <a:xfrm>
              <a:off x="6174449" y="2146812"/>
              <a:ext cx="1680826" cy="381000"/>
              <a:chOff x="1758257" y="2922987"/>
              <a:chExt cx="1680826" cy="381000"/>
            </a:xfrm>
          </p:grpSpPr>
          <p:sp>
            <p:nvSpPr>
              <p:cNvPr id="32" name="Dikdörtgen 35"/>
              <p:cNvSpPr/>
              <p:nvPr/>
            </p:nvSpPr>
            <p:spPr>
              <a:xfrm>
                <a:off x="2194482" y="2922987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15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Dikdörtgen 37"/>
              <p:cNvSpPr/>
              <p:nvPr/>
            </p:nvSpPr>
            <p:spPr>
              <a:xfrm>
                <a:off x="3004506" y="2922987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Dikdörtgen 39"/>
              <p:cNvSpPr/>
              <p:nvPr/>
            </p:nvSpPr>
            <p:spPr>
              <a:xfrm>
                <a:off x="1758257" y="2922987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 40"/>
            <p:cNvGrpSpPr/>
            <p:nvPr/>
          </p:nvGrpSpPr>
          <p:grpSpPr>
            <a:xfrm>
              <a:off x="8314325" y="2149138"/>
              <a:ext cx="1680826" cy="381000"/>
              <a:chOff x="1758257" y="2922987"/>
              <a:chExt cx="1680826" cy="381000"/>
            </a:xfrm>
          </p:grpSpPr>
          <p:sp>
            <p:nvSpPr>
              <p:cNvPr id="29" name="Dikdörtgen 41"/>
              <p:cNvSpPr/>
              <p:nvPr/>
            </p:nvSpPr>
            <p:spPr>
              <a:xfrm>
                <a:off x="2194482" y="2922987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 smtClean="0">
                    <a:solidFill>
                      <a:schemeClr val="tx1"/>
                    </a:solidFill>
                  </a:rPr>
                  <a:t>25</a:t>
                </a:r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Dikdörtgen 44"/>
              <p:cNvSpPr/>
              <p:nvPr/>
            </p:nvSpPr>
            <p:spPr>
              <a:xfrm>
                <a:off x="3004506" y="2922987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Dikdörtgen 45"/>
              <p:cNvSpPr/>
              <p:nvPr/>
            </p:nvSpPr>
            <p:spPr>
              <a:xfrm>
                <a:off x="1758257" y="2922987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Grup 47"/>
            <p:cNvGrpSpPr/>
            <p:nvPr/>
          </p:nvGrpSpPr>
          <p:grpSpPr>
            <a:xfrm>
              <a:off x="1886367" y="2146812"/>
              <a:ext cx="1680826" cy="381000"/>
              <a:chOff x="1758257" y="2922987"/>
              <a:chExt cx="1680826" cy="381000"/>
            </a:xfrm>
          </p:grpSpPr>
          <p:sp>
            <p:nvSpPr>
              <p:cNvPr id="26" name="Dikdörtgen 48"/>
              <p:cNvSpPr/>
              <p:nvPr/>
            </p:nvSpPr>
            <p:spPr>
              <a:xfrm>
                <a:off x="2194482" y="2922987"/>
                <a:ext cx="810023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r-T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7" name="Dikdörtgen 49"/>
              <p:cNvSpPr/>
              <p:nvPr/>
            </p:nvSpPr>
            <p:spPr>
              <a:xfrm>
                <a:off x="3004506" y="2922987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Dikdörtgen 50"/>
              <p:cNvSpPr/>
              <p:nvPr/>
            </p:nvSpPr>
            <p:spPr>
              <a:xfrm>
                <a:off x="1758257" y="2922987"/>
                <a:ext cx="434577" cy="381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r-TR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5" name="Düz Ok Bağlayıcısı 43"/>
            <p:cNvCxnSpPr/>
            <p:nvPr/>
          </p:nvCxnSpPr>
          <p:spPr>
            <a:xfrm>
              <a:off x="3494623" y="2235714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üz Ok Bağlayıcısı 52"/>
            <p:cNvCxnSpPr/>
            <p:nvPr/>
          </p:nvCxnSpPr>
          <p:spPr>
            <a:xfrm>
              <a:off x="9792484" y="2348755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üz Ok Bağlayıcısı 53"/>
            <p:cNvCxnSpPr/>
            <p:nvPr/>
          </p:nvCxnSpPr>
          <p:spPr>
            <a:xfrm>
              <a:off x="7776340" y="2235714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üz Ok Bağlayıcısı 57"/>
            <p:cNvCxnSpPr/>
            <p:nvPr/>
          </p:nvCxnSpPr>
          <p:spPr>
            <a:xfrm>
              <a:off x="5637744" y="2235714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Düz Ok Bağlayıcısı 19"/>
            <p:cNvCxnSpPr/>
            <p:nvPr/>
          </p:nvCxnSpPr>
          <p:spPr>
            <a:xfrm flipH="1">
              <a:off x="3567193" y="2455242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Düz Ok Bağlayıcısı 20"/>
            <p:cNvCxnSpPr/>
            <p:nvPr/>
          </p:nvCxnSpPr>
          <p:spPr>
            <a:xfrm flipH="1">
              <a:off x="1549708" y="2347729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üz Ok Bağlayıcısı 21"/>
            <p:cNvCxnSpPr/>
            <p:nvPr/>
          </p:nvCxnSpPr>
          <p:spPr>
            <a:xfrm flipH="1">
              <a:off x="7848909" y="244932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Düz Ok Bağlayıcısı 28"/>
            <p:cNvCxnSpPr/>
            <p:nvPr/>
          </p:nvCxnSpPr>
          <p:spPr>
            <a:xfrm flipH="1">
              <a:off x="5700790" y="244932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Düz Ok Bağlayıcısı 51"/>
            <p:cNvCxnSpPr/>
            <p:nvPr/>
          </p:nvCxnSpPr>
          <p:spPr>
            <a:xfrm rot="-5400000" flipH="1">
              <a:off x="2457603" y="1846593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Metin kutusu 58"/>
            <p:cNvSpPr txBox="1"/>
            <p:nvPr/>
          </p:nvSpPr>
          <p:spPr>
            <a:xfrm>
              <a:off x="8864767" y="1198891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25" name="Düz Ok Bağlayıcısı 59"/>
            <p:cNvCxnSpPr/>
            <p:nvPr/>
          </p:nvCxnSpPr>
          <p:spPr>
            <a:xfrm rot="-5400000" flipH="1">
              <a:off x="8894688" y="1846593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253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Listenin Başına Düğüm Eklemek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basaEkle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son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001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Listenin Sonuna Düğüm Eklemek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sonaEkle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son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son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son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93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Belirli Bir Konuma Eleman Eklemek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konumaEkle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konum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konum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&lt;= 1)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adim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adim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konum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- 1)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adim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209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Belirli Bir Konuma Eleman Eklemek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"Geçersiz konum. Eleman eklenemedi."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yeniDugum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62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Çift Yönlü Bağlı Listenin Uzunluğunu Bulma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listeUzunlugu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uzunluk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74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Listenin Başındaki Elemanı Sil</a:t>
            </a:r>
            <a:r>
              <a:rPr lang="tr-TR" dirty="0" smtClean="0"/>
              <a:t>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ilkElemaniSil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"Liste boş. Silme işlemi yapılamaz."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04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Listenin Sonundaki Elemanı Sil</a:t>
            </a:r>
            <a:r>
              <a:rPr lang="tr-TR" dirty="0" smtClean="0"/>
              <a:t>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sonElemaniSil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42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Listede Belirli Bir Elemanı Silme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elemaniSil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bas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54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Listede Belirli Bir Elemanı Silme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"Belirtilen eleman listede bulunamadı."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5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Listeyi İleri Yönde Yazdırmak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listeyiIleriYazdir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"İleri Yönde: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&lt;-&gt;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53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Listeyi Geri Yönde Yazdırmak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listeyiGeriYazdir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En son elemana ilerle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"Geri Yönde: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&lt;-&gt; 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30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smtClean="0">
                  <a:latin typeface="Lucida Console" panose="020B0609040504020204" pitchFamily="49" charset="0"/>
                </a:rPr>
                <a:t> 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Çift Yönlü Bağlı Liste Elemanlarını Geri Yönde Yazdırma</a:t>
            </a:r>
            <a:br>
              <a:rPr lang="tr-TR" dirty="0"/>
            </a:br>
            <a:endParaRPr lang="tr-T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7886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smtClean="0">
                  <a:latin typeface="Lucida Console" panose="020B0609040504020204" pitchFamily="49" charset="0"/>
                </a:rPr>
                <a:t> 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8889912" y="3653407"/>
            <a:ext cx="832472" cy="881097"/>
            <a:chOff x="2460081" y="3729607"/>
            <a:chExt cx="832472" cy="881097"/>
          </a:xfrm>
        </p:grpSpPr>
        <p:cxnSp>
          <p:nvCxnSpPr>
            <p:cNvPr id="56" name="Düz Ok Bağlayıcısı 55"/>
            <p:cNvCxnSpPr/>
            <p:nvPr/>
          </p:nvCxnSpPr>
          <p:spPr>
            <a:xfrm rot="5400000" flipH="1" flipV="1">
              <a:off x="2599732" y="399960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Metin kutusu 56"/>
            <p:cNvSpPr txBox="1"/>
            <p:nvPr/>
          </p:nvSpPr>
          <p:spPr>
            <a:xfrm>
              <a:off x="2460081" y="4179817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</p:grpSp>
      <p:cxnSp>
        <p:nvCxnSpPr>
          <p:cNvPr id="55" name="Düz Ok Bağlayıcısı 54"/>
          <p:cNvCxnSpPr/>
          <p:nvPr/>
        </p:nvCxnSpPr>
        <p:spPr>
          <a:xfrm>
            <a:off x="5868000" y="51488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3775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smtClean="0">
                  <a:latin typeface="Lucida Console" panose="020B0609040504020204" pitchFamily="49" charset="0"/>
                </a:rPr>
                <a:t> 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Düz Ok Bağlayıcısı 54"/>
          <p:cNvCxnSpPr/>
          <p:nvPr/>
        </p:nvCxnSpPr>
        <p:spPr>
          <a:xfrm>
            <a:off x="5868000" y="54028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up 57"/>
          <p:cNvGrpSpPr/>
          <p:nvPr/>
        </p:nvGrpSpPr>
        <p:grpSpPr>
          <a:xfrm>
            <a:off x="8889912" y="3653407"/>
            <a:ext cx="832472" cy="881097"/>
            <a:chOff x="2460081" y="3729607"/>
            <a:chExt cx="832472" cy="881097"/>
          </a:xfrm>
        </p:grpSpPr>
        <p:cxnSp>
          <p:nvCxnSpPr>
            <p:cNvPr id="59" name="Düz Ok Bağlayıcısı 58"/>
            <p:cNvCxnSpPr/>
            <p:nvPr/>
          </p:nvCxnSpPr>
          <p:spPr>
            <a:xfrm rot="5400000" flipH="1" flipV="1">
              <a:off x="2599732" y="399960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Metin kutusu 59"/>
            <p:cNvSpPr txBox="1"/>
            <p:nvPr/>
          </p:nvSpPr>
          <p:spPr>
            <a:xfrm>
              <a:off x="2460081" y="4179817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4398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smtClean="0">
                  <a:latin typeface="Lucida Console" panose="020B0609040504020204" pitchFamily="49" charset="0"/>
                </a:rPr>
                <a:t> 25 --&gt; 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Düz Ok Bağlayıcısı 54"/>
          <p:cNvCxnSpPr/>
          <p:nvPr/>
        </p:nvCxnSpPr>
        <p:spPr>
          <a:xfrm>
            <a:off x="5868000" y="56568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up 57"/>
          <p:cNvGrpSpPr/>
          <p:nvPr/>
        </p:nvGrpSpPr>
        <p:grpSpPr>
          <a:xfrm>
            <a:off x="8889912" y="3653407"/>
            <a:ext cx="832472" cy="881097"/>
            <a:chOff x="2460081" y="3729607"/>
            <a:chExt cx="832472" cy="881097"/>
          </a:xfrm>
        </p:grpSpPr>
        <p:cxnSp>
          <p:nvCxnSpPr>
            <p:cNvPr id="59" name="Düz Ok Bağlayıcısı 58"/>
            <p:cNvCxnSpPr/>
            <p:nvPr/>
          </p:nvCxnSpPr>
          <p:spPr>
            <a:xfrm rot="5400000" flipH="1" flipV="1">
              <a:off x="2599732" y="399960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Metin kutusu 59"/>
            <p:cNvSpPr txBox="1"/>
            <p:nvPr/>
          </p:nvSpPr>
          <p:spPr>
            <a:xfrm>
              <a:off x="2460081" y="4179817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951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smtClean="0">
                  <a:latin typeface="Lucida Console" panose="020B0609040504020204" pitchFamily="49" charset="0"/>
                </a:rPr>
                <a:t> 25 --&gt; 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6741796" y="3653407"/>
            <a:ext cx="832472" cy="881097"/>
            <a:chOff x="2460081" y="3729607"/>
            <a:chExt cx="832472" cy="881097"/>
          </a:xfrm>
        </p:grpSpPr>
        <p:cxnSp>
          <p:nvCxnSpPr>
            <p:cNvPr id="56" name="Düz Ok Bağlayıcısı 55"/>
            <p:cNvCxnSpPr/>
            <p:nvPr/>
          </p:nvCxnSpPr>
          <p:spPr>
            <a:xfrm rot="5400000" flipH="1" flipV="1">
              <a:off x="2599732" y="399960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Metin kutusu 56"/>
            <p:cNvSpPr txBox="1"/>
            <p:nvPr/>
          </p:nvSpPr>
          <p:spPr>
            <a:xfrm>
              <a:off x="2460081" y="4179817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</p:grpSp>
      <p:cxnSp>
        <p:nvCxnSpPr>
          <p:cNvPr id="55" name="Düz Ok Bağlayıcısı 54"/>
          <p:cNvCxnSpPr/>
          <p:nvPr/>
        </p:nvCxnSpPr>
        <p:spPr>
          <a:xfrm>
            <a:off x="5868000" y="58981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552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smtClean="0">
                  <a:latin typeface="Lucida Console" panose="020B0609040504020204" pitchFamily="49" charset="0"/>
                </a:rPr>
                <a:t> 25 --&gt; 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Ok Bağlayıcısı 57"/>
          <p:cNvCxnSpPr/>
          <p:nvPr/>
        </p:nvCxnSpPr>
        <p:spPr>
          <a:xfrm>
            <a:off x="5868000" y="54028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up 54"/>
          <p:cNvGrpSpPr/>
          <p:nvPr/>
        </p:nvGrpSpPr>
        <p:grpSpPr>
          <a:xfrm>
            <a:off x="6741796" y="3653407"/>
            <a:ext cx="832472" cy="881097"/>
            <a:chOff x="2460081" y="3729607"/>
            <a:chExt cx="832472" cy="881097"/>
          </a:xfrm>
        </p:grpSpPr>
        <p:cxnSp>
          <p:nvCxnSpPr>
            <p:cNvPr id="59" name="Düz Ok Bağlayıcısı 58"/>
            <p:cNvCxnSpPr/>
            <p:nvPr/>
          </p:nvCxnSpPr>
          <p:spPr>
            <a:xfrm rot="5400000" flipH="1" flipV="1">
              <a:off x="2599732" y="399960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Metin kutusu 59"/>
            <p:cNvSpPr txBox="1"/>
            <p:nvPr/>
          </p:nvSpPr>
          <p:spPr>
            <a:xfrm>
              <a:off x="2460081" y="4179817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7371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 smtClean="0">
                  <a:latin typeface="Lucida Console" panose="020B0609040504020204" pitchFamily="49" charset="0"/>
                </a:rPr>
                <a:t> 25 </a:t>
              </a:r>
              <a:r>
                <a:rPr lang="tr-TR" dirty="0">
                  <a:latin typeface="Lucida Console" panose="020B0609040504020204" pitchFamily="49" charset="0"/>
                </a:rPr>
                <a:t>--&gt; </a:t>
              </a:r>
              <a:r>
                <a:rPr lang="tr-TR" dirty="0" smtClean="0">
                  <a:latin typeface="Lucida Console" panose="020B0609040504020204" pitchFamily="49" charset="0"/>
                </a:rPr>
                <a:t>15 </a:t>
              </a:r>
              <a:r>
                <a:rPr lang="tr-TR" dirty="0">
                  <a:latin typeface="Lucida Console" panose="020B0609040504020204" pitchFamily="49" charset="0"/>
                </a:rPr>
                <a:t>--&gt; </a:t>
              </a: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Düz Ok Bağlayıcısı 54"/>
          <p:cNvCxnSpPr/>
          <p:nvPr/>
        </p:nvCxnSpPr>
        <p:spPr>
          <a:xfrm>
            <a:off x="5868000" y="56568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up 57"/>
          <p:cNvGrpSpPr/>
          <p:nvPr/>
        </p:nvGrpSpPr>
        <p:grpSpPr>
          <a:xfrm>
            <a:off x="6741796" y="3653407"/>
            <a:ext cx="832472" cy="881097"/>
            <a:chOff x="2460081" y="3729607"/>
            <a:chExt cx="832472" cy="881097"/>
          </a:xfrm>
        </p:grpSpPr>
        <p:cxnSp>
          <p:nvCxnSpPr>
            <p:cNvPr id="59" name="Düz Ok Bağlayıcısı 58"/>
            <p:cNvCxnSpPr/>
            <p:nvPr/>
          </p:nvCxnSpPr>
          <p:spPr>
            <a:xfrm rot="5400000" flipH="1" flipV="1">
              <a:off x="2599732" y="399960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Metin kutusu 59"/>
            <p:cNvSpPr txBox="1"/>
            <p:nvPr/>
          </p:nvSpPr>
          <p:spPr>
            <a:xfrm>
              <a:off x="2460081" y="4179817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379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>
                  <a:latin typeface="Lucida Console" panose="020B0609040504020204" pitchFamily="49" charset="0"/>
                </a:rPr>
                <a:t> 25 --&gt; 15 --&gt; </a:t>
              </a: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4593678" y="3653407"/>
            <a:ext cx="832472" cy="881097"/>
            <a:chOff x="2460081" y="3729607"/>
            <a:chExt cx="832472" cy="881097"/>
          </a:xfrm>
        </p:grpSpPr>
        <p:cxnSp>
          <p:nvCxnSpPr>
            <p:cNvPr id="56" name="Düz Ok Bağlayıcısı 55"/>
            <p:cNvCxnSpPr/>
            <p:nvPr/>
          </p:nvCxnSpPr>
          <p:spPr>
            <a:xfrm rot="5400000" flipH="1" flipV="1">
              <a:off x="2599732" y="399960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Metin kutusu 56"/>
            <p:cNvSpPr txBox="1"/>
            <p:nvPr/>
          </p:nvSpPr>
          <p:spPr>
            <a:xfrm>
              <a:off x="2460081" y="4179817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</p:grpSp>
      <p:cxnSp>
        <p:nvCxnSpPr>
          <p:cNvPr id="59" name="Düz Ok Bağlayıcısı 58"/>
          <p:cNvCxnSpPr/>
          <p:nvPr/>
        </p:nvCxnSpPr>
        <p:spPr>
          <a:xfrm>
            <a:off x="5868000" y="58981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453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>
                  <a:latin typeface="Lucida Console" panose="020B0609040504020204" pitchFamily="49" charset="0"/>
                </a:rPr>
                <a:t> 25 --&gt; 15 --&gt; </a:t>
              </a: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Düz Ok Bağlayıcısı 54"/>
          <p:cNvCxnSpPr/>
          <p:nvPr/>
        </p:nvCxnSpPr>
        <p:spPr>
          <a:xfrm>
            <a:off x="5868000" y="54028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up 57"/>
          <p:cNvGrpSpPr/>
          <p:nvPr/>
        </p:nvGrpSpPr>
        <p:grpSpPr>
          <a:xfrm>
            <a:off x="4593678" y="3653407"/>
            <a:ext cx="832472" cy="881097"/>
            <a:chOff x="2460081" y="3729607"/>
            <a:chExt cx="832472" cy="881097"/>
          </a:xfrm>
        </p:grpSpPr>
        <p:cxnSp>
          <p:nvCxnSpPr>
            <p:cNvPr id="59" name="Düz Ok Bağlayıcısı 58"/>
            <p:cNvCxnSpPr/>
            <p:nvPr/>
          </p:nvCxnSpPr>
          <p:spPr>
            <a:xfrm rot="5400000" flipH="1" flipV="1">
              <a:off x="2599732" y="399960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Metin kutusu 59"/>
            <p:cNvSpPr txBox="1"/>
            <p:nvPr/>
          </p:nvSpPr>
          <p:spPr>
            <a:xfrm>
              <a:off x="2460081" y="4179817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800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>
                  <a:latin typeface="Lucida Console" panose="020B0609040504020204" pitchFamily="49" charset="0"/>
                </a:rPr>
                <a:t> 25 --&gt; 15 --&gt; </a:t>
              </a:r>
              <a:r>
                <a:rPr lang="tr-TR" dirty="0" smtClean="0">
                  <a:latin typeface="Lucida Console" panose="020B0609040504020204" pitchFamily="49" charset="0"/>
                </a:rPr>
                <a:t>10 --&gt;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Ok Bağlayıcısı 57"/>
          <p:cNvCxnSpPr/>
          <p:nvPr/>
        </p:nvCxnSpPr>
        <p:spPr>
          <a:xfrm>
            <a:off x="5868000" y="56568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up 54"/>
          <p:cNvGrpSpPr/>
          <p:nvPr/>
        </p:nvGrpSpPr>
        <p:grpSpPr>
          <a:xfrm>
            <a:off x="4593678" y="3653407"/>
            <a:ext cx="832472" cy="881097"/>
            <a:chOff x="2460081" y="3729607"/>
            <a:chExt cx="832472" cy="881097"/>
          </a:xfrm>
        </p:grpSpPr>
        <p:cxnSp>
          <p:nvCxnSpPr>
            <p:cNvPr id="59" name="Düz Ok Bağlayıcısı 58"/>
            <p:cNvCxnSpPr/>
            <p:nvPr/>
          </p:nvCxnSpPr>
          <p:spPr>
            <a:xfrm rot="5400000" flipH="1" flipV="1">
              <a:off x="2599732" y="399960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Metin kutusu 59"/>
            <p:cNvSpPr txBox="1"/>
            <p:nvPr/>
          </p:nvSpPr>
          <p:spPr>
            <a:xfrm>
              <a:off x="2460081" y="4179817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560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>
                  <a:latin typeface="Lucida Console" panose="020B0609040504020204" pitchFamily="49" charset="0"/>
                </a:rPr>
                <a:t> 25 --&gt; 15 --&gt; 10 --&gt;</a:t>
              </a: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2445564" y="3653407"/>
            <a:ext cx="832472" cy="881097"/>
            <a:chOff x="2460081" y="3729607"/>
            <a:chExt cx="832472" cy="881097"/>
          </a:xfrm>
        </p:grpSpPr>
        <p:cxnSp>
          <p:nvCxnSpPr>
            <p:cNvPr id="56" name="Düz Ok Bağlayıcısı 55"/>
            <p:cNvCxnSpPr/>
            <p:nvPr/>
          </p:nvCxnSpPr>
          <p:spPr>
            <a:xfrm rot="5400000" flipH="1" flipV="1">
              <a:off x="2599732" y="399960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Metin kutusu 56"/>
            <p:cNvSpPr txBox="1"/>
            <p:nvPr/>
          </p:nvSpPr>
          <p:spPr>
            <a:xfrm>
              <a:off x="2460081" y="4179817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</p:grpSp>
      <p:cxnSp>
        <p:nvCxnSpPr>
          <p:cNvPr id="55" name="Düz Ok Bağlayıcısı 54"/>
          <p:cNvCxnSpPr/>
          <p:nvPr/>
        </p:nvCxnSpPr>
        <p:spPr>
          <a:xfrm>
            <a:off x="5868000" y="58981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876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>
                  <a:latin typeface="Lucida Console" panose="020B0609040504020204" pitchFamily="49" charset="0"/>
                </a:rPr>
                <a:t> 25 --&gt; 15 --&gt; 10 --&gt;</a:t>
              </a: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Düz Ok Bağlayıcısı 57"/>
          <p:cNvCxnSpPr/>
          <p:nvPr/>
        </p:nvCxnSpPr>
        <p:spPr>
          <a:xfrm>
            <a:off x="5868000" y="54028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up 54"/>
          <p:cNvGrpSpPr/>
          <p:nvPr/>
        </p:nvGrpSpPr>
        <p:grpSpPr>
          <a:xfrm>
            <a:off x="2445564" y="3653407"/>
            <a:ext cx="832472" cy="881097"/>
            <a:chOff x="2460081" y="3729607"/>
            <a:chExt cx="832472" cy="881097"/>
          </a:xfrm>
        </p:grpSpPr>
        <p:cxnSp>
          <p:nvCxnSpPr>
            <p:cNvPr id="59" name="Düz Ok Bağlayıcısı 58"/>
            <p:cNvCxnSpPr/>
            <p:nvPr/>
          </p:nvCxnSpPr>
          <p:spPr>
            <a:xfrm rot="5400000" flipH="1" flipV="1">
              <a:off x="2599732" y="399960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Metin kutusu 59"/>
            <p:cNvSpPr txBox="1"/>
            <p:nvPr/>
          </p:nvSpPr>
          <p:spPr>
            <a:xfrm>
              <a:off x="2460081" y="4179817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313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>
                  <a:latin typeface="Lucida Console" panose="020B0609040504020204" pitchFamily="49" charset="0"/>
                </a:rPr>
                <a:t> 25 --&gt; 15 --&gt; 10 </a:t>
              </a:r>
              <a:r>
                <a:rPr lang="tr-TR" dirty="0" smtClean="0">
                  <a:latin typeface="Lucida Console" panose="020B0609040504020204" pitchFamily="49" charset="0"/>
                </a:rPr>
                <a:t>--&gt; 1 --&gt; 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Düz Ok Bağlayıcısı 54"/>
          <p:cNvCxnSpPr/>
          <p:nvPr/>
        </p:nvCxnSpPr>
        <p:spPr>
          <a:xfrm>
            <a:off x="5868000" y="56568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up 57"/>
          <p:cNvGrpSpPr/>
          <p:nvPr/>
        </p:nvGrpSpPr>
        <p:grpSpPr>
          <a:xfrm>
            <a:off x="2445564" y="3653407"/>
            <a:ext cx="832472" cy="881097"/>
            <a:chOff x="2460081" y="3729607"/>
            <a:chExt cx="832472" cy="881097"/>
          </a:xfrm>
        </p:grpSpPr>
        <p:cxnSp>
          <p:nvCxnSpPr>
            <p:cNvPr id="59" name="Düz Ok Bağlayıcısı 58"/>
            <p:cNvCxnSpPr/>
            <p:nvPr/>
          </p:nvCxnSpPr>
          <p:spPr>
            <a:xfrm rot="5400000" flipH="1" flipV="1">
              <a:off x="2599732" y="399960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Metin kutusu 59"/>
            <p:cNvSpPr txBox="1"/>
            <p:nvPr/>
          </p:nvSpPr>
          <p:spPr>
            <a:xfrm>
              <a:off x="2460081" y="4179817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119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>
                  <a:latin typeface="Lucida Console" panose="020B0609040504020204" pitchFamily="49" charset="0"/>
                </a:rPr>
                <a:t> 25 --&gt; 15 --&gt; 10 --&gt; 1 --&gt; </a:t>
              </a: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 3"/>
          <p:cNvGrpSpPr/>
          <p:nvPr/>
        </p:nvGrpSpPr>
        <p:grpSpPr>
          <a:xfrm>
            <a:off x="1023162" y="3653407"/>
            <a:ext cx="832472" cy="881097"/>
            <a:chOff x="2460081" y="3729607"/>
            <a:chExt cx="832472" cy="881097"/>
          </a:xfrm>
        </p:grpSpPr>
        <p:cxnSp>
          <p:nvCxnSpPr>
            <p:cNvPr id="56" name="Düz Ok Bağlayıcısı 55"/>
            <p:cNvCxnSpPr/>
            <p:nvPr/>
          </p:nvCxnSpPr>
          <p:spPr>
            <a:xfrm rot="5400000" flipH="1" flipV="1">
              <a:off x="2599732" y="399960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Metin kutusu 56"/>
            <p:cNvSpPr txBox="1"/>
            <p:nvPr/>
          </p:nvSpPr>
          <p:spPr>
            <a:xfrm>
              <a:off x="2460081" y="4179817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</p:grpSp>
      <p:cxnSp>
        <p:nvCxnSpPr>
          <p:cNvPr id="58" name="Düz Ok Bağlayıcısı 57"/>
          <p:cNvCxnSpPr/>
          <p:nvPr/>
        </p:nvCxnSpPr>
        <p:spPr>
          <a:xfrm>
            <a:off x="5868000" y="58981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709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>
                  <a:latin typeface="Lucida Console" panose="020B0609040504020204" pitchFamily="49" charset="0"/>
                </a:rPr>
                <a:t> 25 --&gt; 15 --&gt; 10 --&gt; 1 --&gt; </a:t>
              </a: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Düz Ok Bağlayıcısı 54"/>
          <p:cNvCxnSpPr/>
          <p:nvPr/>
        </p:nvCxnSpPr>
        <p:spPr>
          <a:xfrm>
            <a:off x="5868000" y="540286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up 57"/>
          <p:cNvGrpSpPr/>
          <p:nvPr/>
        </p:nvGrpSpPr>
        <p:grpSpPr>
          <a:xfrm>
            <a:off x="1023162" y="3653407"/>
            <a:ext cx="832472" cy="881097"/>
            <a:chOff x="2460081" y="3729607"/>
            <a:chExt cx="832472" cy="881097"/>
          </a:xfrm>
        </p:grpSpPr>
        <p:cxnSp>
          <p:nvCxnSpPr>
            <p:cNvPr id="59" name="Düz Ok Bağlayıcısı 58"/>
            <p:cNvCxnSpPr/>
            <p:nvPr/>
          </p:nvCxnSpPr>
          <p:spPr>
            <a:xfrm rot="5400000" flipH="1" flipV="1">
              <a:off x="2599732" y="399960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Metin kutusu 59"/>
            <p:cNvSpPr txBox="1"/>
            <p:nvPr/>
          </p:nvSpPr>
          <p:spPr>
            <a:xfrm>
              <a:off x="2460081" y="4179817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07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>
                  <a:latin typeface="Lucida Console" panose="020B0609040504020204" pitchFamily="49" charset="0"/>
                </a:rPr>
                <a:t> 25 --&gt; 15 --&gt; 10 --&gt; 1 --&gt; </a:t>
              </a:r>
              <a:r>
                <a:rPr lang="tr-TR" dirty="0" smtClean="0">
                  <a:latin typeface="Lucida Console" panose="020B0609040504020204" pitchFamily="49" charset="0"/>
                </a:rPr>
                <a:t>null</a:t>
              </a:r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Düz Ok Bağlayıcısı 54"/>
          <p:cNvCxnSpPr/>
          <p:nvPr/>
        </p:nvCxnSpPr>
        <p:spPr>
          <a:xfrm>
            <a:off x="5868000" y="637531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up 57"/>
          <p:cNvGrpSpPr/>
          <p:nvPr/>
        </p:nvGrpSpPr>
        <p:grpSpPr>
          <a:xfrm>
            <a:off x="1023162" y="3653407"/>
            <a:ext cx="832472" cy="881097"/>
            <a:chOff x="2460081" y="3729607"/>
            <a:chExt cx="832472" cy="881097"/>
          </a:xfrm>
        </p:grpSpPr>
        <p:cxnSp>
          <p:nvCxnSpPr>
            <p:cNvPr id="59" name="Düz Ok Bağlayıcısı 58"/>
            <p:cNvCxnSpPr/>
            <p:nvPr/>
          </p:nvCxnSpPr>
          <p:spPr>
            <a:xfrm rot="5400000" flipH="1" flipV="1">
              <a:off x="2599732" y="399960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Metin kutusu 59"/>
            <p:cNvSpPr txBox="1"/>
            <p:nvPr/>
          </p:nvSpPr>
          <p:spPr>
            <a:xfrm>
              <a:off x="2460081" y="4179817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914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520005" y="4950993"/>
            <a:ext cx="5661109" cy="162273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--&gt;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onceki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3" name="Grup 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23" name="Metin kutusu 22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22" name="Dikdörtgen 21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r-TR" dirty="0">
                  <a:latin typeface="Lucida Console" panose="020B0609040504020204" pitchFamily="49" charset="0"/>
                </a:rPr>
                <a:t> 25 --&gt; 15 --&gt; 10 --&gt; 1 --&gt; null</a:t>
              </a:r>
            </a:p>
          </p:txBody>
        </p:sp>
      </p:grpSp>
      <p:sp>
        <p:nvSpPr>
          <p:cNvPr id="25" name="Metin kutusu 24"/>
          <p:cNvSpPr txBox="1"/>
          <p:nvPr/>
        </p:nvSpPr>
        <p:spPr>
          <a:xfrm>
            <a:off x="2647727" y="2203218"/>
            <a:ext cx="4571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ilk</a:t>
            </a:r>
            <a:endParaRPr lang="tr-TR" sz="2200" b="1" dirty="0"/>
          </a:p>
        </p:txBody>
      </p:sp>
      <p:sp>
        <p:nvSpPr>
          <p:cNvPr id="26" name="Metin kutusu 25"/>
          <p:cNvSpPr txBox="1"/>
          <p:nvPr/>
        </p:nvSpPr>
        <p:spPr>
          <a:xfrm>
            <a:off x="10473068" y="3124437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27" name="Metin kutusu 26"/>
          <p:cNvSpPr txBox="1"/>
          <p:nvPr/>
        </p:nvSpPr>
        <p:spPr>
          <a:xfrm>
            <a:off x="1095042" y="3120920"/>
            <a:ext cx="62389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28" name="Grup 27"/>
          <p:cNvGrpSpPr/>
          <p:nvPr/>
        </p:nvGrpSpPr>
        <p:grpSpPr>
          <a:xfrm>
            <a:off x="4178345" y="3153126"/>
            <a:ext cx="1680826" cy="381000"/>
            <a:chOff x="1758257" y="2922987"/>
            <a:chExt cx="1680826" cy="381000"/>
          </a:xfrm>
        </p:grpSpPr>
        <p:sp>
          <p:nvSpPr>
            <p:cNvPr id="52" name="Dikdörtgen 51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3" name="Dikdörtgen 52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4" name="Dikdörtgen 53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up 28"/>
          <p:cNvGrpSpPr/>
          <p:nvPr/>
        </p:nvGrpSpPr>
        <p:grpSpPr>
          <a:xfrm>
            <a:off x="6323162" y="3151139"/>
            <a:ext cx="1680826" cy="381000"/>
            <a:chOff x="1758257" y="2922987"/>
            <a:chExt cx="1680826" cy="381000"/>
          </a:xfrm>
        </p:grpSpPr>
        <p:sp>
          <p:nvSpPr>
            <p:cNvPr id="49" name="Dikdörtgen 48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0" name="Dikdörtgen 49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51" name="Dikdörtgen 50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up 29"/>
          <p:cNvGrpSpPr/>
          <p:nvPr/>
        </p:nvGrpSpPr>
        <p:grpSpPr>
          <a:xfrm>
            <a:off x="8463038" y="3153465"/>
            <a:ext cx="1680826" cy="381000"/>
            <a:chOff x="1758257" y="2922987"/>
            <a:chExt cx="1680826" cy="381000"/>
          </a:xfrm>
        </p:grpSpPr>
        <p:sp>
          <p:nvSpPr>
            <p:cNvPr id="46" name="Dikdörtgen 45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25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7" name="Dikdörtgen 46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8" name="Dikdörtgen 47"/>
            <p:cNvSpPr/>
            <p:nvPr/>
          </p:nvSpPr>
          <p:spPr>
            <a:xfrm>
              <a:off x="17582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047780" y="3151139"/>
            <a:ext cx="1668126" cy="381000"/>
            <a:chOff x="1770957" y="2922987"/>
            <a:chExt cx="1668126" cy="381000"/>
          </a:xfrm>
        </p:grpSpPr>
        <p:sp>
          <p:nvSpPr>
            <p:cNvPr id="43" name="Dikdörtgen 42"/>
            <p:cNvSpPr/>
            <p:nvPr/>
          </p:nvSpPr>
          <p:spPr>
            <a:xfrm>
              <a:off x="2194482" y="2922987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Dikdörtgen 43"/>
            <p:cNvSpPr/>
            <p:nvPr/>
          </p:nvSpPr>
          <p:spPr>
            <a:xfrm>
              <a:off x="3004506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45" name="Dikdörtgen 44"/>
            <p:cNvSpPr/>
            <p:nvPr/>
          </p:nvSpPr>
          <p:spPr>
            <a:xfrm>
              <a:off x="1770957" y="2922987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2" name="Düz Ok Bağlayıcısı 31"/>
          <p:cNvCxnSpPr/>
          <p:nvPr/>
        </p:nvCxnSpPr>
        <p:spPr>
          <a:xfrm>
            <a:off x="3643336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Ok Bağlayıcısı 32"/>
          <p:cNvCxnSpPr/>
          <p:nvPr/>
        </p:nvCxnSpPr>
        <p:spPr>
          <a:xfrm>
            <a:off x="9941197" y="3353082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Düz Ok Bağlayıcısı 33"/>
          <p:cNvCxnSpPr/>
          <p:nvPr/>
        </p:nvCxnSpPr>
        <p:spPr>
          <a:xfrm>
            <a:off x="7925053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üz Ok Bağlayıcısı 34"/>
          <p:cNvCxnSpPr/>
          <p:nvPr/>
        </p:nvCxnSpPr>
        <p:spPr>
          <a:xfrm>
            <a:off x="5786457" y="3240041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üz Ok Bağlayıcısı 35"/>
          <p:cNvCxnSpPr/>
          <p:nvPr/>
        </p:nvCxnSpPr>
        <p:spPr>
          <a:xfrm flipH="1">
            <a:off x="3715906" y="3459569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Düz Ok Bağlayıcısı 36"/>
          <p:cNvCxnSpPr/>
          <p:nvPr/>
        </p:nvCxnSpPr>
        <p:spPr>
          <a:xfrm flipH="1">
            <a:off x="1698421" y="3352056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Düz Ok Bağlayıcısı 37"/>
          <p:cNvCxnSpPr/>
          <p:nvPr/>
        </p:nvCxnSpPr>
        <p:spPr>
          <a:xfrm flipH="1">
            <a:off x="7997622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Düz Ok Bağlayıcısı 38"/>
          <p:cNvCxnSpPr/>
          <p:nvPr/>
        </p:nvCxnSpPr>
        <p:spPr>
          <a:xfrm flipH="1">
            <a:off x="5849503" y="3453654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Düz Ok Bağlayıcısı 39"/>
          <p:cNvCxnSpPr/>
          <p:nvPr/>
        </p:nvCxnSpPr>
        <p:spPr>
          <a:xfrm rot="16200000" flipH="1">
            <a:off x="2606316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Metin kutusu 40"/>
          <p:cNvSpPr txBox="1"/>
          <p:nvPr/>
        </p:nvSpPr>
        <p:spPr>
          <a:xfrm>
            <a:off x="9013480" y="22032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42" name="Düz Ok Bağlayıcısı 41"/>
          <p:cNvCxnSpPr/>
          <p:nvPr/>
        </p:nvCxnSpPr>
        <p:spPr>
          <a:xfrm rot="16200000" flipH="1">
            <a:off x="9043401" y="2850920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7494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İki Boyutlu Matrisi Bağlı Liste Yapısına Çevirme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asagi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tr-T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asagi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algn="l">
              <a:buNone/>
            </a:pP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68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 Boyutlu Matrisi Bağlı Liste Yapısına Çevirme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tr-TR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olustur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[][],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i veya j sınırları aşıldıysa dön</a:t>
            </a:r>
          </a:p>
          <a:p>
            <a:pPr marL="0" indent="0" algn="l">
              <a:buNone/>
            </a:pP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en-US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- 1 || </a:t>
            </a:r>
            <a:r>
              <a:rPr lang="en-US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[0].</a:t>
            </a:r>
            <a:r>
              <a:rPr lang="en-US" b="1" dirty="0" smtClean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- 1)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Geçerli i ve j için yeni bir düğüm oluştur ve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// alt ve sağ işaretçilerini sırasıyla ayarla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 algn="l">
              <a:buNone/>
            </a:pPr>
            <a:r>
              <a:rPr lang="nb-NO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b-NO" dirty="0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nb-NO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b-NO" dirty="0" smtClean="0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nb-NO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b-NO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olustur(</a:t>
            </a:r>
            <a:r>
              <a:rPr lang="nb-NO" i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nb-NO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b-NO" i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b-NO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b-NO" i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nb-NO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+ 1);</a:t>
            </a:r>
          </a:p>
          <a:p>
            <a:pPr marL="0" indent="0" algn="l">
              <a:buNone/>
            </a:pPr>
            <a:r>
              <a:rPr lang="nb-NO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b-NO" dirty="0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nb-NO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nb-NO" dirty="0" smtClean="0">
                <a:solidFill>
                  <a:srgbClr val="0000C0"/>
                </a:solidFill>
                <a:latin typeface="Consolas" panose="020B0609020204030204" pitchFamily="49" charset="0"/>
              </a:rPr>
              <a:t>asagi</a:t>
            </a:r>
            <a:r>
              <a:rPr lang="nb-NO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b-NO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olustur(</a:t>
            </a:r>
            <a:r>
              <a:rPr lang="nb-NO" i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matris</a:t>
            </a:r>
            <a:r>
              <a:rPr lang="nb-NO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b-NO" i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b-NO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+ 1, </a:t>
            </a:r>
            <a:r>
              <a:rPr lang="nb-NO" i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j</a:t>
            </a:r>
            <a:r>
              <a:rPr lang="nb-NO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18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İki Boyutlu Matrisi Bağlı Liste Yapısına Çevirme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goruntule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baslangic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sag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Sağa doğru hareket etmek için işaretçi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asagi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baslangic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Aşağı doğru hareket etmek için işaretçi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asagi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Aşağıdaki düğüm NULL olana kadar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dön</a:t>
            </a:r>
            <a:endParaRPr lang="tr-TR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sag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asagi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  //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Sağa doğru hareket ederken </a:t>
            </a: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sağdaki düğüm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NULL olana kadar dön</a:t>
            </a:r>
          </a:p>
          <a:p>
            <a:pPr marL="0" indent="0" algn="l"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sag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sag</a:t>
            </a:r>
            <a:r>
              <a:rPr lang="tr-TR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b="1" i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sag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sag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sag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asagi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asagi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asagi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90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Dairesel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 (Circularly Linked List)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885323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Dairesel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 (Circularly Linked List</a:t>
            </a:r>
            <a:r>
              <a:rPr lang="en-US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r>
              <a:rPr lang="tr-TR" dirty="0" smtClean="0"/>
              <a:t>Bağlı </a:t>
            </a:r>
            <a:r>
              <a:rPr lang="tr-TR" dirty="0"/>
              <a:t>listenin son </a:t>
            </a:r>
            <a:r>
              <a:rPr lang="tr-TR" dirty="0" smtClean="0"/>
              <a:t>düğümü </a:t>
            </a:r>
            <a:r>
              <a:rPr lang="tr-TR" dirty="0"/>
              <a:t>ilk düğümü işaret </a:t>
            </a:r>
            <a:r>
              <a:rPr lang="tr-TR" dirty="0" smtClean="0"/>
              <a:t>eder.</a:t>
            </a:r>
            <a:endParaRPr lang="tr-TR" dirty="0" smtClean="0"/>
          </a:p>
          <a:p>
            <a:r>
              <a:rPr lang="tr-TR" dirty="0"/>
              <a:t>Her düğüm, </a:t>
            </a:r>
            <a:r>
              <a:rPr lang="tr-TR" dirty="0" smtClean="0"/>
              <a:t>kendisinden sonraki düğümü </a:t>
            </a:r>
            <a:r>
              <a:rPr lang="tr-TR" dirty="0"/>
              <a:t>işaret eder.</a:t>
            </a:r>
          </a:p>
          <a:p>
            <a:r>
              <a:rPr lang="tr-TR" dirty="0"/>
              <a:t>Son düğüm, ilk düğümü işaret ederek bir döngü oluşturur</a:t>
            </a:r>
            <a:r>
              <a:rPr lang="tr-TR" dirty="0" smtClean="0"/>
              <a:t>.</a:t>
            </a:r>
          </a:p>
          <a:p>
            <a:r>
              <a:rPr lang="tr-TR" dirty="0"/>
              <a:t>Bağlı </a:t>
            </a:r>
            <a:r>
              <a:rPr lang="tr-TR" dirty="0" smtClean="0"/>
              <a:t>listelerde </a:t>
            </a:r>
            <a:r>
              <a:rPr lang="tr-TR" dirty="0"/>
              <a:t>son </a:t>
            </a:r>
            <a:r>
              <a:rPr lang="tr-TR" dirty="0" smtClean="0"/>
              <a:t>düğüm kendisinden sonraki düğümü </a:t>
            </a:r>
            <a:r>
              <a:rPr lang="tr-TR" dirty="0"/>
              <a:t>"</a:t>
            </a:r>
            <a:r>
              <a:rPr lang="tr-TR" dirty="0" err="1"/>
              <a:t>null</a:t>
            </a:r>
            <a:r>
              <a:rPr lang="tr-TR" dirty="0"/>
              <a:t>" işaretlerken, dairesel bağlı listelerde son düğüm ilk düğümü işaret eder.</a:t>
            </a:r>
            <a:endParaRPr lang="tr-TR" dirty="0" smtClean="0"/>
          </a:p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249</a:t>
            </a:fld>
            <a:endParaRPr lang="en-US" dirty="0"/>
          </a:p>
        </p:txBody>
      </p:sp>
      <p:grpSp>
        <p:nvGrpSpPr>
          <p:cNvPr id="8" name="Grup 60"/>
          <p:cNvGrpSpPr/>
          <p:nvPr/>
        </p:nvGrpSpPr>
        <p:grpSpPr>
          <a:xfrm>
            <a:off x="2741383" y="4195570"/>
            <a:ext cx="6709233" cy="1611987"/>
            <a:chOff x="3341076" y="4349026"/>
            <a:chExt cx="6709233" cy="1611987"/>
          </a:xfrm>
        </p:grpSpPr>
        <p:sp>
          <p:nvSpPr>
            <p:cNvPr id="9" name="Metin kutusu 29"/>
            <p:cNvSpPr txBox="1"/>
            <p:nvPr/>
          </p:nvSpPr>
          <p:spPr>
            <a:xfrm>
              <a:off x="8875422" y="4349026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sp>
          <p:nvSpPr>
            <p:cNvPr id="10" name="Dikdörtgen 30"/>
            <p:cNvSpPr/>
            <p:nvPr/>
          </p:nvSpPr>
          <p:spPr>
            <a:xfrm>
              <a:off x="3341076" y="5580013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31"/>
            <p:cNvSpPr/>
            <p:nvPr/>
          </p:nvSpPr>
          <p:spPr>
            <a:xfrm>
              <a:off x="4151100" y="5580013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Düz Ok Bağlayıcısı 32"/>
            <p:cNvCxnSpPr/>
            <p:nvPr/>
          </p:nvCxnSpPr>
          <p:spPr>
            <a:xfrm rot="5400000">
              <a:off x="8793805" y="5171693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Dikdörtgen 33"/>
            <p:cNvSpPr/>
            <p:nvPr/>
          </p:nvSpPr>
          <p:spPr>
            <a:xfrm>
              <a:off x="5162621" y="5580013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36"/>
            <p:cNvSpPr/>
            <p:nvPr/>
          </p:nvSpPr>
          <p:spPr>
            <a:xfrm>
              <a:off x="5972645" y="5580013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5" name="Dikdörtgen 37"/>
            <p:cNvSpPr/>
            <p:nvPr/>
          </p:nvSpPr>
          <p:spPr>
            <a:xfrm>
              <a:off x="6984165" y="5580013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6" name="Dikdörtgen 38"/>
            <p:cNvSpPr/>
            <p:nvPr/>
          </p:nvSpPr>
          <p:spPr>
            <a:xfrm>
              <a:off x="7794189" y="5580013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Düz Ok Bağlayıcısı 39"/>
            <p:cNvCxnSpPr/>
            <p:nvPr/>
          </p:nvCxnSpPr>
          <p:spPr>
            <a:xfrm>
              <a:off x="4370471" y="5791125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üz Ok Bağlayıcısı 40"/>
            <p:cNvCxnSpPr/>
            <p:nvPr/>
          </p:nvCxnSpPr>
          <p:spPr>
            <a:xfrm>
              <a:off x="6192016" y="5791125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Düz Ok Bağlayıcısı 41"/>
            <p:cNvCxnSpPr/>
            <p:nvPr/>
          </p:nvCxnSpPr>
          <p:spPr>
            <a:xfrm>
              <a:off x="8013560" y="5796747"/>
              <a:ext cx="78356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Dikdörtgen 42"/>
            <p:cNvSpPr/>
            <p:nvPr/>
          </p:nvSpPr>
          <p:spPr>
            <a:xfrm>
              <a:off x="8805708" y="5580013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1" name="Dikdörtgen 43"/>
            <p:cNvSpPr/>
            <p:nvPr/>
          </p:nvSpPr>
          <p:spPr>
            <a:xfrm>
              <a:off x="9615732" y="5580013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Dirsek Bağlayıcısı 9"/>
            <p:cNvCxnSpPr>
              <a:endCxn id="10" idx="1"/>
            </p:cNvCxnSpPr>
            <p:nvPr/>
          </p:nvCxnSpPr>
          <p:spPr>
            <a:xfrm rot="10800000" flipV="1">
              <a:off x="3341076" y="5770511"/>
              <a:ext cx="6484340" cy="1"/>
            </a:xfrm>
            <a:prstGeom prst="bentConnector5">
              <a:avLst>
                <a:gd name="adj1" fmla="val -8847"/>
                <a:gd name="adj2" fmla="val 41910100000"/>
                <a:gd name="adj3" fmla="val 107330"/>
              </a:avLst>
            </a:prstGeom>
            <a:ln w="38100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29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Dairesel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en-US" dirty="0"/>
              <a:t> (Circularly Linked List</a:t>
            </a:r>
            <a:r>
              <a:rPr lang="en-US" dirty="0" smtClean="0"/>
              <a:t>)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DaireselBagliListe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// Dairesel bağlı listenin düğümünü temsil eden iç içe sınıf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>
                <a:solidFill>
                  <a:srgbClr val="6A3E3E"/>
                </a:solidFill>
                <a:latin typeface="Consolas" panose="020B0609020204030204" pitchFamily="49" charset="0"/>
              </a:rPr>
              <a:t>veri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C0"/>
                </a:solidFill>
                <a:latin typeface="Consolas" panose="020B0609020204030204" pitchFamily="49" charset="0"/>
              </a:rPr>
              <a:t>bas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>
                <a:solidFill>
                  <a:srgbClr val="0000C0"/>
                </a:solidFill>
                <a:latin typeface="Consolas" panose="020B0609020204030204" pitchFamily="49" charset="0"/>
              </a:rPr>
              <a:t>son</a:t>
            </a:r>
            <a:r>
              <a:rPr lang="tr-T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45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Dairesel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 smtClean="0"/>
              <a:t>Liste</a:t>
            </a:r>
            <a:r>
              <a:rPr lang="tr-TR" dirty="0" err="1" smtClean="0"/>
              <a:t>yi</a:t>
            </a:r>
            <a:r>
              <a:rPr lang="tr-TR" dirty="0" smtClean="0"/>
              <a:t> Yazdırma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266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 28"/>
          <p:cNvGrpSpPr/>
          <p:nvPr/>
        </p:nvGrpSpPr>
        <p:grpSpPr>
          <a:xfrm>
            <a:off x="5784056" y="1263417"/>
            <a:ext cx="623889" cy="1231457"/>
            <a:chOff x="5348346" y="1542817"/>
            <a:chExt cx="623889" cy="1231457"/>
          </a:xfrm>
        </p:grpSpPr>
        <p:sp>
          <p:nvSpPr>
            <p:cNvPr id="34" name="Metin kutusu 33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38" name="Düz Ok Bağlayıcısı 37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Metin kutusu 48"/>
            <p:cNvSpPr txBox="1"/>
            <p:nvPr/>
          </p:nvSpPr>
          <p:spPr>
            <a:xfrm>
              <a:off x="5348346" y="2343387"/>
              <a:ext cx="6238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</p:grpSp>
      <p:cxnSp>
        <p:nvCxnSpPr>
          <p:cNvPr id="50" name="Düz Ok Bağlayıcısı 49"/>
          <p:cNvCxnSpPr/>
          <p:nvPr/>
        </p:nvCxnSpPr>
        <p:spPr>
          <a:xfrm>
            <a:off x="5550500" y="440115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Dairesel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tr-TR" dirty="0" err="1"/>
              <a:t>yi</a:t>
            </a:r>
            <a:r>
              <a:rPr lang="tr-TR" dirty="0"/>
              <a:t> Yazdırma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10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 14"/>
          <p:cNvGrpSpPr/>
          <p:nvPr/>
        </p:nvGrpSpPr>
        <p:grpSpPr>
          <a:xfrm>
            <a:off x="5784056" y="1263417"/>
            <a:ext cx="623889" cy="1231457"/>
            <a:chOff x="5348346" y="1542817"/>
            <a:chExt cx="623889" cy="1231457"/>
          </a:xfrm>
        </p:grpSpPr>
        <p:sp>
          <p:nvSpPr>
            <p:cNvPr id="16" name="Metin kutusu 15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17" name="Düz Ok Bağlayıcısı 16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Metin kutusu 17"/>
            <p:cNvSpPr txBox="1"/>
            <p:nvPr/>
          </p:nvSpPr>
          <p:spPr>
            <a:xfrm>
              <a:off x="5348346" y="2343387"/>
              <a:ext cx="6238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</p:grpSp>
      <p:cxnSp>
        <p:nvCxnSpPr>
          <p:cNvPr id="19" name="Düz Ok Bağlayıcısı 18"/>
          <p:cNvCxnSpPr/>
          <p:nvPr/>
        </p:nvCxnSpPr>
        <p:spPr>
          <a:xfrm>
            <a:off x="5550500" y="466046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046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 14"/>
          <p:cNvGrpSpPr/>
          <p:nvPr/>
        </p:nvGrpSpPr>
        <p:grpSpPr>
          <a:xfrm>
            <a:off x="5784056" y="1263417"/>
            <a:ext cx="623889" cy="1231457"/>
            <a:chOff x="5348346" y="1542817"/>
            <a:chExt cx="623889" cy="1231457"/>
          </a:xfrm>
        </p:grpSpPr>
        <p:sp>
          <p:nvSpPr>
            <p:cNvPr id="16" name="Metin kutusu 15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17" name="Düz Ok Bağlayıcısı 16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Metin kutusu 17"/>
            <p:cNvSpPr txBox="1"/>
            <p:nvPr/>
          </p:nvSpPr>
          <p:spPr>
            <a:xfrm>
              <a:off x="5348346" y="2343387"/>
              <a:ext cx="62388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null</a:t>
              </a:r>
              <a:endParaRPr lang="tr-TR" sz="2200" b="1" dirty="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91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 2"/>
          <p:cNvGrpSpPr/>
          <p:nvPr/>
        </p:nvGrpSpPr>
        <p:grpSpPr>
          <a:xfrm>
            <a:off x="2741384" y="2109584"/>
            <a:ext cx="6709233" cy="1309692"/>
            <a:chOff x="2741384" y="1263417"/>
            <a:chExt cx="6709233" cy="1309692"/>
          </a:xfrm>
        </p:grpSpPr>
        <p:grpSp>
          <p:nvGrpSpPr>
            <p:cNvPr id="28" name="Grup 27"/>
            <p:cNvGrpSpPr/>
            <p:nvPr/>
          </p:nvGrpSpPr>
          <p:grpSpPr>
            <a:xfrm>
              <a:off x="8307272" y="1263417"/>
              <a:ext cx="599844" cy="909683"/>
              <a:chOff x="5360368" y="1542817"/>
              <a:chExt cx="599844" cy="909683"/>
            </a:xfrm>
          </p:grpSpPr>
          <p:sp>
            <p:nvSpPr>
              <p:cNvPr id="29" name="Metin kutusu 28"/>
              <p:cNvSpPr txBox="1"/>
              <p:nvPr/>
            </p:nvSpPr>
            <p:spPr>
              <a:xfrm>
                <a:off x="5360368" y="1542817"/>
                <a:ext cx="59984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2200" b="1" dirty="0" smtClean="0"/>
                  <a:t>son</a:t>
                </a:r>
                <a:endParaRPr lang="tr-TR" sz="2200" b="1" dirty="0"/>
              </a:p>
            </p:txBody>
          </p:sp>
          <p:cxnSp>
            <p:nvCxnSpPr>
              <p:cNvPr id="30" name="Düz Ok Bağlayıcısı 29"/>
              <p:cNvCxnSpPr/>
              <p:nvPr/>
            </p:nvCxnSpPr>
            <p:spPr>
              <a:xfrm rot="16200000" flipH="1">
                <a:off x="5390291" y="2182500"/>
                <a:ext cx="540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Dikdörtgen 9"/>
            <p:cNvSpPr/>
            <p:nvPr/>
          </p:nvSpPr>
          <p:spPr>
            <a:xfrm>
              <a:off x="2741384" y="219210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1" name="Dikdörtgen 10"/>
            <p:cNvSpPr/>
            <p:nvPr/>
          </p:nvSpPr>
          <p:spPr>
            <a:xfrm>
              <a:off x="3551408" y="219210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3" name="Dikdörtgen 12"/>
            <p:cNvSpPr/>
            <p:nvPr/>
          </p:nvSpPr>
          <p:spPr>
            <a:xfrm>
              <a:off x="4562929" y="219210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8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4" name="Dikdörtgen 13"/>
            <p:cNvSpPr/>
            <p:nvPr/>
          </p:nvSpPr>
          <p:spPr>
            <a:xfrm>
              <a:off x="5372953" y="219210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19" name="Dikdörtgen 18"/>
            <p:cNvSpPr/>
            <p:nvPr/>
          </p:nvSpPr>
          <p:spPr>
            <a:xfrm>
              <a:off x="6384473" y="219210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10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0" name="Dikdörtgen 19"/>
            <p:cNvSpPr/>
            <p:nvPr/>
          </p:nvSpPr>
          <p:spPr>
            <a:xfrm>
              <a:off x="7194497" y="219210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Düz Ok Bağlayıcısı 21"/>
            <p:cNvCxnSpPr/>
            <p:nvPr/>
          </p:nvCxnSpPr>
          <p:spPr>
            <a:xfrm>
              <a:off x="3770779" y="2403221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Düz Ok Bağlayıcısı 22"/>
            <p:cNvCxnSpPr/>
            <p:nvPr/>
          </p:nvCxnSpPr>
          <p:spPr>
            <a:xfrm>
              <a:off x="5592324" y="2403221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Düz Ok Bağlayıcısı 23"/>
            <p:cNvCxnSpPr/>
            <p:nvPr/>
          </p:nvCxnSpPr>
          <p:spPr>
            <a:xfrm>
              <a:off x="7413868" y="2408843"/>
              <a:ext cx="78356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Dikdörtgen 24"/>
            <p:cNvSpPr/>
            <p:nvPr/>
          </p:nvSpPr>
          <p:spPr>
            <a:xfrm>
              <a:off x="8206016" y="2192109"/>
              <a:ext cx="810023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r-TR" dirty="0" smtClean="0">
                  <a:solidFill>
                    <a:schemeClr val="tx1"/>
                  </a:solidFill>
                </a:rPr>
                <a:t>16</a:t>
              </a:r>
              <a:endParaRPr lang="tr-TR" dirty="0">
                <a:solidFill>
                  <a:schemeClr val="tx1"/>
                </a:solidFill>
              </a:endParaRPr>
            </a:p>
          </p:txBody>
        </p:sp>
        <p:sp>
          <p:nvSpPr>
            <p:cNvPr id="26" name="Dikdörtgen 25"/>
            <p:cNvSpPr/>
            <p:nvPr/>
          </p:nvSpPr>
          <p:spPr>
            <a:xfrm>
              <a:off x="9016040" y="2192109"/>
              <a:ext cx="434577" cy="381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Dirsek Bağlayıcısı 26"/>
            <p:cNvCxnSpPr>
              <a:endCxn id="10" idx="1"/>
            </p:cNvCxnSpPr>
            <p:nvPr/>
          </p:nvCxnSpPr>
          <p:spPr>
            <a:xfrm rot="10800000" flipV="1">
              <a:off x="2741384" y="2382607"/>
              <a:ext cx="6484340" cy="1"/>
            </a:xfrm>
            <a:prstGeom prst="bentConnector5">
              <a:avLst>
                <a:gd name="adj1" fmla="val -8847"/>
                <a:gd name="adj2" fmla="val 41910100000"/>
                <a:gd name="adj3" fmla="val 107330"/>
              </a:avLst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Düz Ok Bağlayıcısı 31"/>
          <p:cNvCxnSpPr/>
          <p:nvPr/>
        </p:nvCxnSpPr>
        <p:spPr>
          <a:xfrm>
            <a:off x="5550500" y="440115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up 3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34" name="Metin kutusu 33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35" name="Dikdörtgen 34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tr-TR" dirty="0">
                <a:latin typeface="Lucida Console" panose="020B0609040504020204" pitchFamily="49" charset="0"/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30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 27"/>
          <p:cNvGrpSpPr/>
          <p:nvPr/>
        </p:nvGrpSpPr>
        <p:grpSpPr>
          <a:xfrm>
            <a:off x="8307272" y="2109584"/>
            <a:ext cx="599844" cy="909683"/>
            <a:chOff x="5360368" y="1542817"/>
            <a:chExt cx="599844" cy="909683"/>
          </a:xfrm>
        </p:grpSpPr>
        <p:sp>
          <p:nvSpPr>
            <p:cNvPr id="29" name="Metin kutusu 28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ikdörtgen 9"/>
          <p:cNvSpPr/>
          <p:nvPr/>
        </p:nvSpPr>
        <p:spPr>
          <a:xfrm>
            <a:off x="2741384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551408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4562929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372953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6384473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7194497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3770779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5592324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7413868" y="32550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kdörtgen 24"/>
          <p:cNvSpPr/>
          <p:nvPr/>
        </p:nvSpPr>
        <p:spPr>
          <a:xfrm>
            <a:off x="8206016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16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016040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7" name="Dirsek Bağlayıcısı 26"/>
          <p:cNvCxnSpPr>
            <a:endCxn id="10" idx="1"/>
          </p:cNvCxnSpPr>
          <p:nvPr/>
        </p:nvCxnSpPr>
        <p:spPr>
          <a:xfrm rot="10800000" flipV="1">
            <a:off x="2741384" y="3228774"/>
            <a:ext cx="6484340" cy="1"/>
          </a:xfrm>
          <a:prstGeom prst="bentConnector5">
            <a:avLst>
              <a:gd name="adj1" fmla="val -8847"/>
              <a:gd name="adj2" fmla="val 41910100000"/>
              <a:gd name="adj3" fmla="val 107330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5550500" y="515179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up 3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34" name="Metin kutusu 33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35" name="Dikdörtgen 34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tr-TR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638307" y="2118053"/>
            <a:ext cx="1018228" cy="909683"/>
            <a:chOff x="5151178" y="1542817"/>
            <a:chExt cx="1018228" cy="909683"/>
          </a:xfrm>
        </p:grpSpPr>
        <p:sp>
          <p:nvSpPr>
            <p:cNvPr id="36" name="Metin kutusu 35"/>
            <p:cNvSpPr txBox="1"/>
            <p:nvPr/>
          </p:nvSpPr>
          <p:spPr>
            <a:xfrm>
              <a:off x="5151178" y="1542817"/>
              <a:ext cx="10182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simdiki</a:t>
              </a:r>
              <a:endParaRPr lang="tr-TR" sz="2200" b="1" dirty="0"/>
            </a:p>
          </p:txBody>
        </p:sp>
        <p:cxnSp>
          <p:nvCxnSpPr>
            <p:cNvPr id="37" name="Düz Ok Bağlayıcısı 36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8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03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 27"/>
          <p:cNvGrpSpPr/>
          <p:nvPr/>
        </p:nvGrpSpPr>
        <p:grpSpPr>
          <a:xfrm>
            <a:off x="8307272" y="2109584"/>
            <a:ext cx="599844" cy="909683"/>
            <a:chOff x="5360368" y="1542817"/>
            <a:chExt cx="599844" cy="909683"/>
          </a:xfrm>
        </p:grpSpPr>
        <p:sp>
          <p:nvSpPr>
            <p:cNvPr id="29" name="Metin kutusu 28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ikdörtgen 9"/>
          <p:cNvSpPr/>
          <p:nvPr/>
        </p:nvSpPr>
        <p:spPr>
          <a:xfrm>
            <a:off x="2741384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551408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4562929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372953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6384473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7194497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3770779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5592324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7413868" y="32550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kdörtgen 24"/>
          <p:cNvSpPr/>
          <p:nvPr/>
        </p:nvSpPr>
        <p:spPr>
          <a:xfrm>
            <a:off x="8206016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16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016040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7" name="Dirsek Bağlayıcısı 26"/>
          <p:cNvCxnSpPr>
            <a:endCxn id="10" idx="1"/>
          </p:cNvCxnSpPr>
          <p:nvPr/>
        </p:nvCxnSpPr>
        <p:spPr>
          <a:xfrm rot="10800000" flipV="1">
            <a:off x="2741384" y="3228774"/>
            <a:ext cx="6484340" cy="1"/>
          </a:xfrm>
          <a:prstGeom prst="bentConnector5">
            <a:avLst>
              <a:gd name="adj1" fmla="val -8847"/>
              <a:gd name="adj2" fmla="val 41910100000"/>
              <a:gd name="adj3" fmla="val 107330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5550500" y="538380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up 32"/>
          <p:cNvGrpSpPr/>
          <p:nvPr/>
        </p:nvGrpSpPr>
        <p:grpSpPr>
          <a:xfrm>
            <a:off x="3000011" y="1252489"/>
            <a:ext cx="5461240" cy="441399"/>
            <a:chOff x="5738765" y="1684196"/>
            <a:chExt cx="5461240" cy="441399"/>
          </a:xfrm>
        </p:grpSpPr>
        <p:sp>
          <p:nvSpPr>
            <p:cNvPr id="34" name="Metin kutusu 33"/>
            <p:cNvSpPr txBox="1"/>
            <p:nvPr/>
          </p:nvSpPr>
          <p:spPr>
            <a:xfrm>
              <a:off x="5738765" y="1684196"/>
              <a:ext cx="78124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Çıktı:</a:t>
              </a:r>
              <a:endParaRPr lang="tr-TR" sz="2200" b="1" dirty="0"/>
            </a:p>
          </p:txBody>
        </p:sp>
        <p:sp>
          <p:nvSpPr>
            <p:cNvPr id="35" name="Dikdörtgen 34"/>
            <p:cNvSpPr/>
            <p:nvPr/>
          </p:nvSpPr>
          <p:spPr>
            <a:xfrm>
              <a:off x="6520005" y="1694708"/>
              <a:ext cx="4680000" cy="43088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tr-TR" dirty="0">
                <a:latin typeface="Lucida Console" panose="020B0609040504020204" pitchFamily="49" charset="0"/>
              </a:endParaRPr>
            </a:p>
          </p:txBody>
        </p:sp>
      </p:grpSp>
      <p:grpSp>
        <p:nvGrpSpPr>
          <p:cNvPr id="31" name="Grup 30"/>
          <p:cNvGrpSpPr/>
          <p:nvPr/>
        </p:nvGrpSpPr>
        <p:grpSpPr>
          <a:xfrm>
            <a:off x="2638307" y="2118053"/>
            <a:ext cx="1018228" cy="909683"/>
            <a:chOff x="5151178" y="1542817"/>
            <a:chExt cx="1018228" cy="909683"/>
          </a:xfrm>
        </p:grpSpPr>
        <p:sp>
          <p:nvSpPr>
            <p:cNvPr id="36" name="Metin kutusu 35"/>
            <p:cNvSpPr txBox="1"/>
            <p:nvPr/>
          </p:nvSpPr>
          <p:spPr>
            <a:xfrm>
              <a:off x="5151178" y="1542817"/>
              <a:ext cx="10182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simdiki</a:t>
              </a:r>
              <a:endParaRPr lang="tr-TR" sz="2200" b="1" dirty="0"/>
            </a:p>
          </p:txBody>
        </p:sp>
        <p:cxnSp>
          <p:nvCxnSpPr>
            <p:cNvPr id="37" name="Düz Ok Bağlayıcısı 36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8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28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 27"/>
          <p:cNvGrpSpPr/>
          <p:nvPr/>
        </p:nvGrpSpPr>
        <p:grpSpPr>
          <a:xfrm>
            <a:off x="8307272" y="2109584"/>
            <a:ext cx="599844" cy="909683"/>
            <a:chOff x="5360368" y="1542817"/>
            <a:chExt cx="599844" cy="909683"/>
          </a:xfrm>
        </p:grpSpPr>
        <p:sp>
          <p:nvSpPr>
            <p:cNvPr id="29" name="Metin kutusu 28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ikdörtgen 9"/>
          <p:cNvSpPr/>
          <p:nvPr/>
        </p:nvSpPr>
        <p:spPr>
          <a:xfrm>
            <a:off x="2741384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551408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4562929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372953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6384473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7194497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3770779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5592324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7413868" y="32550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kdörtgen 24"/>
          <p:cNvSpPr/>
          <p:nvPr/>
        </p:nvSpPr>
        <p:spPr>
          <a:xfrm>
            <a:off x="8206016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16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016040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7" name="Dirsek Bağlayıcısı 26"/>
          <p:cNvCxnSpPr>
            <a:endCxn id="10" idx="1"/>
          </p:cNvCxnSpPr>
          <p:nvPr/>
        </p:nvCxnSpPr>
        <p:spPr>
          <a:xfrm rot="10800000" flipV="1">
            <a:off x="2741384" y="3228774"/>
            <a:ext cx="6484340" cy="1"/>
          </a:xfrm>
          <a:prstGeom prst="bentConnector5">
            <a:avLst>
              <a:gd name="adj1" fmla="val -8847"/>
              <a:gd name="adj2" fmla="val 41910100000"/>
              <a:gd name="adj3" fmla="val 107330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5550500" y="562946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3000011" y="1252489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sp>
        <p:nvSpPr>
          <p:cNvPr id="35" name="Dikdörtgen 34"/>
          <p:cNvSpPr/>
          <p:nvPr/>
        </p:nvSpPr>
        <p:spPr>
          <a:xfrm>
            <a:off x="3781251" y="1263001"/>
            <a:ext cx="4680000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 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1" name="Grup 30"/>
          <p:cNvGrpSpPr/>
          <p:nvPr/>
        </p:nvGrpSpPr>
        <p:grpSpPr>
          <a:xfrm>
            <a:off x="2638307" y="2118053"/>
            <a:ext cx="1018228" cy="909683"/>
            <a:chOff x="5151178" y="1542817"/>
            <a:chExt cx="1018228" cy="909683"/>
          </a:xfrm>
        </p:grpSpPr>
        <p:sp>
          <p:nvSpPr>
            <p:cNvPr id="36" name="Metin kutusu 35"/>
            <p:cNvSpPr txBox="1"/>
            <p:nvPr/>
          </p:nvSpPr>
          <p:spPr>
            <a:xfrm>
              <a:off x="5151178" y="1542817"/>
              <a:ext cx="10182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simdiki</a:t>
              </a:r>
              <a:endParaRPr lang="tr-TR" sz="2200" b="1" dirty="0"/>
            </a:p>
          </p:txBody>
        </p:sp>
        <p:cxnSp>
          <p:nvCxnSpPr>
            <p:cNvPr id="37" name="Düz Ok Bağlayıcısı 36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98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 27"/>
          <p:cNvGrpSpPr/>
          <p:nvPr/>
        </p:nvGrpSpPr>
        <p:grpSpPr>
          <a:xfrm>
            <a:off x="8307272" y="2109584"/>
            <a:ext cx="599844" cy="909683"/>
            <a:chOff x="5360368" y="1542817"/>
            <a:chExt cx="599844" cy="909683"/>
          </a:xfrm>
        </p:grpSpPr>
        <p:sp>
          <p:nvSpPr>
            <p:cNvPr id="29" name="Metin kutusu 28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ikdörtgen 9"/>
          <p:cNvSpPr/>
          <p:nvPr/>
        </p:nvSpPr>
        <p:spPr>
          <a:xfrm>
            <a:off x="2741384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551408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4562929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372953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6384473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7194497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3770779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5592324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7413868" y="32550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kdörtgen 24"/>
          <p:cNvSpPr/>
          <p:nvPr/>
        </p:nvSpPr>
        <p:spPr>
          <a:xfrm>
            <a:off x="8206016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16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016040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7" name="Dirsek Bağlayıcısı 26"/>
          <p:cNvCxnSpPr>
            <a:endCxn id="10" idx="1"/>
          </p:cNvCxnSpPr>
          <p:nvPr/>
        </p:nvCxnSpPr>
        <p:spPr>
          <a:xfrm rot="10800000" flipV="1">
            <a:off x="2741384" y="3228774"/>
            <a:ext cx="6484340" cy="1"/>
          </a:xfrm>
          <a:prstGeom prst="bentConnector5">
            <a:avLst>
              <a:gd name="adj1" fmla="val -8847"/>
              <a:gd name="adj2" fmla="val 41910100000"/>
              <a:gd name="adj3" fmla="val 107330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5550500" y="587512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3000011" y="1252489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sp>
        <p:nvSpPr>
          <p:cNvPr id="35" name="Dikdörtgen 34"/>
          <p:cNvSpPr/>
          <p:nvPr/>
        </p:nvSpPr>
        <p:spPr>
          <a:xfrm>
            <a:off x="3781251" y="1263001"/>
            <a:ext cx="4680000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 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1" name="Grup 30"/>
          <p:cNvGrpSpPr/>
          <p:nvPr/>
        </p:nvGrpSpPr>
        <p:grpSpPr>
          <a:xfrm>
            <a:off x="4467111" y="2118053"/>
            <a:ext cx="1018228" cy="909683"/>
            <a:chOff x="5151178" y="1542817"/>
            <a:chExt cx="1018228" cy="909683"/>
          </a:xfrm>
        </p:grpSpPr>
        <p:sp>
          <p:nvSpPr>
            <p:cNvPr id="36" name="Metin kutusu 35"/>
            <p:cNvSpPr txBox="1"/>
            <p:nvPr/>
          </p:nvSpPr>
          <p:spPr>
            <a:xfrm>
              <a:off x="5151178" y="1542817"/>
              <a:ext cx="10182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simdiki</a:t>
              </a:r>
              <a:endParaRPr lang="tr-TR" sz="2200" b="1" dirty="0"/>
            </a:p>
          </p:txBody>
        </p:sp>
        <p:cxnSp>
          <p:nvCxnSpPr>
            <p:cNvPr id="37" name="Düz Ok Bağlayıcısı 36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35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 27"/>
          <p:cNvGrpSpPr/>
          <p:nvPr/>
        </p:nvGrpSpPr>
        <p:grpSpPr>
          <a:xfrm>
            <a:off x="8307272" y="2109584"/>
            <a:ext cx="599844" cy="909683"/>
            <a:chOff x="5360368" y="1542817"/>
            <a:chExt cx="599844" cy="909683"/>
          </a:xfrm>
        </p:grpSpPr>
        <p:sp>
          <p:nvSpPr>
            <p:cNvPr id="29" name="Metin kutusu 28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ikdörtgen 9"/>
          <p:cNvSpPr/>
          <p:nvPr/>
        </p:nvSpPr>
        <p:spPr>
          <a:xfrm>
            <a:off x="2741384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551408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4562929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372953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6384473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7194497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3770779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5592324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7413868" y="32550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kdörtgen 24"/>
          <p:cNvSpPr/>
          <p:nvPr/>
        </p:nvSpPr>
        <p:spPr>
          <a:xfrm>
            <a:off x="8206016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16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016040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7" name="Dirsek Bağlayıcısı 26"/>
          <p:cNvCxnSpPr>
            <a:endCxn id="10" idx="1"/>
          </p:cNvCxnSpPr>
          <p:nvPr/>
        </p:nvCxnSpPr>
        <p:spPr>
          <a:xfrm rot="10800000" flipV="1">
            <a:off x="2741384" y="3228774"/>
            <a:ext cx="6484340" cy="1"/>
          </a:xfrm>
          <a:prstGeom prst="bentConnector5">
            <a:avLst>
              <a:gd name="adj1" fmla="val -8847"/>
              <a:gd name="adj2" fmla="val 41910100000"/>
              <a:gd name="adj3" fmla="val 107330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5550500" y="5397454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3000011" y="1252489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sp>
        <p:nvSpPr>
          <p:cNvPr id="35" name="Dikdörtgen 34"/>
          <p:cNvSpPr/>
          <p:nvPr/>
        </p:nvSpPr>
        <p:spPr>
          <a:xfrm>
            <a:off x="3781251" y="1263001"/>
            <a:ext cx="4680000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 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1" name="Grup 30"/>
          <p:cNvGrpSpPr/>
          <p:nvPr/>
        </p:nvGrpSpPr>
        <p:grpSpPr>
          <a:xfrm>
            <a:off x="4467111" y="2118053"/>
            <a:ext cx="1018228" cy="909683"/>
            <a:chOff x="5151178" y="1542817"/>
            <a:chExt cx="1018228" cy="909683"/>
          </a:xfrm>
        </p:grpSpPr>
        <p:sp>
          <p:nvSpPr>
            <p:cNvPr id="36" name="Metin kutusu 35"/>
            <p:cNvSpPr txBox="1"/>
            <p:nvPr/>
          </p:nvSpPr>
          <p:spPr>
            <a:xfrm>
              <a:off x="5151178" y="1542817"/>
              <a:ext cx="10182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simdiki</a:t>
              </a:r>
              <a:endParaRPr lang="tr-TR" sz="2200" b="1" dirty="0"/>
            </a:p>
          </p:txBody>
        </p:sp>
        <p:cxnSp>
          <p:nvCxnSpPr>
            <p:cNvPr id="37" name="Düz Ok Bağlayıcısı 36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76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 27"/>
          <p:cNvGrpSpPr/>
          <p:nvPr/>
        </p:nvGrpSpPr>
        <p:grpSpPr>
          <a:xfrm>
            <a:off x="8307272" y="2109584"/>
            <a:ext cx="599844" cy="909683"/>
            <a:chOff x="5360368" y="1542817"/>
            <a:chExt cx="599844" cy="909683"/>
          </a:xfrm>
        </p:grpSpPr>
        <p:sp>
          <p:nvSpPr>
            <p:cNvPr id="29" name="Metin kutusu 28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ikdörtgen 9"/>
          <p:cNvSpPr/>
          <p:nvPr/>
        </p:nvSpPr>
        <p:spPr>
          <a:xfrm>
            <a:off x="2741384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551408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4562929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372953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6384473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7194497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3770779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5592324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7413868" y="32550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kdörtgen 24"/>
          <p:cNvSpPr/>
          <p:nvPr/>
        </p:nvSpPr>
        <p:spPr>
          <a:xfrm>
            <a:off x="8206016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16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016040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7" name="Dirsek Bağlayıcısı 26"/>
          <p:cNvCxnSpPr>
            <a:endCxn id="10" idx="1"/>
          </p:cNvCxnSpPr>
          <p:nvPr/>
        </p:nvCxnSpPr>
        <p:spPr>
          <a:xfrm rot="10800000" flipV="1">
            <a:off x="2741384" y="3228774"/>
            <a:ext cx="6484340" cy="1"/>
          </a:xfrm>
          <a:prstGeom prst="bentConnector5">
            <a:avLst>
              <a:gd name="adj1" fmla="val -8847"/>
              <a:gd name="adj2" fmla="val 41910100000"/>
              <a:gd name="adj3" fmla="val 107330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5550500" y="5643117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3000011" y="1252489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sp>
        <p:nvSpPr>
          <p:cNvPr id="35" name="Dikdörtgen 34"/>
          <p:cNvSpPr/>
          <p:nvPr/>
        </p:nvSpPr>
        <p:spPr>
          <a:xfrm>
            <a:off x="3781251" y="1263001"/>
            <a:ext cx="4680000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1 8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1" name="Grup 30"/>
          <p:cNvGrpSpPr/>
          <p:nvPr/>
        </p:nvGrpSpPr>
        <p:grpSpPr>
          <a:xfrm>
            <a:off x="4467111" y="2118053"/>
            <a:ext cx="1018228" cy="909683"/>
            <a:chOff x="5151178" y="1542817"/>
            <a:chExt cx="1018228" cy="909683"/>
          </a:xfrm>
        </p:grpSpPr>
        <p:sp>
          <p:nvSpPr>
            <p:cNvPr id="36" name="Metin kutusu 35"/>
            <p:cNvSpPr txBox="1"/>
            <p:nvPr/>
          </p:nvSpPr>
          <p:spPr>
            <a:xfrm>
              <a:off x="5151178" y="1542817"/>
              <a:ext cx="10182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simdiki</a:t>
              </a:r>
              <a:endParaRPr lang="tr-TR" sz="2200" b="1" dirty="0"/>
            </a:p>
          </p:txBody>
        </p:sp>
        <p:cxnSp>
          <p:nvCxnSpPr>
            <p:cNvPr id="37" name="Düz Ok Bağlayıcısı 36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669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 27"/>
          <p:cNvGrpSpPr/>
          <p:nvPr/>
        </p:nvGrpSpPr>
        <p:grpSpPr>
          <a:xfrm>
            <a:off x="8307272" y="2109584"/>
            <a:ext cx="599844" cy="909683"/>
            <a:chOff x="5360368" y="1542817"/>
            <a:chExt cx="599844" cy="909683"/>
          </a:xfrm>
        </p:grpSpPr>
        <p:sp>
          <p:nvSpPr>
            <p:cNvPr id="29" name="Metin kutusu 28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ikdörtgen 9"/>
          <p:cNvSpPr/>
          <p:nvPr/>
        </p:nvSpPr>
        <p:spPr>
          <a:xfrm>
            <a:off x="2741384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551408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4562929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372953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6384473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7194497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3770779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5592324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7413868" y="32550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kdörtgen 24"/>
          <p:cNvSpPr/>
          <p:nvPr/>
        </p:nvSpPr>
        <p:spPr>
          <a:xfrm>
            <a:off x="8206016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16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016040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7" name="Dirsek Bağlayıcısı 26"/>
          <p:cNvCxnSpPr>
            <a:endCxn id="10" idx="1"/>
          </p:cNvCxnSpPr>
          <p:nvPr/>
        </p:nvCxnSpPr>
        <p:spPr>
          <a:xfrm rot="10800000" flipV="1">
            <a:off x="2741384" y="3228774"/>
            <a:ext cx="6484340" cy="1"/>
          </a:xfrm>
          <a:prstGeom prst="bentConnector5">
            <a:avLst>
              <a:gd name="adj1" fmla="val -8847"/>
              <a:gd name="adj2" fmla="val 41910100000"/>
              <a:gd name="adj3" fmla="val 107330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5550500" y="587513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3000011" y="1252489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sp>
        <p:nvSpPr>
          <p:cNvPr id="35" name="Dikdörtgen 34"/>
          <p:cNvSpPr/>
          <p:nvPr/>
        </p:nvSpPr>
        <p:spPr>
          <a:xfrm>
            <a:off x="3781251" y="1263001"/>
            <a:ext cx="4680000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1 8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1" name="Grup 30"/>
          <p:cNvGrpSpPr/>
          <p:nvPr/>
        </p:nvGrpSpPr>
        <p:grpSpPr>
          <a:xfrm>
            <a:off x="6295916" y="2118053"/>
            <a:ext cx="1018228" cy="909683"/>
            <a:chOff x="5151178" y="1542817"/>
            <a:chExt cx="1018228" cy="909683"/>
          </a:xfrm>
        </p:grpSpPr>
        <p:sp>
          <p:nvSpPr>
            <p:cNvPr id="36" name="Metin kutusu 35"/>
            <p:cNvSpPr txBox="1"/>
            <p:nvPr/>
          </p:nvSpPr>
          <p:spPr>
            <a:xfrm>
              <a:off x="5151178" y="1542817"/>
              <a:ext cx="10182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simdiki</a:t>
              </a:r>
              <a:endParaRPr lang="tr-TR" sz="2200" b="1" dirty="0"/>
            </a:p>
          </p:txBody>
        </p:sp>
        <p:cxnSp>
          <p:nvCxnSpPr>
            <p:cNvPr id="37" name="Düz Ok Bağlayıcısı 36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09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 27"/>
          <p:cNvGrpSpPr/>
          <p:nvPr/>
        </p:nvGrpSpPr>
        <p:grpSpPr>
          <a:xfrm>
            <a:off x="8307272" y="2109584"/>
            <a:ext cx="599844" cy="909683"/>
            <a:chOff x="5360368" y="1542817"/>
            <a:chExt cx="599844" cy="909683"/>
          </a:xfrm>
        </p:grpSpPr>
        <p:sp>
          <p:nvSpPr>
            <p:cNvPr id="29" name="Metin kutusu 28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ikdörtgen 9"/>
          <p:cNvSpPr/>
          <p:nvPr/>
        </p:nvSpPr>
        <p:spPr>
          <a:xfrm>
            <a:off x="2741384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551408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4562929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372953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6384473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7194497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3770779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5592324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7413868" y="32550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kdörtgen 24"/>
          <p:cNvSpPr/>
          <p:nvPr/>
        </p:nvSpPr>
        <p:spPr>
          <a:xfrm>
            <a:off x="8206016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16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016040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7" name="Dirsek Bağlayıcısı 26"/>
          <p:cNvCxnSpPr>
            <a:endCxn id="10" idx="1"/>
          </p:cNvCxnSpPr>
          <p:nvPr/>
        </p:nvCxnSpPr>
        <p:spPr>
          <a:xfrm rot="10800000" flipV="1">
            <a:off x="2741384" y="3228774"/>
            <a:ext cx="6484340" cy="1"/>
          </a:xfrm>
          <a:prstGeom prst="bentConnector5">
            <a:avLst>
              <a:gd name="adj1" fmla="val -8847"/>
              <a:gd name="adj2" fmla="val 41910100000"/>
              <a:gd name="adj3" fmla="val 107330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5550500" y="539745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3000011" y="1252489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sp>
        <p:nvSpPr>
          <p:cNvPr id="35" name="Dikdörtgen 34"/>
          <p:cNvSpPr/>
          <p:nvPr/>
        </p:nvSpPr>
        <p:spPr>
          <a:xfrm>
            <a:off x="3781251" y="1263001"/>
            <a:ext cx="4680000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1 8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1" name="Grup 30"/>
          <p:cNvGrpSpPr/>
          <p:nvPr/>
        </p:nvGrpSpPr>
        <p:grpSpPr>
          <a:xfrm>
            <a:off x="6295916" y="2118053"/>
            <a:ext cx="1018228" cy="909683"/>
            <a:chOff x="5151178" y="1542817"/>
            <a:chExt cx="1018228" cy="909683"/>
          </a:xfrm>
        </p:grpSpPr>
        <p:sp>
          <p:nvSpPr>
            <p:cNvPr id="36" name="Metin kutusu 35"/>
            <p:cNvSpPr txBox="1"/>
            <p:nvPr/>
          </p:nvSpPr>
          <p:spPr>
            <a:xfrm>
              <a:off x="5151178" y="1542817"/>
              <a:ext cx="10182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simdiki</a:t>
              </a:r>
              <a:endParaRPr lang="tr-TR" sz="2200" b="1" dirty="0"/>
            </a:p>
          </p:txBody>
        </p:sp>
        <p:cxnSp>
          <p:nvCxnSpPr>
            <p:cNvPr id="37" name="Düz Ok Bağlayıcısı 36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84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 27"/>
          <p:cNvGrpSpPr/>
          <p:nvPr/>
        </p:nvGrpSpPr>
        <p:grpSpPr>
          <a:xfrm>
            <a:off x="8307272" y="2109584"/>
            <a:ext cx="599844" cy="909683"/>
            <a:chOff x="5360368" y="1542817"/>
            <a:chExt cx="599844" cy="909683"/>
          </a:xfrm>
        </p:grpSpPr>
        <p:sp>
          <p:nvSpPr>
            <p:cNvPr id="29" name="Metin kutusu 28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ikdörtgen 9"/>
          <p:cNvSpPr/>
          <p:nvPr/>
        </p:nvSpPr>
        <p:spPr>
          <a:xfrm>
            <a:off x="2741384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551408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4562929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372953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6384473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7194497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3770779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5592324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7413868" y="32550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kdörtgen 24"/>
          <p:cNvSpPr/>
          <p:nvPr/>
        </p:nvSpPr>
        <p:spPr>
          <a:xfrm>
            <a:off x="8206016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16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016040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7" name="Dirsek Bağlayıcısı 26"/>
          <p:cNvCxnSpPr>
            <a:endCxn id="10" idx="1"/>
          </p:cNvCxnSpPr>
          <p:nvPr/>
        </p:nvCxnSpPr>
        <p:spPr>
          <a:xfrm rot="10800000" flipV="1">
            <a:off x="2741384" y="3228774"/>
            <a:ext cx="6484340" cy="1"/>
          </a:xfrm>
          <a:prstGeom prst="bentConnector5">
            <a:avLst>
              <a:gd name="adj1" fmla="val -8847"/>
              <a:gd name="adj2" fmla="val 41910100000"/>
              <a:gd name="adj3" fmla="val 107330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5550500" y="564311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3000011" y="1252489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sp>
        <p:nvSpPr>
          <p:cNvPr id="35" name="Dikdörtgen 34"/>
          <p:cNvSpPr/>
          <p:nvPr/>
        </p:nvSpPr>
        <p:spPr>
          <a:xfrm>
            <a:off x="3781251" y="1263001"/>
            <a:ext cx="4680000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1 8 10</a:t>
            </a:r>
            <a:endParaRPr lang="tr-TR" dirty="0">
              <a:latin typeface="Lucida Console" panose="020B0609040504020204" pitchFamily="49" charset="0"/>
            </a:endParaRPr>
          </a:p>
        </p:txBody>
      </p:sp>
      <p:grpSp>
        <p:nvGrpSpPr>
          <p:cNvPr id="31" name="Grup 30"/>
          <p:cNvGrpSpPr/>
          <p:nvPr/>
        </p:nvGrpSpPr>
        <p:grpSpPr>
          <a:xfrm>
            <a:off x="6295916" y="2118053"/>
            <a:ext cx="1018228" cy="909683"/>
            <a:chOff x="5151178" y="1542817"/>
            <a:chExt cx="1018228" cy="909683"/>
          </a:xfrm>
        </p:grpSpPr>
        <p:sp>
          <p:nvSpPr>
            <p:cNvPr id="36" name="Metin kutusu 35"/>
            <p:cNvSpPr txBox="1"/>
            <p:nvPr/>
          </p:nvSpPr>
          <p:spPr>
            <a:xfrm>
              <a:off x="5151178" y="1542817"/>
              <a:ext cx="101822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simdiki</a:t>
              </a:r>
              <a:endParaRPr lang="tr-TR" sz="2200" b="1" dirty="0"/>
            </a:p>
          </p:txBody>
        </p:sp>
        <p:cxnSp>
          <p:nvCxnSpPr>
            <p:cNvPr id="37" name="Düz Ok Bağlayıcısı 36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3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72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 27"/>
          <p:cNvGrpSpPr/>
          <p:nvPr/>
        </p:nvGrpSpPr>
        <p:grpSpPr>
          <a:xfrm>
            <a:off x="8307272" y="2109584"/>
            <a:ext cx="599844" cy="909683"/>
            <a:chOff x="5360368" y="1542817"/>
            <a:chExt cx="599844" cy="909683"/>
          </a:xfrm>
        </p:grpSpPr>
        <p:sp>
          <p:nvSpPr>
            <p:cNvPr id="29" name="Metin kutusu 28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ikdörtgen 9"/>
          <p:cNvSpPr/>
          <p:nvPr/>
        </p:nvSpPr>
        <p:spPr>
          <a:xfrm>
            <a:off x="2741384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551408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4562929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372953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6384473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7194497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3770779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5592324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7413868" y="32550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kdörtgen 24"/>
          <p:cNvSpPr/>
          <p:nvPr/>
        </p:nvSpPr>
        <p:spPr>
          <a:xfrm>
            <a:off x="8206016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16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016040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7" name="Dirsek Bağlayıcısı 26"/>
          <p:cNvCxnSpPr>
            <a:endCxn id="10" idx="1"/>
          </p:cNvCxnSpPr>
          <p:nvPr/>
        </p:nvCxnSpPr>
        <p:spPr>
          <a:xfrm rot="10800000" flipV="1">
            <a:off x="2741384" y="3228774"/>
            <a:ext cx="6484340" cy="1"/>
          </a:xfrm>
          <a:prstGeom prst="bentConnector5">
            <a:avLst>
              <a:gd name="adj1" fmla="val -8847"/>
              <a:gd name="adj2" fmla="val 41910100000"/>
              <a:gd name="adj3" fmla="val 107330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5550500" y="587513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3000011" y="1252489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sp>
        <p:nvSpPr>
          <p:cNvPr id="35" name="Dikdörtgen 34"/>
          <p:cNvSpPr/>
          <p:nvPr/>
        </p:nvSpPr>
        <p:spPr>
          <a:xfrm>
            <a:off x="3781251" y="1263001"/>
            <a:ext cx="4680000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1 8 10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8084432" y="1886947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73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 27"/>
          <p:cNvGrpSpPr/>
          <p:nvPr/>
        </p:nvGrpSpPr>
        <p:grpSpPr>
          <a:xfrm>
            <a:off x="8307272" y="2109584"/>
            <a:ext cx="599844" cy="909683"/>
            <a:chOff x="5360368" y="1542817"/>
            <a:chExt cx="599844" cy="909683"/>
          </a:xfrm>
        </p:grpSpPr>
        <p:sp>
          <p:nvSpPr>
            <p:cNvPr id="29" name="Metin kutusu 28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ikdörtgen 9"/>
          <p:cNvSpPr/>
          <p:nvPr/>
        </p:nvSpPr>
        <p:spPr>
          <a:xfrm>
            <a:off x="2741384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551408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4562929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372953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6384473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7194497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3770779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5592324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7413868" y="32550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kdörtgen 24"/>
          <p:cNvSpPr/>
          <p:nvPr/>
        </p:nvSpPr>
        <p:spPr>
          <a:xfrm>
            <a:off x="8206016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16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016040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7" name="Dirsek Bağlayıcısı 26"/>
          <p:cNvCxnSpPr>
            <a:endCxn id="10" idx="1"/>
          </p:cNvCxnSpPr>
          <p:nvPr/>
        </p:nvCxnSpPr>
        <p:spPr>
          <a:xfrm rot="10800000" flipV="1">
            <a:off x="2741384" y="3228774"/>
            <a:ext cx="6484340" cy="1"/>
          </a:xfrm>
          <a:prstGeom prst="bentConnector5">
            <a:avLst>
              <a:gd name="adj1" fmla="val -8847"/>
              <a:gd name="adj2" fmla="val 41910100000"/>
              <a:gd name="adj3" fmla="val 107330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5550500" y="541110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3000011" y="1252489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sp>
        <p:nvSpPr>
          <p:cNvPr id="35" name="Dikdörtgen 34"/>
          <p:cNvSpPr/>
          <p:nvPr/>
        </p:nvSpPr>
        <p:spPr>
          <a:xfrm>
            <a:off x="3781251" y="1263001"/>
            <a:ext cx="4680000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1 8 10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8084432" y="1886947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32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up 27"/>
          <p:cNvGrpSpPr/>
          <p:nvPr/>
        </p:nvGrpSpPr>
        <p:grpSpPr>
          <a:xfrm>
            <a:off x="8307272" y="2109584"/>
            <a:ext cx="599844" cy="909683"/>
            <a:chOff x="5360368" y="1542817"/>
            <a:chExt cx="599844" cy="909683"/>
          </a:xfrm>
        </p:grpSpPr>
        <p:sp>
          <p:nvSpPr>
            <p:cNvPr id="29" name="Metin kutusu 28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ikdörtgen 9"/>
          <p:cNvSpPr/>
          <p:nvPr/>
        </p:nvSpPr>
        <p:spPr>
          <a:xfrm>
            <a:off x="2741384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551408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4562929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372953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6384473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7194497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3770779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5592324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7413868" y="32550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kdörtgen 24"/>
          <p:cNvSpPr/>
          <p:nvPr/>
        </p:nvSpPr>
        <p:spPr>
          <a:xfrm>
            <a:off x="8206016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16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016040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7" name="Dirsek Bağlayıcısı 26"/>
          <p:cNvCxnSpPr>
            <a:endCxn id="10" idx="1"/>
          </p:cNvCxnSpPr>
          <p:nvPr/>
        </p:nvCxnSpPr>
        <p:spPr>
          <a:xfrm rot="10800000" flipV="1">
            <a:off x="2741384" y="3228774"/>
            <a:ext cx="6484340" cy="1"/>
          </a:xfrm>
          <a:prstGeom prst="bentConnector5">
            <a:avLst>
              <a:gd name="adj1" fmla="val -8847"/>
              <a:gd name="adj2" fmla="val 41910100000"/>
              <a:gd name="adj3" fmla="val 107330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Ok Bağlayıcısı 31"/>
          <p:cNvCxnSpPr/>
          <p:nvPr/>
        </p:nvCxnSpPr>
        <p:spPr>
          <a:xfrm>
            <a:off x="5550500" y="6366458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3000011" y="1252489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sp>
        <p:nvSpPr>
          <p:cNvPr id="35" name="Dikdörtgen 34"/>
          <p:cNvSpPr/>
          <p:nvPr/>
        </p:nvSpPr>
        <p:spPr>
          <a:xfrm>
            <a:off x="3781251" y="1263001"/>
            <a:ext cx="4680000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1 8 10 16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6" name="Metin kutusu 35"/>
          <p:cNvSpPr txBox="1"/>
          <p:nvPr/>
        </p:nvSpPr>
        <p:spPr>
          <a:xfrm>
            <a:off x="8084432" y="1886947"/>
            <a:ext cx="10182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simdiki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1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35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189805" y="4214393"/>
            <a:ext cx="5989495" cy="2361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sz="1600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simdiki</a:t>
            </a:r>
            <a:r>
              <a:rPr lang="tr-T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veri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sz="1600" dirty="0">
              <a:latin typeface="Lucida Console" panose="020B0609040504020204" pitchFamily="49" charset="0"/>
            </a:endParaRPr>
          </a:p>
        </p:txBody>
      </p:sp>
      <p:grpSp>
        <p:nvGrpSpPr>
          <p:cNvPr id="28" name="Grup 27"/>
          <p:cNvGrpSpPr/>
          <p:nvPr/>
        </p:nvGrpSpPr>
        <p:grpSpPr>
          <a:xfrm>
            <a:off x="8307272" y="2109584"/>
            <a:ext cx="599844" cy="909683"/>
            <a:chOff x="5360368" y="1542817"/>
            <a:chExt cx="599844" cy="909683"/>
          </a:xfrm>
        </p:grpSpPr>
        <p:sp>
          <p:nvSpPr>
            <p:cNvPr id="29" name="Metin kutusu 28"/>
            <p:cNvSpPr txBox="1"/>
            <p:nvPr/>
          </p:nvSpPr>
          <p:spPr>
            <a:xfrm>
              <a:off x="5360368" y="1542817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30" name="Düz Ok Bağlayıcısı 29"/>
            <p:cNvCxnSpPr/>
            <p:nvPr/>
          </p:nvCxnSpPr>
          <p:spPr>
            <a:xfrm rot="16200000" flipH="1">
              <a:off x="5390291" y="2182500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ikdörtgen 9"/>
          <p:cNvSpPr/>
          <p:nvPr/>
        </p:nvSpPr>
        <p:spPr>
          <a:xfrm>
            <a:off x="2741384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3551408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4562929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Dikdörtgen 13"/>
          <p:cNvSpPr/>
          <p:nvPr/>
        </p:nvSpPr>
        <p:spPr>
          <a:xfrm>
            <a:off x="5372953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6384473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7194497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2" name="Düz Ok Bağlayıcısı 21"/>
          <p:cNvCxnSpPr/>
          <p:nvPr/>
        </p:nvCxnSpPr>
        <p:spPr>
          <a:xfrm>
            <a:off x="3770779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5592324" y="3249388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Düz Ok Bağlayıcısı 23"/>
          <p:cNvCxnSpPr/>
          <p:nvPr/>
        </p:nvCxnSpPr>
        <p:spPr>
          <a:xfrm>
            <a:off x="7413868" y="3255010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kdörtgen 24"/>
          <p:cNvSpPr/>
          <p:nvPr/>
        </p:nvSpPr>
        <p:spPr>
          <a:xfrm>
            <a:off x="8206016" y="3038276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16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6" name="Dikdörtgen 25"/>
          <p:cNvSpPr/>
          <p:nvPr/>
        </p:nvSpPr>
        <p:spPr>
          <a:xfrm>
            <a:off x="9016040" y="3038276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7" name="Dirsek Bağlayıcısı 26"/>
          <p:cNvCxnSpPr>
            <a:endCxn id="10" idx="1"/>
          </p:cNvCxnSpPr>
          <p:nvPr/>
        </p:nvCxnSpPr>
        <p:spPr>
          <a:xfrm rot="10800000" flipV="1">
            <a:off x="2741384" y="3228774"/>
            <a:ext cx="6484340" cy="1"/>
          </a:xfrm>
          <a:prstGeom prst="bentConnector5">
            <a:avLst>
              <a:gd name="adj1" fmla="val -8847"/>
              <a:gd name="adj2" fmla="val 41910100000"/>
              <a:gd name="adj3" fmla="val 107330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Metin kutusu 33"/>
          <p:cNvSpPr txBox="1"/>
          <p:nvPr/>
        </p:nvSpPr>
        <p:spPr>
          <a:xfrm>
            <a:off x="3000011" y="1252489"/>
            <a:ext cx="7812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Çıktı:</a:t>
            </a:r>
            <a:endParaRPr lang="tr-TR" sz="2200" b="1" dirty="0"/>
          </a:p>
        </p:txBody>
      </p:sp>
      <p:sp>
        <p:nvSpPr>
          <p:cNvPr id="35" name="Dikdörtgen 34"/>
          <p:cNvSpPr/>
          <p:nvPr/>
        </p:nvSpPr>
        <p:spPr>
          <a:xfrm>
            <a:off x="3781251" y="1263001"/>
            <a:ext cx="4680000" cy="430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dirty="0" smtClean="0">
                <a:latin typeface="Lucida Console" panose="020B0609040504020204" pitchFamily="49" charset="0"/>
              </a:rPr>
              <a:t>1 8 10 16</a:t>
            </a:r>
            <a:endParaRPr lang="tr-TR" dirty="0">
              <a:latin typeface="Lucida Console" panose="020B060904050402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7798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Dairesel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 smtClean="0"/>
              <a:t>Liste</a:t>
            </a:r>
            <a:r>
              <a:rPr lang="tr-TR" dirty="0" err="1" smtClean="0"/>
              <a:t>nin</a:t>
            </a:r>
            <a:r>
              <a:rPr lang="tr-TR" dirty="0" smtClean="0"/>
              <a:t> Sonuna Ekleme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37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Dairesel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</a:t>
            </a:r>
            <a:r>
              <a:rPr lang="en-US" dirty="0" err="1"/>
              <a:t>Liste</a:t>
            </a:r>
            <a:r>
              <a:rPr lang="tr-TR" dirty="0" err="1"/>
              <a:t>nin</a:t>
            </a:r>
            <a:r>
              <a:rPr lang="tr-TR" dirty="0"/>
              <a:t> Sonuna Ekleme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14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741642" y="1306144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30" name="Düz Ok Bağlayıcısı 29"/>
          <p:cNvCxnSpPr/>
          <p:nvPr/>
        </p:nvCxnSpPr>
        <p:spPr>
          <a:xfrm rot="16200000" flipH="1">
            <a:off x="771564" y="1945827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729620" y="2168671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78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741642" y="1306144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30" name="Düz Ok Bağlayıcısı 29"/>
          <p:cNvCxnSpPr/>
          <p:nvPr/>
        </p:nvCxnSpPr>
        <p:spPr>
          <a:xfrm rot="16200000" flipH="1">
            <a:off x="771564" y="1945827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729620" y="2168671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5550500" y="389596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etin kutusu 8"/>
          <p:cNvSpPr txBox="1"/>
          <p:nvPr/>
        </p:nvSpPr>
        <p:spPr>
          <a:xfrm>
            <a:off x="897094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345417" y="2443657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4112499" y="2174460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6" name="Grup 15"/>
          <p:cNvGrpSpPr/>
          <p:nvPr/>
        </p:nvGrpSpPr>
        <p:grpSpPr>
          <a:xfrm>
            <a:off x="2293708" y="1298231"/>
            <a:ext cx="832472" cy="909683"/>
            <a:chOff x="10455186" y="1474584"/>
            <a:chExt cx="832472" cy="909683"/>
          </a:xfrm>
        </p:grpSpPr>
        <p:sp>
          <p:nvSpPr>
            <p:cNvPr id="17" name="Metin kutusu 16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9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05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741642" y="1306144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cxnSp>
        <p:nvCxnSpPr>
          <p:cNvPr id="30" name="Düz Ok Bağlayıcısı 29"/>
          <p:cNvCxnSpPr/>
          <p:nvPr/>
        </p:nvCxnSpPr>
        <p:spPr>
          <a:xfrm rot="16200000" flipH="1">
            <a:off x="771564" y="1945827"/>
            <a:ext cx="54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etin kutusu 30"/>
          <p:cNvSpPr txBox="1"/>
          <p:nvPr/>
        </p:nvSpPr>
        <p:spPr>
          <a:xfrm>
            <a:off x="729620" y="2168671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5550500" y="414996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etin kutusu 8"/>
          <p:cNvSpPr txBox="1"/>
          <p:nvPr/>
        </p:nvSpPr>
        <p:spPr>
          <a:xfrm>
            <a:off x="897094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345417" y="2443657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4112499" y="2174460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6" name="Grup 15"/>
          <p:cNvGrpSpPr/>
          <p:nvPr/>
        </p:nvGrpSpPr>
        <p:grpSpPr>
          <a:xfrm>
            <a:off x="2293708" y="1298231"/>
            <a:ext cx="832472" cy="909683"/>
            <a:chOff x="10455186" y="1474584"/>
            <a:chExt cx="832472" cy="909683"/>
          </a:xfrm>
        </p:grpSpPr>
        <p:sp>
          <p:nvSpPr>
            <p:cNvPr id="17" name="Metin kutusu 16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9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2399074" y="10677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5550500" y="440396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etin kutusu 8"/>
          <p:cNvSpPr txBox="1"/>
          <p:nvPr/>
        </p:nvSpPr>
        <p:spPr>
          <a:xfrm>
            <a:off x="897094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4" name="Düz Ok Bağlayıcısı 13"/>
          <p:cNvCxnSpPr/>
          <p:nvPr/>
        </p:nvCxnSpPr>
        <p:spPr>
          <a:xfrm>
            <a:off x="3345417" y="2443657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/>
          <p:cNvSpPr txBox="1"/>
          <p:nvPr/>
        </p:nvSpPr>
        <p:spPr>
          <a:xfrm>
            <a:off x="4112499" y="2174460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16" name="Grup 15"/>
          <p:cNvGrpSpPr/>
          <p:nvPr/>
        </p:nvGrpSpPr>
        <p:grpSpPr>
          <a:xfrm>
            <a:off x="2293708" y="1298231"/>
            <a:ext cx="832472" cy="909683"/>
            <a:chOff x="10455186" y="1474584"/>
            <a:chExt cx="832472" cy="909683"/>
          </a:xfrm>
        </p:grpSpPr>
        <p:sp>
          <p:nvSpPr>
            <p:cNvPr id="17" name="Metin kutusu 16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9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528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2399074" y="10677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0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5550500" y="464526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etin kutusu 8"/>
          <p:cNvSpPr txBox="1"/>
          <p:nvPr/>
        </p:nvSpPr>
        <p:spPr>
          <a:xfrm>
            <a:off x="897094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16" name="Grup 15"/>
          <p:cNvGrpSpPr/>
          <p:nvPr/>
        </p:nvGrpSpPr>
        <p:grpSpPr>
          <a:xfrm>
            <a:off x="2293708" y="1298231"/>
            <a:ext cx="832472" cy="909683"/>
            <a:chOff x="10455186" y="1474584"/>
            <a:chExt cx="832472" cy="909683"/>
          </a:xfrm>
        </p:grpSpPr>
        <p:sp>
          <p:nvSpPr>
            <p:cNvPr id="17" name="Metin kutusu 16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Dirsek Bağlayıcısı 18"/>
          <p:cNvCxnSpPr/>
          <p:nvPr/>
        </p:nvCxnSpPr>
        <p:spPr>
          <a:xfrm rot="10800000">
            <a:off x="2307430" y="2441631"/>
            <a:ext cx="1037987" cy="4083"/>
          </a:xfrm>
          <a:prstGeom prst="bentConnector5">
            <a:avLst>
              <a:gd name="adj1" fmla="val -47748"/>
              <a:gd name="adj2" fmla="val -10164511"/>
              <a:gd name="adj3" fmla="val 14020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0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87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Metin kutusu 28"/>
          <p:cNvSpPr txBox="1"/>
          <p:nvPr/>
        </p:nvSpPr>
        <p:spPr>
          <a:xfrm>
            <a:off x="2399074" y="1067718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1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cxnSp>
        <p:nvCxnSpPr>
          <p:cNvPr id="8" name="Düz Ok Bağlayıcısı 7"/>
          <p:cNvCxnSpPr/>
          <p:nvPr/>
        </p:nvCxnSpPr>
        <p:spPr>
          <a:xfrm>
            <a:off x="5550500" y="636488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etin kutusu 8"/>
          <p:cNvSpPr txBox="1"/>
          <p:nvPr/>
        </p:nvSpPr>
        <p:spPr>
          <a:xfrm>
            <a:off x="897094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16" name="Grup 15"/>
          <p:cNvGrpSpPr/>
          <p:nvPr/>
        </p:nvGrpSpPr>
        <p:grpSpPr>
          <a:xfrm>
            <a:off x="2293708" y="1298231"/>
            <a:ext cx="832472" cy="909683"/>
            <a:chOff x="10455186" y="1474584"/>
            <a:chExt cx="832472" cy="909683"/>
          </a:xfrm>
        </p:grpSpPr>
        <p:sp>
          <p:nvSpPr>
            <p:cNvPr id="17" name="Metin kutusu 16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Dirsek Bağlayıcısı 18"/>
          <p:cNvCxnSpPr/>
          <p:nvPr/>
        </p:nvCxnSpPr>
        <p:spPr>
          <a:xfrm rot="10800000">
            <a:off x="2307430" y="2441631"/>
            <a:ext cx="1037987" cy="4083"/>
          </a:xfrm>
          <a:prstGeom prst="bentConnector5">
            <a:avLst>
              <a:gd name="adj1" fmla="val -47748"/>
              <a:gd name="adj2" fmla="val -10164511"/>
              <a:gd name="adj3" fmla="val 14020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0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55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1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16" name="Grup 15"/>
          <p:cNvGrpSpPr/>
          <p:nvPr/>
        </p:nvGrpSpPr>
        <p:grpSpPr>
          <a:xfrm>
            <a:off x="2410022" y="1298231"/>
            <a:ext cx="599844" cy="909683"/>
            <a:chOff x="10571500" y="1474584"/>
            <a:chExt cx="599844" cy="909683"/>
          </a:xfrm>
        </p:grpSpPr>
        <p:sp>
          <p:nvSpPr>
            <p:cNvPr id="17" name="Metin kutusu 16"/>
            <p:cNvSpPr txBox="1"/>
            <p:nvPr/>
          </p:nvSpPr>
          <p:spPr>
            <a:xfrm>
              <a:off x="10571500" y="1474584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Dirsek Bağlayıcısı 18"/>
          <p:cNvCxnSpPr/>
          <p:nvPr/>
        </p:nvCxnSpPr>
        <p:spPr>
          <a:xfrm rot="10800000">
            <a:off x="2307430" y="2441631"/>
            <a:ext cx="1037987" cy="4083"/>
          </a:xfrm>
          <a:prstGeom prst="bentConnector5">
            <a:avLst>
              <a:gd name="adj1" fmla="val -47748"/>
              <a:gd name="adj2" fmla="val -10164511"/>
              <a:gd name="adj3" fmla="val 14020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4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43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1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16" name="Grup 15"/>
          <p:cNvGrpSpPr/>
          <p:nvPr/>
        </p:nvGrpSpPr>
        <p:grpSpPr>
          <a:xfrm>
            <a:off x="2410022" y="1298231"/>
            <a:ext cx="599844" cy="909683"/>
            <a:chOff x="10571500" y="1474584"/>
            <a:chExt cx="599844" cy="909683"/>
          </a:xfrm>
        </p:grpSpPr>
        <p:sp>
          <p:nvSpPr>
            <p:cNvPr id="17" name="Metin kutusu 16"/>
            <p:cNvSpPr txBox="1"/>
            <p:nvPr/>
          </p:nvSpPr>
          <p:spPr>
            <a:xfrm>
              <a:off x="10571500" y="1474584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Dirsek Bağlayıcısı 18"/>
          <p:cNvCxnSpPr/>
          <p:nvPr/>
        </p:nvCxnSpPr>
        <p:spPr>
          <a:xfrm rot="10800000">
            <a:off x="2307430" y="2441631"/>
            <a:ext cx="1037987" cy="4083"/>
          </a:xfrm>
          <a:prstGeom prst="bentConnector5">
            <a:avLst>
              <a:gd name="adj1" fmla="val -47748"/>
              <a:gd name="adj2" fmla="val -10164511"/>
              <a:gd name="adj3" fmla="val 14020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Düz Ok Bağlayıcısı 10"/>
          <p:cNvCxnSpPr/>
          <p:nvPr/>
        </p:nvCxnSpPr>
        <p:spPr>
          <a:xfrm>
            <a:off x="5550500" y="3921929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/>
          <p:cNvSpPr txBox="1"/>
          <p:nvPr/>
        </p:nvSpPr>
        <p:spPr>
          <a:xfrm>
            <a:off x="897094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Dikdörtgen 27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9" name="Düz Ok Bağlayıcısı 28"/>
          <p:cNvCxnSpPr/>
          <p:nvPr/>
        </p:nvCxnSpPr>
        <p:spPr>
          <a:xfrm>
            <a:off x="6525353" y="2462707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>
            <a:off x="7292435" y="2193510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31" name="Grup 30"/>
          <p:cNvGrpSpPr/>
          <p:nvPr/>
        </p:nvGrpSpPr>
        <p:grpSpPr>
          <a:xfrm>
            <a:off x="5473644" y="1317281"/>
            <a:ext cx="832472" cy="909683"/>
            <a:chOff x="10455186" y="1474584"/>
            <a:chExt cx="832472" cy="909683"/>
          </a:xfrm>
        </p:grpSpPr>
        <p:sp>
          <p:nvSpPr>
            <p:cNvPr id="32" name="Metin kutusu 31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33" name="Düz Ok Bağlayıcısı 32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2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044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1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16" name="Grup 15"/>
          <p:cNvGrpSpPr/>
          <p:nvPr/>
        </p:nvGrpSpPr>
        <p:grpSpPr>
          <a:xfrm>
            <a:off x="2410022" y="1298231"/>
            <a:ext cx="599844" cy="909683"/>
            <a:chOff x="10571500" y="1474584"/>
            <a:chExt cx="599844" cy="909683"/>
          </a:xfrm>
        </p:grpSpPr>
        <p:sp>
          <p:nvSpPr>
            <p:cNvPr id="17" name="Metin kutusu 16"/>
            <p:cNvSpPr txBox="1"/>
            <p:nvPr/>
          </p:nvSpPr>
          <p:spPr>
            <a:xfrm>
              <a:off x="10571500" y="1474584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Dirsek Bağlayıcısı 18"/>
          <p:cNvCxnSpPr/>
          <p:nvPr/>
        </p:nvCxnSpPr>
        <p:spPr>
          <a:xfrm rot="10800000">
            <a:off x="2307430" y="2441631"/>
            <a:ext cx="1037987" cy="4083"/>
          </a:xfrm>
          <a:prstGeom prst="bentConnector5">
            <a:avLst>
              <a:gd name="adj1" fmla="val -47748"/>
              <a:gd name="adj2" fmla="val -10164511"/>
              <a:gd name="adj3" fmla="val 14020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Düz Ok Bağlayıcısı 10"/>
          <p:cNvCxnSpPr/>
          <p:nvPr/>
        </p:nvCxnSpPr>
        <p:spPr>
          <a:xfrm>
            <a:off x="5550500" y="416759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/>
          <p:cNvSpPr txBox="1"/>
          <p:nvPr/>
        </p:nvSpPr>
        <p:spPr>
          <a:xfrm>
            <a:off x="897094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Dikdörtgen 27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9" name="Düz Ok Bağlayıcısı 28"/>
          <p:cNvCxnSpPr/>
          <p:nvPr/>
        </p:nvCxnSpPr>
        <p:spPr>
          <a:xfrm>
            <a:off x="6525353" y="2462707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>
            <a:off x="7292435" y="2193510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31" name="Grup 30"/>
          <p:cNvGrpSpPr/>
          <p:nvPr/>
        </p:nvGrpSpPr>
        <p:grpSpPr>
          <a:xfrm>
            <a:off x="5473644" y="1317281"/>
            <a:ext cx="832472" cy="909683"/>
            <a:chOff x="10455186" y="1474584"/>
            <a:chExt cx="832472" cy="909683"/>
          </a:xfrm>
        </p:grpSpPr>
        <p:sp>
          <p:nvSpPr>
            <p:cNvPr id="32" name="Metin kutusu 31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33" name="Düz Ok Bağlayıcısı 32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2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67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1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16" name="Grup 15"/>
          <p:cNvGrpSpPr/>
          <p:nvPr/>
        </p:nvGrpSpPr>
        <p:grpSpPr>
          <a:xfrm>
            <a:off x="2410022" y="1298231"/>
            <a:ext cx="599844" cy="909683"/>
            <a:chOff x="10571500" y="1474584"/>
            <a:chExt cx="599844" cy="909683"/>
          </a:xfrm>
        </p:grpSpPr>
        <p:sp>
          <p:nvSpPr>
            <p:cNvPr id="17" name="Metin kutusu 16"/>
            <p:cNvSpPr txBox="1"/>
            <p:nvPr/>
          </p:nvSpPr>
          <p:spPr>
            <a:xfrm>
              <a:off x="10571500" y="1474584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Dirsek Bağlayıcısı 18"/>
          <p:cNvCxnSpPr/>
          <p:nvPr/>
        </p:nvCxnSpPr>
        <p:spPr>
          <a:xfrm rot="10800000">
            <a:off x="2307430" y="2441631"/>
            <a:ext cx="1037987" cy="4083"/>
          </a:xfrm>
          <a:prstGeom prst="bentConnector5">
            <a:avLst>
              <a:gd name="adj1" fmla="val -47748"/>
              <a:gd name="adj2" fmla="val -10164511"/>
              <a:gd name="adj3" fmla="val 14020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Düz Ok Bağlayıcısı 10"/>
          <p:cNvCxnSpPr/>
          <p:nvPr/>
        </p:nvCxnSpPr>
        <p:spPr>
          <a:xfrm>
            <a:off x="5550500" y="515023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/>
          <p:cNvSpPr txBox="1"/>
          <p:nvPr/>
        </p:nvSpPr>
        <p:spPr>
          <a:xfrm>
            <a:off x="897094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27" name="Dikdörtgen 26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8" name="Dikdörtgen 27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9" name="Düz Ok Bağlayıcısı 28"/>
          <p:cNvCxnSpPr/>
          <p:nvPr/>
        </p:nvCxnSpPr>
        <p:spPr>
          <a:xfrm>
            <a:off x="6525353" y="2462707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etin kutusu 29"/>
          <p:cNvSpPr txBox="1"/>
          <p:nvPr/>
        </p:nvSpPr>
        <p:spPr>
          <a:xfrm>
            <a:off x="7292435" y="2193510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31" name="Grup 30"/>
          <p:cNvGrpSpPr/>
          <p:nvPr/>
        </p:nvGrpSpPr>
        <p:grpSpPr>
          <a:xfrm>
            <a:off x="5473644" y="1317281"/>
            <a:ext cx="832472" cy="909683"/>
            <a:chOff x="10455186" y="1474584"/>
            <a:chExt cx="832472" cy="909683"/>
          </a:xfrm>
        </p:grpSpPr>
        <p:sp>
          <p:nvSpPr>
            <p:cNvPr id="32" name="Metin kutusu 31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33" name="Düz Ok Bağlayıcısı 32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2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94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1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16" name="Grup 15"/>
          <p:cNvGrpSpPr/>
          <p:nvPr/>
        </p:nvGrpSpPr>
        <p:grpSpPr>
          <a:xfrm>
            <a:off x="2410022" y="1298231"/>
            <a:ext cx="599844" cy="909683"/>
            <a:chOff x="10571500" y="1474584"/>
            <a:chExt cx="599844" cy="909683"/>
          </a:xfrm>
        </p:grpSpPr>
        <p:sp>
          <p:nvSpPr>
            <p:cNvPr id="17" name="Metin kutusu 16"/>
            <p:cNvSpPr txBox="1"/>
            <p:nvPr/>
          </p:nvSpPr>
          <p:spPr>
            <a:xfrm>
              <a:off x="10571500" y="1474584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Dirsek Bağlayıcısı 18"/>
          <p:cNvCxnSpPr/>
          <p:nvPr/>
        </p:nvCxnSpPr>
        <p:spPr>
          <a:xfrm rot="10800000">
            <a:off x="2307430" y="2441631"/>
            <a:ext cx="1037987" cy="4083"/>
          </a:xfrm>
          <a:prstGeom prst="bentConnector5">
            <a:avLst>
              <a:gd name="adj1" fmla="val -47748"/>
              <a:gd name="adj2" fmla="val -10164511"/>
              <a:gd name="adj3" fmla="val 14020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Düz Ok Bağlayıcısı 10"/>
          <p:cNvCxnSpPr/>
          <p:nvPr/>
        </p:nvCxnSpPr>
        <p:spPr>
          <a:xfrm>
            <a:off x="5550500" y="5382250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/>
          <p:cNvSpPr txBox="1"/>
          <p:nvPr/>
        </p:nvSpPr>
        <p:spPr>
          <a:xfrm>
            <a:off x="897094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4" name="Grup 23"/>
          <p:cNvGrpSpPr/>
          <p:nvPr/>
        </p:nvGrpSpPr>
        <p:grpSpPr>
          <a:xfrm>
            <a:off x="5473644" y="1317281"/>
            <a:ext cx="832472" cy="909683"/>
            <a:chOff x="10455186" y="1474584"/>
            <a:chExt cx="832472" cy="909683"/>
          </a:xfrm>
        </p:grpSpPr>
        <p:sp>
          <p:nvSpPr>
            <p:cNvPr id="25" name="Metin kutusu 24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26" name="Düz Ok Bağlayıcısı 25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Dirsek Bağlayıcısı 26"/>
          <p:cNvCxnSpPr/>
          <p:nvPr/>
        </p:nvCxnSpPr>
        <p:spPr>
          <a:xfrm rot="10800000">
            <a:off x="2316604" y="2433807"/>
            <a:ext cx="4207247" cy="31380"/>
          </a:xfrm>
          <a:prstGeom prst="bentConnector5">
            <a:avLst>
              <a:gd name="adj1" fmla="val -11875"/>
              <a:gd name="adj2" fmla="val -1237011"/>
              <a:gd name="adj3" fmla="val 11023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2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76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1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16" name="Grup 15"/>
          <p:cNvGrpSpPr/>
          <p:nvPr/>
        </p:nvGrpSpPr>
        <p:grpSpPr>
          <a:xfrm>
            <a:off x="2410022" y="1298231"/>
            <a:ext cx="599844" cy="909683"/>
            <a:chOff x="10571500" y="1474584"/>
            <a:chExt cx="599844" cy="909683"/>
          </a:xfrm>
        </p:grpSpPr>
        <p:sp>
          <p:nvSpPr>
            <p:cNvPr id="17" name="Metin kutusu 16"/>
            <p:cNvSpPr txBox="1"/>
            <p:nvPr/>
          </p:nvSpPr>
          <p:spPr>
            <a:xfrm>
              <a:off x="10571500" y="1474584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18" name="Düz Ok Bağlayıcısı 17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Düz Ok Bağlayıcısı 10"/>
          <p:cNvCxnSpPr/>
          <p:nvPr/>
        </p:nvCxnSpPr>
        <p:spPr>
          <a:xfrm>
            <a:off x="5550500" y="562899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/>
          <p:cNvSpPr txBox="1"/>
          <p:nvPr/>
        </p:nvSpPr>
        <p:spPr>
          <a:xfrm>
            <a:off x="897094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4" name="Grup 23"/>
          <p:cNvGrpSpPr/>
          <p:nvPr/>
        </p:nvGrpSpPr>
        <p:grpSpPr>
          <a:xfrm>
            <a:off x="5473644" y="1317281"/>
            <a:ext cx="832472" cy="909683"/>
            <a:chOff x="10455186" y="1474584"/>
            <a:chExt cx="832472" cy="909683"/>
          </a:xfrm>
        </p:grpSpPr>
        <p:sp>
          <p:nvSpPr>
            <p:cNvPr id="25" name="Metin kutusu 24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26" name="Düz Ok Bağlayıcısı 25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Dirsek Bağlayıcısı 26"/>
          <p:cNvCxnSpPr/>
          <p:nvPr/>
        </p:nvCxnSpPr>
        <p:spPr>
          <a:xfrm rot="10800000">
            <a:off x="2316604" y="2433807"/>
            <a:ext cx="4207247" cy="31380"/>
          </a:xfrm>
          <a:prstGeom prst="bentConnector5">
            <a:avLst>
              <a:gd name="adj1" fmla="val -11875"/>
              <a:gd name="adj2" fmla="val -1237011"/>
              <a:gd name="adj3" fmla="val 11023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3352408" y="2444457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2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121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1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1" name="Düz Ok Bağlayıcısı 10"/>
          <p:cNvCxnSpPr/>
          <p:nvPr/>
        </p:nvCxnSpPr>
        <p:spPr>
          <a:xfrm>
            <a:off x="5550500" y="587573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/>
          <p:cNvSpPr txBox="1"/>
          <p:nvPr/>
        </p:nvSpPr>
        <p:spPr>
          <a:xfrm>
            <a:off x="897094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4" name="Grup 23"/>
          <p:cNvGrpSpPr/>
          <p:nvPr/>
        </p:nvGrpSpPr>
        <p:grpSpPr>
          <a:xfrm>
            <a:off x="5473644" y="1317281"/>
            <a:ext cx="832472" cy="909683"/>
            <a:chOff x="10455186" y="1474584"/>
            <a:chExt cx="832472" cy="909683"/>
          </a:xfrm>
        </p:grpSpPr>
        <p:sp>
          <p:nvSpPr>
            <p:cNvPr id="25" name="Metin kutusu 24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26" name="Düz Ok Bağlayıcısı 25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Dirsek Bağlayıcısı 26"/>
          <p:cNvCxnSpPr/>
          <p:nvPr/>
        </p:nvCxnSpPr>
        <p:spPr>
          <a:xfrm rot="10800000">
            <a:off x="2316604" y="2433807"/>
            <a:ext cx="4207247" cy="31380"/>
          </a:xfrm>
          <a:prstGeom prst="bentConnector5">
            <a:avLst>
              <a:gd name="adj1" fmla="val -11875"/>
              <a:gd name="adj2" fmla="val -1237011"/>
              <a:gd name="adj3" fmla="val 11023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3352408" y="2444457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5584937" y="1100263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9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56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2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11" name="Düz Ok Bağlayıcısı 10"/>
          <p:cNvCxnSpPr/>
          <p:nvPr/>
        </p:nvCxnSpPr>
        <p:spPr>
          <a:xfrm>
            <a:off x="5550500" y="6354705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/>
          <p:cNvSpPr txBox="1"/>
          <p:nvPr/>
        </p:nvSpPr>
        <p:spPr>
          <a:xfrm>
            <a:off x="897094" y="5890394"/>
            <a:ext cx="15696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8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4" name="Grup 23"/>
          <p:cNvGrpSpPr/>
          <p:nvPr/>
        </p:nvGrpSpPr>
        <p:grpSpPr>
          <a:xfrm>
            <a:off x="5473644" y="1317281"/>
            <a:ext cx="832472" cy="909683"/>
            <a:chOff x="10455186" y="1474584"/>
            <a:chExt cx="832472" cy="909683"/>
          </a:xfrm>
        </p:grpSpPr>
        <p:sp>
          <p:nvSpPr>
            <p:cNvPr id="25" name="Metin kutusu 24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26" name="Düz Ok Bağlayıcısı 25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Dirsek Bağlayıcısı 26"/>
          <p:cNvCxnSpPr/>
          <p:nvPr/>
        </p:nvCxnSpPr>
        <p:spPr>
          <a:xfrm rot="10800000">
            <a:off x="2316604" y="2433807"/>
            <a:ext cx="4207247" cy="31380"/>
          </a:xfrm>
          <a:prstGeom prst="bentConnector5">
            <a:avLst>
              <a:gd name="adj1" fmla="val -11875"/>
              <a:gd name="adj2" fmla="val -1237011"/>
              <a:gd name="adj3" fmla="val 11023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3352408" y="2444457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etin kutusu 28"/>
          <p:cNvSpPr txBox="1"/>
          <p:nvPr/>
        </p:nvSpPr>
        <p:spPr>
          <a:xfrm>
            <a:off x="5584937" y="1100263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9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15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2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4" name="Grup 23"/>
          <p:cNvGrpSpPr/>
          <p:nvPr/>
        </p:nvGrpSpPr>
        <p:grpSpPr>
          <a:xfrm>
            <a:off x="5589958" y="1317281"/>
            <a:ext cx="599844" cy="909683"/>
            <a:chOff x="10571500" y="1474584"/>
            <a:chExt cx="599844" cy="909683"/>
          </a:xfrm>
        </p:grpSpPr>
        <p:sp>
          <p:nvSpPr>
            <p:cNvPr id="25" name="Metin kutusu 24"/>
            <p:cNvSpPr txBox="1"/>
            <p:nvPr/>
          </p:nvSpPr>
          <p:spPr>
            <a:xfrm>
              <a:off x="10571500" y="1474584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26" name="Düz Ok Bağlayıcısı 25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Dirsek Bağlayıcısı 26"/>
          <p:cNvCxnSpPr/>
          <p:nvPr/>
        </p:nvCxnSpPr>
        <p:spPr>
          <a:xfrm rot="10800000">
            <a:off x="2316604" y="2433807"/>
            <a:ext cx="4207247" cy="31380"/>
          </a:xfrm>
          <a:prstGeom prst="bentConnector5">
            <a:avLst>
              <a:gd name="adj1" fmla="val -11875"/>
              <a:gd name="adj2" fmla="val -1237011"/>
              <a:gd name="adj3" fmla="val 11023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3352408" y="2444457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6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826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2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4" name="Grup 23"/>
          <p:cNvGrpSpPr/>
          <p:nvPr/>
        </p:nvGrpSpPr>
        <p:grpSpPr>
          <a:xfrm>
            <a:off x="5589958" y="1317281"/>
            <a:ext cx="599844" cy="909683"/>
            <a:chOff x="10571500" y="1474584"/>
            <a:chExt cx="599844" cy="909683"/>
          </a:xfrm>
        </p:grpSpPr>
        <p:sp>
          <p:nvSpPr>
            <p:cNvPr id="25" name="Metin kutusu 24"/>
            <p:cNvSpPr txBox="1"/>
            <p:nvPr/>
          </p:nvSpPr>
          <p:spPr>
            <a:xfrm>
              <a:off x="10571500" y="1474584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26" name="Düz Ok Bağlayıcısı 25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Dirsek Bağlayıcısı 26"/>
          <p:cNvCxnSpPr/>
          <p:nvPr/>
        </p:nvCxnSpPr>
        <p:spPr>
          <a:xfrm rot="10800000">
            <a:off x="2316604" y="2433807"/>
            <a:ext cx="4207247" cy="31380"/>
          </a:xfrm>
          <a:prstGeom prst="bentConnector5">
            <a:avLst>
              <a:gd name="adj1" fmla="val -11875"/>
              <a:gd name="adj2" fmla="val -1237011"/>
              <a:gd name="adj3" fmla="val 11023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3352408" y="2444457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Düz Ok Bağlayıcısı 13"/>
          <p:cNvCxnSpPr/>
          <p:nvPr/>
        </p:nvCxnSpPr>
        <p:spPr>
          <a:xfrm>
            <a:off x="5550500" y="391630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897274" y="58903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10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8673877" y="2268542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1" name="Dikdörtgen 40"/>
          <p:cNvSpPr/>
          <p:nvPr/>
        </p:nvSpPr>
        <p:spPr>
          <a:xfrm>
            <a:off x="9483901" y="226854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2" name="Düz Ok Bağlayıcısı 41"/>
          <p:cNvCxnSpPr/>
          <p:nvPr/>
        </p:nvCxnSpPr>
        <p:spPr>
          <a:xfrm>
            <a:off x="9712102" y="2485385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etin kutusu 42"/>
          <p:cNvSpPr txBox="1"/>
          <p:nvPr/>
        </p:nvSpPr>
        <p:spPr>
          <a:xfrm>
            <a:off x="10479184" y="2216188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44" name="Grup 43"/>
          <p:cNvGrpSpPr/>
          <p:nvPr/>
        </p:nvGrpSpPr>
        <p:grpSpPr>
          <a:xfrm>
            <a:off x="8660393" y="1339959"/>
            <a:ext cx="832472" cy="909683"/>
            <a:chOff x="10455186" y="1474584"/>
            <a:chExt cx="832472" cy="909683"/>
          </a:xfrm>
        </p:grpSpPr>
        <p:sp>
          <p:nvSpPr>
            <p:cNvPr id="45" name="Metin kutusu 44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46" name="Düz Ok Bağlayıcısı 45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9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75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2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4" name="Grup 23"/>
          <p:cNvGrpSpPr/>
          <p:nvPr/>
        </p:nvGrpSpPr>
        <p:grpSpPr>
          <a:xfrm>
            <a:off x="5589958" y="1317281"/>
            <a:ext cx="599844" cy="909683"/>
            <a:chOff x="10571500" y="1474584"/>
            <a:chExt cx="599844" cy="909683"/>
          </a:xfrm>
        </p:grpSpPr>
        <p:sp>
          <p:nvSpPr>
            <p:cNvPr id="25" name="Metin kutusu 24"/>
            <p:cNvSpPr txBox="1"/>
            <p:nvPr/>
          </p:nvSpPr>
          <p:spPr>
            <a:xfrm>
              <a:off x="10571500" y="1474584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26" name="Düz Ok Bağlayıcısı 25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Dirsek Bağlayıcısı 26"/>
          <p:cNvCxnSpPr/>
          <p:nvPr/>
        </p:nvCxnSpPr>
        <p:spPr>
          <a:xfrm rot="10800000">
            <a:off x="2316604" y="2433807"/>
            <a:ext cx="4207247" cy="31380"/>
          </a:xfrm>
          <a:prstGeom prst="bentConnector5">
            <a:avLst>
              <a:gd name="adj1" fmla="val -11875"/>
              <a:gd name="adj2" fmla="val -1237011"/>
              <a:gd name="adj3" fmla="val 11023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3352408" y="2444457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Düz Ok Bağlayıcısı 13"/>
          <p:cNvCxnSpPr/>
          <p:nvPr/>
        </p:nvCxnSpPr>
        <p:spPr>
          <a:xfrm>
            <a:off x="5550500" y="4148530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897274" y="58903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10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9" name="Dikdörtgen 38"/>
          <p:cNvSpPr/>
          <p:nvPr/>
        </p:nvSpPr>
        <p:spPr>
          <a:xfrm>
            <a:off x="8673877" y="2268542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9483901" y="226854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1" name="Düz Ok Bağlayıcısı 40"/>
          <p:cNvCxnSpPr/>
          <p:nvPr/>
        </p:nvCxnSpPr>
        <p:spPr>
          <a:xfrm>
            <a:off x="9712102" y="2485385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10479184" y="2216188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43" name="Grup 42"/>
          <p:cNvGrpSpPr/>
          <p:nvPr/>
        </p:nvGrpSpPr>
        <p:grpSpPr>
          <a:xfrm>
            <a:off x="8660393" y="1339959"/>
            <a:ext cx="832472" cy="909683"/>
            <a:chOff x="10455186" y="1474584"/>
            <a:chExt cx="832472" cy="909683"/>
          </a:xfrm>
        </p:grpSpPr>
        <p:sp>
          <p:nvSpPr>
            <p:cNvPr id="44" name="Metin kutusu 43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45" name="Düz Ok Bağlayıcısı 44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9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803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2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4" name="Grup 23"/>
          <p:cNvGrpSpPr/>
          <p:nvPr/>
        </p:nvGrpSpPr>
        <p:grpSpPr>
          <a:xfrm>
            <a:off x="5589958" y="1317281"/>
            <a:ext cx="599844" cy="909683"/>
            <a:chOff x="10571500" y="1474584"/>
            <a:chExt cx="599844" cy="909683"/>
          </a:xfrm>
        </p:grpSpPr>
        <p:sp>
          <p:nvSpPr>
            <p:cNvPr id="25" name="Metin kutusu 24"/>
            <p:cNvSpPr txBox="1"/>
            <p:nvPr/>
          </p:nvSpPr>
          <p:spPr>
            <a:xfrm>
              <a:off x="10571500" y="1474584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26" name="Düz Ok Bağlayıcısı 25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Dirsek Bağlayıcısı 26"/>
          <p:cNvCxnSpPr/>
          <p:nvPr/>
        </p:nvCxnSpPr>
        <p:spPr>
          <a:xfrm rot="10800000">
            <a:off x="2316604" y="2433807"/>
            <a:ext cx="4207247" cy="31380"/>
          </a:xfrm>
          <a:prstGeom prst="bentConnector5">
            <a:avLst>
              <a:gd name="adj1" fmla="val -11875"/>
              <a:gd name="adj2" fmla="val -1237011"/>
              <a:gd name="adj3" fmla="val 11023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3352408" y="2444457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Düz Ok Bağlayıcısı 13"/>
          <p:cNvCxnSpPr/>
          <p:nvPr/>
        </p:nvCxnSpPr>
        <p:spPr>
          <a:xfrm>
            <a:off x="5550500" y="5120986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897274" y="58903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10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9" name="Dikdörtgen 38"/>
          <p:cNvSpPr/>
          <p:nvPr/>
        </p:nvSpPr>
        <p:spPr>
          <a:xfrm>
            <a:off x="8673877" y="2268542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40" name="Dikdörtgen 39"/>
          <p:cNvSpPr/>
          <p:nvPr/>
        </p:nvSpPr>
        <p:spPr>
          <a:xfrm>
            <a:off x="9483901" y="226854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41" name="Düz Ok Bağlayıcısı 40"/>
          <p:cNvCxnSpPr/>
          <p:nvPr/>
        </p:nvCxnSpPr>
        <p:spPr>
          <a:xfrm>
            <a:off x="9712102" y="2485385"/>
            <a:ext cx="7835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/>
          <p:cNvSpPr txBox="1"/>
          <p:nvPr/>
        </p:nvSpPr>
        <p:spPr>
          <a:xfrm>
            <a:off x="10479184" y="2216188"/>
            <a:ext cx="6238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null</a:t>
            </a:r>
            <a:endParaRPr lang="tr-TR" sz="2200" b="1" dirty="0"/>
          </a:p>
        </p:txBody>
      </p:sp>
      <p:grpSp>
        <p:nvGrpSpPr>
          <p:cNvPr id="43" name="Grup 42"/>
          <p:cNvGrpSpPr/>
          <p:nvPr/>
        </p:nvGrpSpPr>
        <p:grpSpPr>
          <a:xfrm>
            <a:off x="8660393" y="1339959"/>
            <a:ext cx="832472" cy="909683"/>
            <a:chOff x="10455186" y="1474584"/>
            <a:chExt cx="832472" cy="909683"/>
          </a:xfrm>
        </p:grpSpPr>
        <p:sp>
          <p:nvSpPr>
            <p:cNvPr id="44" name="Metin kutusu 43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45" name="Düz Ok Bağlayıcısı 44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9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10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2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4" name="Grup 23"/>
          <p:cNvGrpSpPr/>
          <p:nvPr/>
        </p:nvGrpSpPr>
        <p:grpSpPr>
          <a:xfrm>
            <a:off x="5589958" y="1317281"/>
            <a:ext cx="599844" cy="909683"/>
            <a:chOff x="10571500" y="1474584"/>
            <a:chExt cx="599844" cy="909683"/>
          </a:xfrm>
        </p:grpSpPr>
        <p:sp>
          <p:nvSpPr>
            <p:cNvPr id="25" name="Metin kutusu 24"/>
            <p:cNvSpPr txBox="1"/>
            <p:nvPr/>
          </p:nvSpPr>
          <p:spPr>
            <a:xfrm>
              <a:off x="10571500" y="1474584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26" name="Düz Ok Bağlayıcısı 25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Dirsek Bağlayıcısı 26"/>
          <p:cNvCxnSpPr/>
          <p:nvPr/>
        </p:nvCxnSpPr>
        <p:spPr>
          <a:xfrm rot="10800000">
            <a:off x="2316604" y="2433807"/>
            <a:ext cx="4207247" cy="31380"/>
          </a:xfrm>
          <a:prstGeom prst="bentConnector5">
            <a:avLst>
              <a:gd name="adj1" fmla="val -11875"/>
              <a:gd name="adj2" fmla="val -1237011"/>
              <a:gd name="adj3" fmla="val 110231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üz Ok Bağlayıcısı 27"/>
          <p:cNvCxnSpPr/>
          <p:nvPr/>
        </p:nvCxnSpPr>
        <p:spPr>
          <a:xfrm>
            <a:off x="3352408" y="2444457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Düz Ok Bağlayıcısı 13"/>
          <p:cNvCxnSpPr/>
          <p:nvPr/>
        </p:nvCxnSpPr>
        <p:spPr>
          <a:xfrm>
            <a:off x="5550500" y="5382242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897274" y="58903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10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673877" y="2268542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9483901" y="226854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8660393" y="1339959"/>
            <a:ext cx="832472" cy="909683"/>
            <a:chOff x="10455186" y="1474584"/>
            <a:chExt cx="832472" cy="909683"/>
          </a:xfrm>
        </p:grpSpPr>
        <p:sp>
          <p:nvSpPr>
            <p:cNvPr id="30" name="Metin kutusu 29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31" name="Düz Ok Bağlayıcısı 30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Dirsek Bağlayıcısı 31"/>
          <p:cNvCxnSpPr/>
          <p:nvPr/>
        </p:nvCxnSpPr>
        <p:spPr>
          <a:xfrm rot="10800000">
            <a:off x="2313074" y="2435054"/>
            <a:ext cx="7400392" cy="41924"/>
          </a:xfrm>
          <a:prstGeom prst="bentConnector5">
            <a:avLst>
              <a:gd name="adj1" fmla="val -6813"/>
              <a:gd name="adj2" fmla="val -902268"/>
              <a:gd name="adj3" fmla="val 105709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4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495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2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4" name="Grup 23"/>
          <p:cNvGrpSpPr/>
          <p:nvPr/>
        </p:nvGrpSpPr>
        <p:grpSpPr>
          <a:xfrm>
            <a:off x="5589958" y="1317281"/>
            <a:ext cx="599844" cy="909683"/>
            <a:chOff x="10571500" y="1474584"/>
            <a:chExt cx="599844" cy="909683"/>
          </a:xfrm>
        </p:grpSpPr>
        <p:sp>
          <p:nvSpPr>
            <p:cNvPr id="25" name="Metin kutusu 24"/>
            <p:cNvSpPr txBox="1"/>
            <p:nvPr/>
          </p:nvSpPr>
          <p:spPr>
            <a:xfrm>
              <a:off x="10571500" y="1474584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26" name="Düz Ok Bağlayıcısı 25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Düz Ok Bağlayıcısı 27"/>
          <p:cNvCxnSpPr/>
          <p:nvPr/>
        </p:nvCxnSpPr>
        <p:spPr>
          <a:xfrm>
            <a:off x="3352408" y="2444457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Düz Ok Bağlayıcısı 13"/>
          <p:cNvCxnSpPr/>
          <p:nvPr/>
        </p:nvCxnSpPr>
        <p:spPr>
          <a:xfrm>
            <a:off x="5550500" y="561447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897274" y="58903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10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673877" y="2268542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9483901" y="226854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8660393" y="1339959"/>
            <a:ext cx="832472" cy="909683"/>
            <a:chOff x="10455186" y="1474584"/>
            <a:chExt cx="832472" cy="909683"/>
          </a:xfrm>
        </p:grpSpPr>
        <p:sp>
          <p:nvSpPr>
            <p:cNvPr id="30" name="Metin kutusu 29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31" name="Düz Ok Bağlayıcısı 30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Dirsek Bağlayıcısı 31"/>
          <p:cNvCxnSpPr/>
          <p:nvPr/>
        </p:nvCxnSpPr>
        <p:spPr>
          <a:xfrm rot="10800000">
            <a:off x="2313074" y="2435054"/>
            <a:ext cx="7400392" cy="41924"/>
          </a:xfrm>
          <a:prstGeom prst="bentConnector5">
            <a:avLst>
              <a:gd name="adj1" fmla="val -6813"/>
              <a:gd name="adj2" fmla="val -902268"/>
              <a:gd name="adj3" fmla="val 105709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6523125" y="2462271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01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2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8" name="Düz Ok Bağlayıcısı 27"/>
          <p:cNvCxnSpPr/>
          <p:nvPr/>
        </p:nvCxnSpPr>
        <p:spPr>
          <a:xfrm>
            <a:off x="3352408" y="2444457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Düz Ok Bağlayıcısı 13"/>
          <p:cNvCxnSpPr/>
          <p:nvPr/>
        </p:nvCxnSpPr>
        <p:spPr>
          <a:xfrm>
            <a:off x="5550500" y="5873781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897274" y="58903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10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673877" y="2268542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9483901" y="226854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8660393" y="1339959"/>
            <a:ext cx="832472" cy="909683"/>
            <a:chOff x="10455186" y="1474584"/>
            <a:chExt cx="832472" cy="909683"/>
          </a:xfrm>
        </p:grpSpPr>
        <p:sp>
          <p:nvSpPr>
            <p:cNvPr id="30" name="Metin kutusu 29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31" name="Düz Ok Bağlayıcısı 30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Dirsek Bağlayıcısı 31"/>
          <p:cNvCxnSpPr/>
          <p:nvPr/>
        </p:nvCxnSpPr>
        <p:spPr>
          <a:xfrm rot="10800000">
            <a:off x="2313074" y="2435054"/>
            <a:ext cx="7400392" cy="41924"/>
          </a:xfrm>
          <a:prstGeom prst="bentConnector5">
            <a:avLst>
              <a:gd name="adj1" fmla="val -6813"/>
              <a:gd name="adj2" fmla="val -902268"/>
              <a:gd name="adj3" fmla="val 105709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6523125" y="2462271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/>
          <p:cNvSpPr txBox="1"/>
          <p:nvPr/>
        </p:nvSpPr>
        <p:spPr>
          <a:xfrm>
            <a:off x="8778521" y="1100263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89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3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8" name="Düz Ok Bağlayıcısı 27"/>
          <p:cNvCxnSpPr/>
          <p:nvPr/>
        </p:nvCxnSpPr>
        <p:spPr>
          <a:xfrm>
            <a:off x="3352408" y="2444457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Düz Ok Bağlayıcısı 13"/>
          <p:cNvCxnSpPr/>
          <p:nvPr/>
        </p:nvCxnSpPr>
        <p:spPr>
          <a:xfrm>
            <a:off x="5550500" y="6365103"/>
            <a:ext cx="540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etin kutusu 15"/>
          <p:cNvSpPr txBox="1"/>
          <p:nvPr/>
        </p:nvSpPr>
        <p:spPr>
          <a:xfrm>
            <a:off x="897274" y="58903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deger = 10</a:t>
            </a:r>
            <a:endParaRPr lang="tr-TR" sz="20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18" name="Dikdörtgen 17"/>
          <p:cNvSpPr/>
          <p:nvPr/>
        </p:nvSpPr>
        <p:spPr>
          <a:xfrm>
            <a:off x="8673877" y="2268542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9483901" y="226854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8660393" y="1339959"/>
            <a:ext cx="832472" cy="909683"/>
            <a:chOff x="10455186" y="1474584"/>
            <a:chExt cx="832472" cy="909683"/>
          </a:xfrm>
        </p:grpSpPr>
        <p:sp>
          <p:nvSpPr>
            <p:cNvPr id="30" name="Metin kutusu 29"/>
            <p:cNvSpPr txBox="1"/>
            <p:nvPr/>
          </p:nvSpPr>
          <p:spPr>
            <a:xfrm>
              <a:off x="10455186" y="1474584"/>
              <a:ext cx="83247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gecici</a:t>
              </a:r>
              <a:endParaRPr lang="tr-TR" sz="2200" b="1" dirty="0"/>
            </a:p>
          </p:txBody>
        </p:sp>
        <p:cxnSp>
          <p:nvCxnSpPr>
            <p:cNvPr id="31" name="Düz Ok Bağlayıcısı 30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Dirsek Bağlayıcısı 31"/>
          <p:cNvCxnSpPr/>
          <p:nvPr/>
        </p:nvCxnSpPr>
        <p:spPr>
          <a:xfrm rot="10800000">
            <a:off x="2313074" y="2435054"/>
            <a:ext cx="7400392" cy="41924"/>
          </a:xfrm>
          <a:prstGeom prst="bentConnector5">
            <a:avLst>
              <a:gd name="adj1" fmla="val -6813"/>
              <a:gd name="adj2" fmla="val -902268"/>
              <a:gd name="adj3" fmla="val 105709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6523125" y="2462271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etin kutusu 21"/>
          <p:cNvSpPr txBox="1"/>
          <p:nvPr/>
        </p:nvSpPr>
        <p:spPr>
          <a:xfrm>
            <a:off x="8778521" y="1100263"/>
            <a:ext cx="599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200" b="1" dirty="0" smtClean="0"/>
              <a:t>son</a:t>
            </a:r>
            <a:endParaRPr lang="tr-TR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4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92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etin kutusu 20"/>
          <p:cNvSpPr txBox="1"/>
          <p:nvPr/>
        </p:nvSpPr>
        <p:spPr>
          <a:xfrm>
            <a:off x="6189805" y="3717091"/>
            <a:ext cx="5989495" cy="2853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72000" rIns="0" bIns="72000" rtlCol="0">
            <a:spAutoFit/>
          </a:bodyPr>
          <a:lstStyle/>
          <a:p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Dugum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deger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tr-T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sz="1600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son</a:t>
            </a:r>
            <a:r>
              <a:rPr lang="tr-T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sz="1600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sonraki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son</a:t>
            </a:r>
            <a:r>
              <a:rPr lang="tr-T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gecici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tr-TR" sz="1600" dirty="0">
                <a:solidFill>
                  <a:srgbClr val="6A3E3E"/>
                </a:solidFill>
                <a:latin typeface="Consolas" panose="020B0609020204030204" pitchFamily="49" charset="0"/>
              </a:rPr>
              <a:t>uzunluk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tr-TR" sz="1600" dirty="0" smtClean="0">
              <a:latin typeface="Lucida Console" panose="020B0609040504020204" pitchFamily="49" charset="0"/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590082" y="5547493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2000" dirty="0" smtClean="0">
                <a:latin typeface="Lucida Console" panose="020B0609040504020204" pitchFamily="49" charset="0"/>
              </a:rPr>
              <a:t>uzunluk = 3</a:t>
            </a:r>
            <a:endParaRPr lang="tr-TR" sz="2000" dirty="0">
              <a:latin typeface="Lucida Console" panose="020B0609040504020204" pitchFamily="49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293985" y="222681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Dikdörtgen 12"/>
          <p:cNvSpPr/>
          <p:nvPr/>
        </p:nvSpPr>
        <p:spPr>
          <a:xfrm>
            <a:off x="3104009" y="222681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5487128" y="2245864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8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6297152" y="2245864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8" name="Düz Ok Bağlayıcısı 27"/>
          <p:cNvCxnSpPr/>
          <p:nvPr/>
        </p:nvCxnSpPr>
        <p:spPr>
          <a:xfrm>
            <a:off x="3352408" y="2444457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Dikdörtgen 17"/>
          <p:cNvSpPr/>
          <p:nvPr/>
        </p:nvSpPr>
        <p:spPr>
          <a:xfrm>
            <a:off x="8673877" y="2268542"/>
            <a:ext cx="810023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 smtClean="0">
                <a:solidFill>
                  <a:schemeClr val="tx1"/>
                </a:solidFill>
              </a:rPr>
              <a:t>10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9" name="Dikdörtgen 18"/>
          <p:cNvSpPr/>
          <p:nvPr/>
        </p:nvSpPr>
        <p:spPr>
          <a:xfrm>
            <a:off x="9483901" y="2268542"/>
            <a:ext cx="434577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>
              <a:solidFill>
                <a:schemeClr val="tx1"/>
              </a:solidFill>
            </a:endParaRPr>
          </a:p>
        </p:txBody>
      </p:sp>
      <p:grpSp>
        <p:nvGrpSpPr>
          <p:cNvPr id="29" name="Grup 28"/>
          <p:cNvGrpSpPr/>
          <p:nvPr/>
        </p:nvGrpSpPr>
        <p:grpSpPr>
          <a:xfrm>
            <a:off x="8776707" y="1339959"/>
            <a:ext cx="599844" cy="909683"/>
            <a:chOff x="10571500" y="1474584"/>
            <a:chExt cx="599844" cy="909683"/>
          </a:xfrm>
        </p:grpSpPr>
        <p:sp>
          <p:nvSpPr>
            <p:cNvPr id="30" name="Metin kutusu 29"/>
            <p:cNvSpPr txBox="1"/>
            <p:nvPr/>
          </p:nvSpPr>
          <p:spPr>
            <a:xfrm>
              <a:off x="10571500" y="1474584"/>
              <a:ext cx="5998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2200" b="1" dirty="0" smtClean="0"/>
                <a:t>son</a:t>
              </a:r>
              <a:endParaRPr lang="tr-TR" sz="2200" b="1" dirty="0"/>
            </a:p>
          </p:txBody>
        </p:sp>
        <p:cxnSp>
          <p:nvCxnSpPr>
            <p:cNvPr id="31" name="Düz Ok Bağlayıcısı 30"/>
            <p:cNvCxnSpPr/>
            <p:nvPr/>
          </p:nvCxnSpPr>
          <p:spPr>
            <a:xfrm rot="16200000" flipH="1">
              <a:off x="10601422" y="2114267"/>
              <a:ext cx="54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Dirsek Bağlayıcısı 31"/>
          <p:cNvCxnSpPr/>
          <p:nvPr/>
        </p:nvCxnSpPr>
        <p:spPr>
          <a:xfrm rot="10800000">
            <a:off x="2313074" y="2435054"/>
            <a:ext cx="7400392" cy="41924"/>
          </a:xfrm>
          <a:prstGeom prst="bentConnector5">
            <a:avLst>
              <a:gd name="adj1" fmla="val -6813"/>
              <a:gd name="adj2" fmla="val -902268"/>
              <a:gd name="adj3" fmla="val 105709"/>
            </a:avLst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Düz Ok Bağlayıcısı 22"/>
          <p:cNvCxnSpPr/>
          <p:nvPr/>
        </p:nvCxnSpPr>
        <p:spPr>
          <a:xfrm>
            <a:off x="6523125" y="2462271"/>
            <a:ext cx="2134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1140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marL="0" indent="0" algn="ctr">
              <a:buNone/>
            </a:pPr>
            <a:r>
              <a:rPr lang="tr-TR" dirty="0" smtClean="0"/>
              <a:t>SON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7157</TotalTime>
  <Words>13926</Words>
  <Application>Microsoft Office PowerPoint</Application>
  <PresentationFormat>Widescreen</PresentationFormat>
  <Paragraphs>4413</Paragraphs>
  <Slides>294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294</vt:i4>
      </vt:variant>
    </vt:vector>
  </HeadingPairs>
  <TitlesOfParts>
    <vt:vector size="301" baseType="lpstr">
      <vt:lpstr>Arial</vt:lpstr>
      <vt:lpstr>Calibri</vt:lpstr>
      <vt:lpstr>Calibri Light</vt:lpstr>
      <vt:lpstr>Consolas</vt:lpstr>
      <vt:lpstr>Lucida Console</vt:lpstr>
      <vt:lpstr>Wingdings</vt:lpstr>
      <vt:lpstr>Office Theme</vt:lpstr>
      <vt:lpstr>Bölüm 3: Bağlı Listeler</vt:lpstr>
      <vt:lpstr>Bağlı Liste</vt:lpstr>
      <vt:lpstr>Tek Yönlü Bağlı Liste (Singly Linked List)</vt:lpstr>
      <vt:lpstr>Tek Yönlü Bağlı Liste (Singly Linked List)</vt:lpstr>
      <vt:lpstr>Tek Yönlü Bağlı Liste (Singly Linked List)</vt:lpstr>
      <vt:lpstr>Tek Yönlü Bağlı Liste (Singly Linked List)</vt:lpstr>
      <vt:lpstr>Tek Yönlü Bağlı Liste İşlemleri</vt:lpstr>
      <vt:lpstr>Tek Yönlü Bağlı Liste Avantajları</vt:lpstr>
      <vt:lpstr>Tek Yönlü Bağlı Liste Dezavantajları</vt:lpstr>
      <vt:lpstr>Temel Yapı Taşları</vt:lpstr>
      <vt:lpstr>Tek Yönlü Bağlı Liste Oluşturma</vt:lpstr>
      <vt:lpstr>Tek Yönlü Bağlı Liste Oluşturma</vt:lpstr>
      <vt:lpstr>Tek Yönlü Bağlı Liste Oluşturma</vt:lpstr>
      <vt:lpstr>Tek Yönlü Bağlı Liste Oluşturma</vt:lpstr>
      <vt:lpstr>Tek Yönlü Bağlı Liste Oluşturma</vt:lpstr>
      <vt:lpstr>Tek Yönlü Bağlı Liste Oluşturma</vt:lpstr>
      <vt:lpstr>Tek Yönlü Bağlı Liste Oluşturma</vt:lpstr>
      <vt:lpstr>Tek Yönlü Bağlı Liste Oluşturma</vt:lpstr>
      <vt:lpstr>Tek Yönlü Bağlı Liste Oluşturma</vt:lpstr>
      <vt:lpstr>Tek Yönlü Bağlı Liste Oluşturma</vt:lpstr>
      <vt:lpstr>Tek Yönlü Bağlı Liste Oluşturma</vt:lpstr>
      <vt:lpstr>Tek Yönlü Bağlı Liste Oluşturma</vt:lpstr>
      <vt:lpstr>Tek Yönlü Bağlı Liste Oluşturma</vt:lpstr>
      <vt:lpstr>Tek Yönlü Bağlı Liste Oluşturma</vt:lpstr>
      <vt:lpstr>Tek Yönlü Bağlı Liste Oluşturma</vt:lpstr>
      <vt:lpstr>Tek Yönlü Bağlı Liste Oluşturma</vt:lpstr>
      <vt:lpstr>Tek Yönlü Bağlı Liste Oluşturma</vt:lpstr>
      <vt:lpstr>Liste Üzerinde Gezinme ve Verileri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Tek Yönlü Bağlı Liste Elemanlarını Yazdırma</vt:lpstr>
      <vt:lpstr>Liste Uzunluğunu Hesaplama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Tek Yönlü Bağlı Listenin Uzunluğunu Bulma</vt:lpstr>
      <vt:lpstr>Liste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Tek Yönlü Bağlı Listenin Başına Düğüm Ekleme</vt:lpstr>
      <vt:lpstr>Liste Sonuna Düğüm Ekleme</vt:lpstr>
      <vt:lpstr>Tek Yönlü Bağlı Listenin Sonuna Düğüm Ekleme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Belirli Bir Konuma Düğüm Ekleme</vt:lpstr>
      <vt:lpstr>Listeden İlk Elemanı Silme</vt:lpstr>
      <vt:lpstr>Tek Yönlü Bağlı Listede İlk Düğümü Silme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Listeden Son Elemanı Silme</vt:lpstr>
      <vt:lpstr>Listeden Belirli Bir Elemanı Silme</vt:lpstr>
      <vt:lpstr>Listede Belirli Bir Elemanı Arama</vt:lpstr>
      <vt:lpstr>Listeyi Ters Çevirme</vt:lpstr>
      <vt:lpstr>Tek Yönlü Bağlı Listeyi Tersine Çevirme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Listede Orta Elemanı Bulma</vt:lpstr>
      <vt:lpstr>Listeyi Kopyalama</vt:lpstr>
      <vt:lpstr>Listeden Tekrarlayanları Kaldırma</vt:lpstr>
      <vt:lpstr>İki Sıralı Listeyi Birleştirme</vt:lpstr>
      <vt:lpstr>İki Sıralı Listeyi Birleştirme</vt:lpstr>
      <vt:lpstr>Tek Yönlü Bağlı Listeyi Sıralama</vt:lpstr>
      <vt:lpstr>PowerPoint Presentation</vt:lpstr>
      <vt:lpstr>Çift Yönlü Bağlı Liste (Doubly Linked List)</vt:lpstr>
      <vt:lpstr>Çift Yönlü Bağlı Liste</vt:lpstr>
      <vt:lpstr>Çift Yönlü Bağlı Liste (Doubly Linked List)</vt:lpstr>
      <vt:lpstr>Çift Yönlü Bağlı Liste (Doubly Linked List)</vt:lpstr>
      <vt:lpstr>Listenin Başına Düğüm Eklemek</vt:lpstr>
      <vt:lpstr>Listenin Sonuna Düğüm Eklemek</vt:lpstr>
      <vt:lpstr>Belirli Bir Konuma Eleman Eklemek</vt:lpstr>
      <vt:lpstr>Belirli Bir Konuma Eleman Eklemek</vt:lpstr>
      <vt:lpstr>Çift Yönlü Bağlı Listenin Uzunluğunu Bulma</vt:lpstr>
      <vt:lpstr>Listenin Başındaki Elemanı Silme</vt:lpstr>
      <vt:lpstr>Listenin Sonundaki Elemanı Silme</vt:lpstr>
      <vt:lpstr>Listede Belirli Bir Elemanı Silme</vt:lpstr>
      <vt:lpstr>Listede Belirli Bir Elemanı Silme</vt:lpstr>
      <vt:lpstr>Listeyi İleri Yönde Yazdırmak</vt:lpstr>
      <vt:lpstr>Listeyi Geri Yönde Yazdırmak</vt:lpstr>
      <vt:lpstr>Çift Yönlü Bağlı Liste Elemanlarını Geri Yönde Yazdırma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İki Boyutlu Matrisi Bağlı Liste Yapısına Çevirme</vt:lpstr>
      <vt:lpstr>İki Boyutlu Matrisi Bağlı Liste Yapısına Çevirme</vt:lpstr>
      <vt:lpstr>İki Boyutlu Matrisi Bağlı Liste Yapısına Çevirme</vt:lpstr>
      <vt:lpstr>Dairesel Bağlı Liste (Circularly Linked List)</vt:lpstr>
      <vt:lpstr>Dairesel Bağlı Liste (Circularly Linked List)</vt:lpstr>
      <vt:lpstr>Dairesel Bağlı Liste (Circularly Linked List)</vt:lpstr>
      <vt:lpstr>Dairesel Bağlı Listeyi Yazdırma</vt:lpstr>
      <vt:lpstr>Dairesel Bağlı Listeyi Yazdırma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Dairesel Bağlı Listenin Sonuna Ekleme</vt:lpstr>
      <vt:lpstr>Dairesel Bağlı Listenin Sonuna Ekleme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Bağlı Listeler</dc:title>
  <dc:creator>sercan</dc:creator>
  <cp:lastModifiedBy>sercan</cp:lastModifiedBy>
  <cp:revision>488</cp:revision>
  <dcterms:created xsi:type="dcterms:W3CDTF">2023-01-12T09:23:55Z</dcterms:created>
  <dcterms:modified xsi:type="dcterms:W3CDTF">2023-12-19T21:24:37Z</dcterms:modified>
</cp:coreProperties>
</file>