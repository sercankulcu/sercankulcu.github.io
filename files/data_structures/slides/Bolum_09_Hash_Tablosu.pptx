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autoCompressPictures="0">
  <p:sldMasterIdLst>
    <p:sldMasterId id="2147483935" r:id="rId1"/>
    <p:sldMasterId id="2147483947" r:id="rId2"/>
  </p:sldMasterIdLst>
  <p:notesMasterIdLst>
    <p:notesMasterId r:id="rId299"/>
  </p:notesMasterIdLst>
  <p:sldIdLst>
    <p:sldId id="256" r:id="rId3"/>
    <p:sldId id="329" r:id="rId4"/>
    <p:sldId id="330" r:id="rId5"/>
    <p:sldId id="331" r:id="rId6"/>
    <p:sldId id="332" r:id="rId7"/>
    <p:sldId id="333" r:id="rId8"/>
    <p:sldId id="334" r:id="rId9"/>
    <p:sldId id="335" r:id="rId10"/>
    <p:sldId id="336" r:id="rId11"/>
    <p:sldId id="337" r:id="rId12"/>
    <p:sldId id="338" r:id="rId13"/>
    <p:sldId id="340" r:id="rId14"/>
    <p:sldId id="342" r:id="rId15"/>
    <p:sldId id="343" r:id="rId16"/>
    <p:sldId id="344" r:id="rId17"/>
    <p:sldId id="354" r:id="rId18"/>
    <p:sldId id="355" r:id="rId19"/>
    <p:sldId id="356" r:id="rId20"/>
    <p:sldId id="357" r:id="rId21"/>
    <p:sldId id="358" r:id="rId22"/>
    <p:sldId id="359" r:id="rId23"/>
    <p:sldId id="360" r:id="rId24"/>
    <p:sldId id="361" r:id="rId25"/>
    <p:sldId id="362" r:id="rId26"/>
    <p:sldId id="363" r:id="rId27"/>
    <p:sldId id="364" r:id="rId28"/>
    <p:sldId id="345" r:id="rId29"/>
    <p:sldId id="365" r:id="rId30"/>
    <p:sldId id="366" r:id="rId31"/>
    <p:sldId id="368" r:id="rId32"/>
    <p:sldId id="369" r:id="rId33"/>
    <p:sldId id="370" r:id="rId34"/>
    <p:sldId id="371" r:id="rId35"/>
    <p:sldId id="372" r:id="rId36"/>
    <p:sldId id="374" r:id="rId37"/>
    <p:sldId id="375" r:id="rId38"/>
    <p:sldId id="376" r:id="rId39"/>
    <p:sldId id="377" r:id="rId40"/>
    <p:sldId id="346" r:id="rId41"/>
    <p:sldId id="378" r:id="rId42"/>
    <p:sldId id="379" r:id="rId43"/>
    <p:sldId id="380" r:id="rId44"/>
    <p:sldId id="381" r:id="rId45"/>
    <p:sldId id="382" r:id="rId46"/>
    <p:sldId id="383" r:id="rId47"/>
    <p:sldId id="347" r:id="rId48"/>
    <p:sldId id="384" r:id="rId49"/>
    <p:sldId id="348" r:id="rId50"/>
    <p:sldId id="387" r:id="rId51"/>
    <p:sldId id="388" r:id="rId52"/>
    <p:sldId id="389" r:id="rId53"/>
    <p:sldId id="390" r:id="rId54"/>
    <p:sldId id="349" r:id="rId55"/>
    <p:sldId id="391" r:id="rId56"/>
    <p:sldId id="392" r:id="rId57"/>
    <p:sldId id="393" r:id="rId58"/>
    <p:sldId id="394" r:id="rId59"/>
    <p:sldId id="395" r:id="rId60"/>
    <p:sldId id="396" r:id="rId61"/>
    <p:sldId id="397" r:id="rId62"/>
    <p:sldId id="399" r:id="rId63"/>
    <p:sldId id="400" r:id="rId64"/>
    <p:sldId id="401" r:id="rId65"/>
    <p:sldId id="402" r:id="rId66"/>
    <p:sldId id="403" r:id="rId67"/>
    <p:sldId id="404" r:id="rId68"/>
    <p:sldId id="406" r:id="rId69"/>
    <p:sldId id="407" r:id="rId70"/>
    <p:sldId id="408" r:id="rId71"/>
    <p:sldId id="409" r:id="rId72"/>
    <p:sldId id="410" r:id="rId73"/>
    <p:sldId id="411" r:id="rId74"/>
    <p:sldId id="412" r:id="rId75"/>
    <p:sldId id="414" r:id="rId76"/>
    <p:sldId id="415" r:id="rId77"/>
    <p:sldId id="416" r:id="rId78"/>
    <p:sldId id="417" r:id="rId79"/>
    <p:sldId id="418" r:id="rId80"/>
    <p:sldId id="419" r:id="rId81"/>
    <p:sldId id="420" r:id="rId82"/>
    <p:sldId id="421" r:id="rId83"/>
    <p:sldId id="422" r:id="rId84"/>
    <p:sldId id="423" r:id="rId85"/>
    <p:sldId id="424" r:id="rId86"/>
    <p:sldId id="425" r:id="rId87"/>
    <p:sldId id="426" r:id="rId88"/>
    <p:sldId id="429" r:id="rId89"/>
    <p:sldId id="431" r:id="rId90"/>
    <p:sldId id="432" r:id="rId91"/>
    <p:sldId id="433" r:id="rId92"/>
    <p:sldId id="434" r:id="rId93"/>
    <p:sldId id="435" r:id="rId94"/>
    <p:sldId id="436" r:id="rId95"/>
    <p:sldId id="437" r:id="rId96"/>
    <p:sldId id="438" r:id="rId97"/>
    <p:sldId id="439" r:id="rId98"/>
    <p:sldId id="440" r:id="rId99"/>
    <p:sldId id="441" r:id="rId100"/>
    <p:sldId id="442" r:id="rId101"/>
    <p:sldId id="443" r:id="rId102"/>
    <p:sldId id="444" r:id="rId103"/>
    <p:sldId id="445" r:id="rId104"/>
    <p:sldId id="446" r:id="rId105"/>
    <p:sldId id="447" r:id="rId106"/>
    <p:sldId id="448" r:id="rId107"/>
    <p:sldId id="449" r:id="rId108"/>
    <p:sldId id="450" r:id="rId109"/>
    <p:sldId id="451" r:id="rId110"/>
    <p:sldId id="452" r:id="rId111"/>
    <p:sldId id="453" r:id="rId112"/>
    <p:sldId id="454" r:id="rId113"/>
    <p:sldId id="455" r:id="rId114"/>
    <p:sldId id="456" r:id="rId115"/>
    <p:sldId id="457" r:id="rId116"/>
    <p:sldId id="458" r:id="rId117"/>
    <p:sldId id="459" r:id="rId118"/>
    <p:sldId id="460" r:id="rId119"/>
    <p:sldId id="461" r:id="rId120"/>
    <p:sldId id="462" r:id="rId121"/>
    <p:sldId id="463" r:id="rId122"/>
    <p:sldId id="464" r:id="rId123"/>
    <p:sldId id="465" r:id="rId124"/>
    <p:sldId id="466" r:id="rId125"/>
    <p:sldId id="467" r:id="rId126"/>
    <p:sldId id="468" r:id="rId127"/>
    <p:sldId id="469" r:id="rId128"/>
    <p:sldId id="470" r:id="rId129"/>
    <p:sldId id="471" r:id="rId130"/>
    <p:sldId id="472" r:id="rId131"/>
    <p:sldId id="473" r:id="rId132"/>
    <p:sldId id="474" r:id="rId133"/>
    <p:sldId id="475" r:id="rId134"/>
    <p:sldId id="476" r:id="rId135"/>
    <p:sldId id="477" r:id="rId136"/>
    <p:sldId id="478" r:id="rId137"/>
    <p:sldId id="479" r:id="rId138"/>
    <p:sldId id="480" r:id="rId139"/>
    <p:sldId id="642" r:id="rId140"/>
    <p:sldId id="486" r:id="rId141"/>
    <p:sldId id="487" r:id="rId142"/>
    <p:sldId id="488" r:id="rId143"/>
    <p:sldId id="489" r:id="rId144"/>
    <p:sldId id="490" r:id="rId145"/>
    <p:sldId id="491" r:id="rId146"/>
    <p:sldId id="492" r:id="rId147"/>
    <p:sldId id="493" r:id="rId148"/>
    <p:sldId id="495" r:id="rId149"/>
    <p:sldId id="496" r:id="rId150"/>
    <p:sldId id="497" r:id="rId151"/>
    <p:sldId id="498" r:id="rId152"/>
    <p:sldId id="499" r:id="rId153"/>
    <p:sldId id="500" r:id="rId154"/>
    <p:sldId id="501" r:id="rId155"/>
    <p:sldId id="502" r:id="rId156"/>
    <p:sldId id="503" r:id="rId157"/>
    <p:sldId id="504" r:id="rId158"/>
    <p:sldId id="505" r:id="rId159"/>
    <p:sldId id="506" r:id="rId160"/>
    <p:sldId id="507" r:id="rId161"/>
    <p:sldId id="508" r:id="rId162"/>
    <p:sldId id="509" r:id="rId163"/>
    <p:sldId id="510" r:id="rId164"/>
    <p:sldId id="511" r:id="rId165"/>
    <p:sldId id="512" r:id="rId166"/>
    <p:sldId id="513" r:id="rId167"/>
    <p:sldId id="514" r:id="rId168"/>
    <p:sldId id="515" r:id="rId169"/>
    <p:sldId id="516" r:id="rId170"/>
    <p:sldId id="517" r:id="rId171"/>
    <p:sldId id="518" r:id="rId172"/>
    <p:sldId id="519" r:id="rId173"/>
    <p:sldId id="520" r:id="rId174"/>
    <p:sldId id="521" r:id="rId175"/>
    <p:sldId id="522" r:id="rId176"/>
    <p:sldId id="523" r:id="rId177"/>
    <p:sldId id="524" r:id="rId178"/>
    <p:sldId id="525" r:id="rId179"/>
    <p:sldId id="526" r:id="rId180"/>
    <p:sldId id="527" r:id="rId181"/>
    <p:sldId id="528" r:id="rId182"/>
    <p:sldId id="529" r:id="rId183"/>
    <p:sldId id="530" r:id="rId184"/>
    <p:sldId id="531" r:id="rId185"/>
    <p:sldId id="532" r:id="rId186"/>
    <p:sldId id="533" r:id="rId187"/>
    <p:sldId id="534" r:id="rId188"/>
    <p:sldId id="535" r:id="rId189"/>
    <p:sldId id="536" r:id="rId190"/>
    <p:sldId id="537" r:id="rId191"/>
    <p:sldId id="538" r:id="rId192"/>
    <p:sldId id="539" r:id="rId193"/>
    <p:sldId id="540" r:id="rId194"/>
    <p:sldId id="643" r:id="rId195"/>
    <p:sldId id="547" r:id="rId196"/>
    <p:sldId id="548" r:id="rId197"/>
    <p:sldId id="549" r:id="rId198"/>
    <p:sldId id="550" r:id="rId199"/>
    <p:sldId id="551" r:id="rId200"/>
    <p:sldId id="552" r:id="rId201"/>
    <p:sldId id="553" r:id="rId202"/>
    <p:sldId id="554" r:id="rId203"/>
    <p:sldId id="555" r:id="rId204"/>
    <p:sldId id="556" r:id="rId205"/>
    <p:sldId id="645" r:id="rId206"/>
    <p:sldId id="646" r:id="rId207"/>
    <p:sldId id="647" r:id="rId208"/>
    <p:sldId id="648" r:id="rId209"/>
    <p:sldId id="649" r:id="rId210"/>
    <p:sldId id="557" r:id="rId211"/>
    <p:sldId id="558" r:id="rId212"/>
    <p:sldId id="559" r:id="rId213"/>
    <p:sldId id="560" r:id="rId214"/>
    <p:sldId id="561" r:id="rId215"/>
    <p:sldId id="562" r:id="rId216"/>
    <p:sldId id="563" r:id="rId217"/>
    <p:sldId id="564" r:id="rId218"/>
    <p:sldId id="565" r:id="rId219"/>
    <p:sldId id="566" r:id="rId220"/>
    <p:sldId id="567" r:id="rId221"/>
    <p:sldId id="568" r:id="rId222"/>
    <p:sldId id="569" r:id="rId223"/>
    <p:sldId id="570" r:id="rId224"/>
    <p:sldId id="571" r:id="rId225"/>
    <p:sldId id="572" r:id="rId226"/>
    <p:sldId id="573" r:id="rId227"/>
    <p:sldId id="574" r:id="rId228"/>
    <p:sldId id="575" r:id="rId229"/>
    <p:sldId id="576" r:id="rId230"/>
    <p:sldId id="577" r:id="rId231"/>
    <p:sldId id="578" r:id="rId232"/>
    <p:sldId id="644" r:id="rId233"/>
    <p:sldId id="584" r:id="rId234"/>
    <p:sldId id="586" r:id="rId235"/>
    <p:sldId id="587" r:id="rId236"/>
    <p:sldId id="588" r:id="rId237"/>
    <p:sldId id="589" r:id="rId238"/>
    <p:sldId id="590" r:id="rId239"/>
    <p:sldId id="591" r:id="rId240"/>
    <p:sldId id="592" r:id="rId241"/>
    <p:sldId id="593" r:id="rId242"/>
    <p:sldId id="594" r:id="rId243"/>
    <p:sldId id="595" r:id="rId244"/>
    <p:sldId id="596" r:id="rId245"/>
    <p:sldId id="597" r:id="rId246"/>
    <p:sldId id="598" r:id="rId247"/>
    <p:sldId id="599" r:id="rId248"/>
    <p:sldId id="600" r:id="rId249"/>
    <p:sldId id="601" r:id="rId250"/>
    <p:sldId id="602" r:id="rId251"/>
    <p:sldId id="603" r:id="rId252"/>
    <p:sldId id="604" r:id="rId253"/>
    <p:sldId id="605" r:id="rId254"/>
    <p:sldId id="606" r:id="rId255"/>
    <p:sldId id="607" r:id="rId256"/>
    <p:sldId id="608" r:id="rId257"/>
    <p:sldId id="609" r:id="rId258"/>
    <p:sldId id="610" r:id="rId259"/>
    <p:sldId id="611" r:id="rId260"/>
    <p:sldId id="612" r:id="rId261"/>
    <p:sldId id="613" r:id="rId262"/>
    <p:sldId id="614" r:id="rId263"/>
    <p:sldId id="615" r:id="rId264"/>
    <p:sldId id="616" r:id="rId265"/>
    <p:sldId id="617" r:id="rId266"/>
    <p:sldId id="618" r:id="rId267"/>
    <p:sldId id="619" r:id="rId268"/>
    <p:sldId id="620" r:id="rId269"/>
    <p:sldId id="621" r:id="rId270"/>
    <p:sldId id="622" r:id="rId271"/>
    <p:sldId id="623" r:id="rId272"/>
    <p:sldId id="624" r:id="rId273"/>
    <p:sldId id="625" r:id="rId274"/>
    <p:sldId id="626" r:id="rId275"/>
    <p:sldId id="627" r:id="rId276"/>
    <p:sldId id="628" r:id="rId277"/>
    <p:sldId id="629" r:id="rId278"/>
    <p:sldId id="630" r:id="rId279"/>
    <p:sldId id="631" r:id="rId280"/>
    <p:sldId id="632" r:id="rId281"/>
    <p:sldId id="633" r:id="rId282"/>
    <p:sldId id="634" r:id="rId283"/>
    <p:sldId id="635" r:id="rId284"/>
    <p:sldId id="636" r:id="rId285"/>
    <p:sldId id="637" r:id="rId286"/>
    <p:sldId id="638" r:id="rId287"/>
    <p:sldId id="639" r:id="rId288"/>
    <p:sldId id="640" r:id="rId289"/>
    <p:sldId id="641" r:id="rId290"/>
    <p:sldId id="350" r:id="rId291"/>
    <p:sldId id="650" r:id="rId292"/>
    <p:sldId id="651" r:id="rId293"/>
    <p:sldId id="652" r:id="rId294"/>
    <p:sldId id="653" r:id="rId295"/>
    <p:sldId id="655" r:id="rId296"/>
    <p:sldId id="654" r:id="rId297"/>
    <p:sldId id="312" r:id="rId298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D7AC3CCA-C797-4891-BE02-D94E43425B78}" styleName="Medium Style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 w="12700" cmpd="sng">
              <a:solidFill>
                <a:schemeClr val="dk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dk1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000" autoAdjust="0"/>
    <p:restoredTop sz="94660"/>
  </p:normalViewPr>
  <p:slideViewPr>
    <p:cSldViewPr snapToGrid="0">
      <p:cViewPr varScale="1">
        <p:scale>
          <a:sx n="82" d="100"/>
          <a:sy n="82" d="100"/>
        </p:scale>
        <p:origin x="720" y="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5.xml"/><Relationship Id="rId299" Type="http://schemas.openxmlformats.org/officeDocument/2006/relationships/notesMaster" Target="notesMasters/notesMaster1.xml"/><Relationship Id="rId21" Type="http://schemas.openxmlformats.org/officeDocument/2006/relationships/slide" Target="slides/slide19.xml"/><Relationship Id="rId63" Type="http://schemas.openxmlformats.org/officeDocument/2006/relationships/slide" Target="slides/slide61.xml"/><Relationship Id="rId159" Type="http://schemas.openxmlformats.org/officeDocument/2006/relationships/slide" Target="slides/slide157.xml"/><Relationship Id="rId170" Type="http://schemas.openxmlformats.org/officeDocument/2006/relationships/slide" Target="slides/slide168.xml"/><Relationship Id="rId226" Type="http://schemas.openxmlformats.org/officeDocument/2006/relationships/slide" Target="slides/slide224.xml"/><Relationship Id="rId268" Type="http://schemas.openxmlformats.org/officeDocument/2006/relationships/slide" Target="slides/slide266.xml"/><Relationship Id="rId32" Type="http://schemas.openxmlformats.org/officeDocument/2006/relationships/slide" Target="slides/slide30.xml"/><Relationship Id="rId74" Type="http://schemas.openxmlformats.org/officeDocument/2006/relationships/slide" Target="slides/slide72.xml"/><Relationship Id="rId128" Type="http://schemas.openxmlformats.org/officeDocument/2006/relationships/slide" Target="slides/slide126.xml"/><Relationship Id="rId5" Type="http://schemas.openxmlformats.org/officeDocument/2006/relationships/slide" Target="slides/slide3.xml"/><Relationship Id="rId181" Type="http://schemas.openxmlformats.org/officeDocument/2006/relationships/slide" Target="slides/slide179.xml"/><Relationship Id="rId237" Type="http://schemas.openxmlformats.org/officeDocument/2006/relationships/slide" Target="slides/slide235.xml"/><Relationship Id="rId279" Type="http://schemas.openxmlformats.org/officeDocument/2006/relationships/slide" Target="slides/slide277.xml"/><Relationship Id="rId43" Type="http://schemas.openxmlformats.org/officeDocument/2006/relationships/slide" Target="slides/slide41.xml"/><Relationship Id="rId139" Type="http://schemas.openxmlformats.org/officeDocument/2006/relationships/slide" Target="slides/slide137.xml"/><Relationship Id="rId290" Type="http://schemas.openxmlformats.org/officeDocument/2006/relationships/slide" Target="slides/slide288.xml"/><Relationship Id="rId85" Type="http://schemas.openxmlformats.org/officeDocument/2006/relationships/slide" Target="slides/slide83.xml"/><Relationship Id="rId150" Type="http://schemas.openxmlformats.org/officeDocument/2006/relationships/slide" Target="slides/slide148.xml"/><Relationship Id="rId192" Type="http://schemas.openxmlformats.org/officeDocument/2006/relationships/slide" Target="slides/slide190.xml"/><Relationship Id="rId206" Type="http://schemas.openxmlformats.org/officeDocument/2006/relationships/slide" Target="slides/slide204.xml"/><Relationship Id="rId248" Type="http://schemas.openxmlformats.org/officeDocument/2006/relationships/slide" Target="slides/slide246.xml"/><Relationship Id="rId12" Type="http://schemas.openxmlformats.org/officeDocument/2006/relationships/slide" Target="slides/slide10.xml"/><Relationship Id="rId108" Type="http://schemas.openxmlformats.org/officeDocument/2006/relationships/slide" Target="slides/slide106.xml"/><Relationship Id="rId54" Type="http://schemas.openxmlformats.org/officeDocument/2006/relationships/slide" Target="slides/slide52.xml"/><Relationship Id="rId96" Type="http://schemas.openxmlformats.org/officeDocument/2006/relationships/slide" Target="slides/slide94.xml"/><Relationship Id="rId161" Type="http://schemas.openxmlformats.org/officeDocument/2006/relationships/slide" Target="slides/slide159.xml"/><Relationship Id="rId217" Type="http://schemas.openxmlformats.org/officeDocument/2006/relationships/slide" Target="slides/slide215.xml"/><Relationship Id="rId6" Type="http://schemas.openxmlformats.org/officeDocument/2006/relationships/slide" Target="slides/slide4.xml"/><Relationship Id="rId238" Type="http://schemas.openxmlformats.org/officeDocument/2006/relationships/slide" Target="slides/slide236.xml"/><Relationship Id="rId259" Type="http://schemas.openxmlformats.org/officeDocument/2006/relationships/slide" Target="slides/slide257.xml"/><Relationship Id="rId23" Type="http://schemas.openxmlformats.org/officeDocument/2006/relationships/slide" Target="slides/slide21.xml"/><Relationship Id="rId119" Type="http://schemas.openxmlformats.org/officeDocument/2006/relationships/slide" Target="slides/slide117.xml"/><Relationship Id="rId270" Type="http://schemas.openxmlformats.org/officeDocument/2006/relationships/slide" Target="slides/slide268.xml"/><Relationship Id="rId291" Type="http://schemas.openxmlformats.org/officeDocument/2006/relationships/slide" Target="slides/slide289.xml"/><Relationship Id="rId44" Type="http://schemas.openxmlformats.org/officeDocument/2006/relationships/slide" Target="slides/slide42.xml"/><Relationship Id="rId65" Type="http://schemas.openxmlformats.org/officeDocument/2006/relationships/slide" Target="slides/slide63.xml"/><Relationship Id="rId86" Type="http://schemas.openxmlformats.org/officeDocument/2006/relationships/slide" Target="slides/slide84.xml"/><Relationship Id="rId130" Type="http://schemas.openxmlformats.org/officeDocument/2006/relationships/slide" Target="slides/slide128.xml"/><Relationship Id="rId151" Type="http://schemas.openxmlformats.org/officeDocument/2006/relationships/slide" Target="slides/slide149.xml"/><Relationship Id="rId172" Type="http://schemas.openxmlformats.org/officeDocument/2006/relationships/slide" Target="slides/slide170.xml"/><Relationship Id="rId193" Type="http://schemas.openxmlformats.org/officeDocument/2006/relationships/slide" Target="slides/slide191.xml"/><Relationship Id="rId207" Type="http://schemas.openxmlformats.org/officeDocument/2006/relationships/slide" Target="slides/slide205.xml"/><Relationship Id="rId228" Type="http://schemas.openxmlformats.org/officeDocument/2006/relationships/slide" Target="slides/slide226.xml"/><Relationship Id="rId249" Type="http://schemas.openxmlformats.org/officeDocument/2006/relationships/slide" Target="slides/slide247.xml"/><Relationship Id="rId13" Type="http://schemas.openxmlformats.org/officeDocument/2006/relationships/slide" Target="slides/slide11.xml"/><Relationship Id="rId109" Type="http://schemas.openxmlformats.org/officeDocument/2006/relationships/slide" Target="slides/slide107.xml"/><Relationship Id="rId260" Type="http://schemas.openxmlformats.org/officeDocument/2006/relationships/slide" Target="slides/slide258.xml"/><Relationship Id="rId281" Type="http://schemas.openxmlformats.org/officeDocument/2006/relationships/slide" Target="slides/slide279.xml"/><Relationship Id="rId34" Type="http://schemas.openxmlformats.org/officeDocument/2006/relationships/slide" Target="slides/slide32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20" Type="http://schemas.openxmlformats.org/officeDocument/2006/relationships/slide" Target="slides/slide118.xml"/><Relationship Id="rId141" Type="http://schemas.openxmlformats.org/officeDocument/2006/relationships/slide" Target="slides/slide139.xml"/><Relationship Id="rId7" Type="http://schemas.openxmlformats.org/officeDocument/2006/relationships/slide" Target="slides/slide5.xml"/><Relationship Id="rId162" Type="http://schemas.openxmlformats.org/officeDocument/2006/relationships/slide" Target="slides/slide160.xml"/><Relationship Id="rId183" Type="http://schemas.openxmlformats.org/officeDocument/2006/relationships/slide" Target="slides/slide181.xml"/><Relationship Id="rId218" Type="http://schemas.openxmlformats.org/officeDocument/2006/relationships/slide" Target="slides/slide216.xml"/><Relationship Id="rId239" Type="http://schemas.openxmlformats.org/officeDocument/2006/relationships/slide" Target="slides/slide237.xml"/><Relationship Id="rId250" Type="http://schemas.openxmlformats.org/officeDocument/2006/relationships/slide" Target="slides/slide248.xml"/><Relationship Id="rId271" Type="http://schemas.openxmlformats.org/officeDocument/2006/relationships/slide" Target="slides/slide269.xml"/><Relationship Id="rId292" Type="http://schemas.openxmlformats.org/officeDocument/2006/relationships/slide" Target="slides/slide290.xml"/><Relationship Id="rId24" Type="http://schemas.openxmlformats.org/officeDocument/2006/relationships/slide" Target="slides/slide22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slide" Target="slides/slide108.xml"/><Relationship Id="rId131" Type="http://schemas.openxmlformats.org/officeDocument/2006/relationships/slide" Target="slides/slide129.xml"/><Relationship Id="rId152" Type="http://schemas.openxmlformats.org/officeDocument/2006/relationships/slide" Target="slides/slide150.xml"/><Relationship Id="rId173" Type="http://schemas.openxmlformats.org/officeDocument/2006/relationships/slide" Target="slides/slide171.xml"/><Relationship Id="rId194" Type="http://schemas.openxmlformats.org/officeDocument/2006/relationships/slide" Target="slides/slide192.xml"/><Relationship Id="rId208" Type="http://schemas.openxmlformats.org/officeDocument/2006/relationships/slide" Target="slides/slide206.xml"/><Relationship Id="rId229" Type="http://schemas.openxmlformats.org/officeDocument/2006/relationships/slide" Target="slides/slide227.xml"/><Relationship Id="rId240" Type="http://schemas.openxmlformats.org/officeDocument/2006/relationships/slide" Target="slides/slide238.xml"/><Relationship Id="rId261" Type="http://schemas.openxmlformats.org/officeDocument/2006/relationships/slide" Target="slides/slide259.xml"/><Relationship Id="rId14" Type="http://schemas.openxmlformats.org/officeDocument/2006/relationships/slide" Target="slides/slide12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282" Type="http://schemas.openxmlformats.org/officeDocument/2006/relationships/slide" Target="slides/slide280.xml"/><Relationship Id="rId8" Type="http://schemas.openxmlformats.org/officeDocument/2006/relationships/slide" Target="slides/slide6.xml"/><Relationship Id="rId98" Type="http://schemas.openxmlformats.org/officeDocument/2006/relationships/slide" Target="slides/slide96.xml"/><Relationship Id="rId121" Type="http://schemas.openxmlformats.org/officeDocument/2006/relationships/slide" Target="slides/slide119.xml"/><Relationship Id="rId142" Type="http://schemas.openxmlformats.org/officeDocument/2006/relationships/slide" Target="slides/slide140.xml"/><Relationship Id="rId163" Type="http://schemas.openxmlformats.org/officeDocument/2006/relationships/slide" Target="slides/slide161.xml"/><Relationship Id="rId184" Type="http://schemas.openxmlformats.org/officeDocument/2006/relationships/slide" Target="slides/slide182.xml"/><Relationship Id="rId219" Type="http://schemas.openxmlformats.org/officeDocument/2006/relationships/slide" Target="slides/slide217.xml"/><Relationship Id="rId230" Type="http://schemas.openxmlformats.org/officeDocument/2006/relationships/slide" Target="slides/slide228.xml"/><Relationship Id="rId251" Type="http://schemas.openxmlformats.org/officeDocument/2006/relationships/slide" Target="slides/slide249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272" Type="http://schemas.openxmlformats.org/officeDocument/2006/relationships/slide" Target="slides/slide270.xml"/><Relationship Id="rId293" Type="http://schemas.openxmlformats.org/officeDocument/2006/relationships/slide" Target="slides/slide291.xml"/><Relationship Id="rId88" Type="http://schemas.openxmlformats.org/officeDocument/2006/relationships/slide" Target="slides/slide86.xml"/><Relationship Id="rId111" Type="http://schemas.openxmlformats.org/officeDocument/2006/relationships/slide" Target="slides/slide109.xml"/><Relationship Id="rId132" Type="http://schemas.openxmlformats.org/officeDocument/2006/relationships/slide" Target="slides/slide130.xml"/><Relationship Id="rId153" Type="http://schemas.openxmlformats.org/officeDocument/2006/relationships/slide" Target="slides/slide151.xml"/><Relationship Id="rId174" Type="http://schemas.openxmlformats.org/officeDocument/2006/relationships/slide" Target="slides/slide172.xml"/><Relationship Id="rId195" Type="http://schemas.openxmlformats.org/officeDocument/2006/relationships/slide" Target="slides/slide193.xml"/><Relationship Id="rId209" Type="http://schemas.openxmlformats.org/officeDocument/2006/relationships/slide" Target="slides/slide207.xml"/><Relationship Id="rId220" Type="http://schemas.openxmlformats.org/officeDocument/2006/relationships/slide" Target="slides/slide218.xml"/><Relationship Id="rId241" Type="http://schemas.openxmlformats.org/officeDocument/2006/relationships/slide" Target="slides/slide239.xml"/><Relationship Id="rId15" Type="http://schemas.openxmlformats.org/officeDocument/2006/relationships/slide" Target="slides/slide13.xml"/><Relationship Id="rId36" Type="http://schemas.openxmlformats.org/officeDocument/2006/relationships/slide" Target="slides/slide34.xml"/><Relationship Id="rId57" Type="http://schemas.openxmlformats.org/officeDocument/2006/relationships/slide" Target="slides/slide55.xml"/><Relationship Id="rId262" Type="http://schemas.openxmlformats.org/officeDocument/2006/relationships/slide" Target="slides/slide260.xml"/><Relationship Id="rId283" Type="http://schemas.openxmlformats.org/officeDocument/2006/relationships/slide" Target="slides/slide281.xml"/><Relationship Id="rId78" Type="http://schemas.openxmlformats.org/officeDocument/2006/relationships/slide" Target="slides/slide76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122" Type="http://schemas.openxmlformats.org/officeDocument/2006/relationships/slide" Target="slides/slide120.xml"/><Relationship Id="rId143" Type="http://schemas.openxmlformats.org/officeDocument/2006/relationships/slide" Target="slides/slide141.xml"/><Relationship Id="rId164" Type="http://schemas.openxmlformats.org/officeDocument/2006/relationships/slide" Target="slides/slide162.xml"/><Relationship Id="rId185" Type="http://schemas.openxmlformats.org/officeDocument/2006/relationships/slide" Target="slides/slide183.xml"/><Relationship Id="rId9" Type="http://schemas.openxmlformats.org/officeDocument/2006/relationships/slide" Target="slides/slide7.xml"/><Relationship Id="rId210" Type="http://schemas.openxmlformats.org/officeDocument/2006/relationships/slide" Target="slides/slide208.xml"/><Relationship Id="rId26" Type="http://schemas.openxmlformats.org/officeDocument/2006/relationships/slide" Target="slides/slide24.xml"/><Relationship Id="rId231" Type="http://schemas.openxmlformats.org/officeDocument/2006/relationships/slide" Target="slides/slide229.xml"/><Relationship Id="rId252" Type="http://schemas.openxmlformats.org/officeDocument/2006/relationships/slide" Target="slides/slide250.xml"/><Relationship Id="rId273" Type="http://schemas.openxmlformats.org/officeDocument/2006/relationships/slide" Target="slides/slide271.xml"/><Relationship Id="rId294" Type="http://schemas.openxmlformats.org/officeDocument/2006/relationships/slide" Target="slides/slide292.xml"/><Relationship Id="rId47" Type="http://schemas.openxmlformats.org/officeDocument/2006/relationships/slide" Target="slides/slide45.xml"/><Relationship Id="rId68" Type="http://schemas.openxmlformats.org/officeDocument/2006/relationships/slide" Target="slides/slide66.xml"/><Relationship Id="rId89" Type="http://schemas.openxmlformats.org/officeDocument/2006/relationships/slide" Target="slides/slide87.xml"/><Relationship Id="rId112" Type="http://schemas.openxmlformats.org/officeDocument/2006/relationships/slide" Target="slides/slide110.xml"/><Relationship Id="rId133" Type="http://schemas.openxmlformats.org/officeDocument/2006/relationships/slide" Target="slides/slide131.xml"/><Relationship Id="rId154" Type="http://schemas.openxmlformats.org/officeDocument/2006/relationships/slide" Target="slides/slide152.xml"/><Relationship Id="rId175" Type="http://schemas.openxmlformats.org/officeDocument/2006/relationships/slide" Target="slides/slide173.xml"/><Relationship Id="rId196" Type="http://schemas.openxmlformats.org/officeDocument/2006/relationships/slide" Target="slides/slide194.xml"/><Relationship Id="rId200" Type="http://schemas.openxmlformats.org/officeDocument/2006/relationships/slide" Target="slides/slide198.xml"/><Relationship Id="rId16" Type="http://schemas.openxmlformats.org/officeDocument/2006/relationships/slide" Target="slides/slide14.xml"/><Relationship Id="rId221" Type="http://schemas.openxmlformats.org/officeDocument/2006/relationships/slide" Target="slides/slide219.xml"/><Relationship Id="rId242" Type="http://schemas.openxmlformats.org/officeDocument/2006/relationships/slide" Target="slides/slide240.xml"/><Relationship Id="rId263" Type="http://schemas.openxmlformats.org/officeDocument/2006/relationships/slide" Target="slides/slide261.xml"/><Relationship Id="rId284" Type="http://schemas.openxmlformats.org/officeDocument/2006/relationships/slide" Target="slides/slide282.xml"/><Relationship Id="rId37" Type="http://schemas.openxmlformats.org/officeDocument/2006/relationships/slide" Target="slides/slide35.xml"/><Relationship Id="rId58" Type="http://schemas.openxmlformats.org/officeDocument/2006/relationships/slide" Target="slides/slide56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123" Type="http://schemas.openxmlformats.org/officeDocument/2006/relationships/slide" Target="slides/slide121.xml"/><Relationship Id="rId144" Type="http://schemas.openxmlformats.org/officeDocument/2006/relationships/slide" Target="slides/slide142.xml"/><Relationship Id="rId90" Type="http://schemas.openxmlformats.org/officeDocument/2006/relationships/slide" Target="slides/slide88.xml"/><Relationship Id="rId165" Type="http://schemas.openxmlformats.org/officeDocument/2006/relationships/slide" Target="slides/slide163.xml"/><Relationship Id="rId186" Type="http://schemas.openxmlformats.org/officeDocument/2006/relationships/slide" Target="slides/slide184.xml"/><Relationship Id="rId211" Type="http://schemas.openxmlformats.org/officeDocument/2006/relationships/slide" Target="slides/slide209.xml"/><Relationship Id="rId232" Type="http://schemas.openxmlformats.org/officeDocument/2006/relationships/slide" Target="slides/slide230.xml"/><Relationship Id="rId253" Type="http://schemas.openxmlformats.org/officeDocument/2006/relationships/slide" Target="slides/slide251.xml"/><Relationship Id="rId274" Type="http://schemas.openxmlformats.org/officeDocument/2006/relationships/slide" Target="slides/slide272.xml"/><Relationship Id="rId295" Type="http://schemas.openxmlformats.org/officeDocument/2006/relationships/slide" Target="slides/slide293.xml"/><Relationship Id="rId27" Type="http://schemas.openxmlformats.org/officeDocument/2006/relationships/slide" Target="slides/slide25.xml"/><Relationship Id="rId48" Type="http://schemas.openxmlformats.org/officeDocument/2006/relationships/slide" Target="slides/slide46.xml"/><Relationship Id="rId69" Type="http://schemas.openxmlformats.org/officeDocument/2006/relationships/slide" Target="slides/slide67.xml"/><Relationship Id="rId113" Type="http://schemas.openxmlformats.org/officeDocument/2006/relationships/slide" Target="slides/slide111.xml"/><Relationship Id="rId134" Type="http://schemas.openxmlformats.org/officeDocument/2006/relationships/slide" Target="slides/slide132.xml"/><Relationship Id="rId80" Type="http://schemas.openxmlformats.org/officeDocument/2006/relationships/slide" Target="slides/slide78.xml"/><Relationship Id="rId155" Type="http://schemas.openxmlformats.org/officeDocument/2006/relationships/slide" Target="slides/slide153.xml"/><Relationship Id="rId176" Type="http://schemas.openxmlformats.org/officeDocument/2006/relationships/slide" Target="slides/slide174.xml"/><Relationship Id="rId197" Type="http://schemas.openxmlformats.org/officeDocument/2006/relationships/slide" Target="slides/slide195.xml"/><Relationship Id="rId201" Type="http://schemas.openxmlformats.org/officeDocument/2006/relationships/slide" Target="slides/slide199.xml"/><Relationship Id="rId222" Type="http://schemas.openxmlformats.org/officeDocument/2006/relationships/slide" Target="slides/slide220.xml"/><Relationship Id="rId243" Type="http://schemas.openxmlformats.org/officeDocument/2006/relationships/slide" Target="slides/slide241.xml"/><Relationship Id="rId264" Type="http://schemas.openxmlformats.org/officeDocument/2006/relationships/slide" Target="slides/slide262.xml"/><Relationship Id="rId285" Type="http://schemas.openxmlformats.org/officeDocument/2006/relationships/slide" Target="slides/slide283.xml"/><Relationship Id="rId17" Type="http://schemas.openxmlformats.org/officeDocument/2006/relationships/slide" Target="slides/slide15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24" Type="http://schemas.openxmlformats.org/officeDocument/2006/relationships/slide" Target="slides/slide122.xml"/><Relationship Id="rId70" Type="http://schemas.openxmlformats.org/officeDocument/2006/relationships/slide" Target="slides/slide68.xml"/><Relationship Id="rId91" Type="http://schemas.openxmlformats.org/officeDocument/2006/relationships/slide" Target="slides/slide89.xml"/><Relationship Id="rId145" Type="http://schemas.openxmlformats.org/officeDocument/2006/relationships/slide" Target="slides/slide143.xml"/><Relationship Id="rId166" Type="http://schemas.openxmlformats.org/officeDocument/2006/relationships/slide" Target="slides/slide164.xml"/><Relationship Id="rId187" Type="http://schemas.openxmlformats.org/officeDocument/2006/relationships/slide" Target="slides/slide185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0.xml"/><Relationship Id="rId233" Type="http://schemas.openxmlformats.org/officeDocument/2006/relationships/slide" Target="slides/slide231.xml"/><Relationship Id="rId254" Type="http://schemas.openxmlformats.org/officeDocument/2006/relationships/slide" Target="slides/slide252.xml"/><Relationship Id="rId28" Type="http://schemas.openxmlformats.org/officeDocument/2006/relationships/slide" Target="slides/slide26.xml"/><Relationship Id="rId49" Type="http://schemas.openxmlformats.org/officeDocument/2006/relationships/slide" Target="slides/slide47.xml"/><Relationship Id="rId114" Type="http://schemas.openxmlformats.org/officeDocument/2006/relationships/slide" Target="slides/slide112.xml"/><Relationship Id="rId275" Type="http://schemas.openxmlformats.org/officeDocument/2006/relationships/slide" Target="slides/slide273.xml"/><Relationship Id="rId296" Type="http://schemas.openxmlformats.org/officeDocument/2006/relationships/slide" Target="slides/slide294.xml"/><Relationship Id="rId300" Type="http://schemas.openxmlformats.org/officeDocument/2006/relationships/presProps" Target="presProps.xml"/><Relationship Id="rId60" Type="http://schemas.openxmlformats.org/officeDocument/2006/relationships/slide" Target="slides/slide58.xml"/><Relationship Id="rId81" Type="http://schemas.openxmlformats.org/officeDocument/2006/relationships/slide" Target="slides/slide79.xml"/><Relationship Id="rId135" Type="http://schemas.openxmlformats.org/officeDocument/2006/relationships/slide" Target="slides/slide133.xml"/><Relationship Id="rId156" Type="http://schemas.openxmlformats.org/officeDocument/2006/relationships/slide" Target="slides/slide154.xml"/><Relationship Id="rId177" Type="http://schemas.openxmlformats.org/officeDocument/2006/relationships/slide" Target="slides/slide175.xml"/><Relationship Id="rId198" Type="http://schemas.openxmlformats.org/officeDocument/2006/relationships/slide" Target="slides/slide196.xml"/><Relationship Id="rId202" Type="http://schemas.openxmlformats.org/officeDocument/2006/relationships/slide" Target="slides/slide200.xml"/><Relationship Id="rId223" Type="http://schemas.openxmlformats.org/officeDocument/2006/relationships/slide" Target="slides/slide221.xml"/><Relationship Id="rId244" Type="http://schemas.openxmlformats.org/officeDocument/2006/relationships/slide" Target="slides/slide242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265" Type="http://schemas.openxmlformats.org/officeDocument/2006/relationships/slide" Target="slides/slide263.xml"/><Relationship Id="rId286" Type="http://schemas.openxmlformats.org/officeDocument/2006/relationships/slide" Target="slides/slide284.xml"/><Relationship Id="rId50" Type="http://schemas.openxmlformats.org/officeDocument/2006/relationships/slide" Target="slides/slide48.xml"/><Relationship Id="rId104" Type="http://schemas.openxmlformats.org/officeDocument/2006/relationships/slide" Target="slides/slide102.xml"/><Relationship Id="rId125" Type="http://schemas.openxmlformats.org/officeDocument/2006/relationships/slide" Target="slides/slide123.xml"/><Relationship Id="rId146" Type="http://schemas.openxmlformats.org/officeDocument/2006/relationships/slide" Target="slides/slide144.xml"/><Relationship Id="rId167" Type="http://schemas.openxmlformats.org/officeDocument/2006/relationships/slide" Target="slides/slide165.xml"/><Relationship Id="rId188" Type="http://schemas.openxmlformats.org/officeDocument/2006/relationships/slide" Target="slides/slide186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13" Type="http://schemas.openxmlformats.org/officeDocument/2006/relationships/slide" Target="slides/slide211.xml"/><Relationship Id="rId234" Type="http://schemas.openxmlformats.org/officeDocument/2006/relationships/slide" Target="slides/slide232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55" Type="http://schemas.openxmlformats.org/officeDocument/2006/relationships/slide" Target="slides/slide253.xml"/><Relationship Id="rId276" Type="http://schemas.openxmlformats.org/officeDocument/2006/relationships/slide" Target="slides/slide274.xml"/><Relationship Id="rId297" Type="http://schemas.openxmlformats.org/officeDocument/2006/relationships/slide" Target="slides/slide295.xml"/><Relationship Id="rId40" Type="http://schemas.openxmlformats.org/officeDocument/2006/relationships/slide" Target="slides/slide38.xml"/><Relationship Id="rId115" Type="http://schemas.openxmlformats.org/officeDocument/2006/relationships/slide" Target="slides/slide113.xml"/><Relationship Id="rId136" Type="http://schemas.openxmlformats.org/officeDocument/2006/relationships/slide" Target="slides/slide134.xml"/><Relationship Id="rId157" Type="http://schemas.openxmlformats.org/officeDocument/2006/relationships/slide" Target="slides/slide155.xml"/><Relationship Id="rId178" Type="http://schemas.openxmlformats.org/officeDocument/2006/relationships/slide" Target="slides/slide176.xml"/><Relationship Id="rId301" Type="http://schemas.openxmlformats.org/officeDocument/2006/relationships/viewProps" Target="viewProps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9" Type="http://schemas.openxmlformats.org/officeDocument/2006/relationships/slide" Target="slides/slide197.xml"/><Relationship Id="rId203" Type="http://schemas.openxmlformats.org/officeDocument/2006/relationships/slide" Target="slides/slide201.xml"/><Relationship Id="rId19" Type="http://schemas.openxmlformats.org/officeDocument/2006/relationships/slide" Target="slides/slide17.xml"/><Relationship Id="rId224" Type="http://schemas.openxmlformats.org/officeDocument/2006/relationships/slide" Target="slides/slide222.xml"/><Relationship Id="rId245" Type="http://schemas.openxmlformats.org/officeDocument/2006/relationships/slide" Target="slides/slide243.xml"/><Relationship Id="rId266" Type="http://schemas.openxmlformats.org/officeDocument/2006/relationships/slide" Target="slides/slide264.xml"/><Relationship Id="rId287" Type="http://schemas.openxmlformats.org/officeDocument/2006/relationships/slide" Target="slides/slide285.xml"/><Relationship Id="rId30" Type="http://schemas.openxmlformats.org/officeDocument/2006/relationships/slide" Target="slides/slide28.xml"/><Relationship Id="rId105" Type="http://schemas.openxmlformats.org/officeDocument/2006/relationships/slide" Target="slides/slide103.xml"/><Relationship Id="rId126" Type="http://schemas.openxmlformats.org/officeDocument/2006/relationships/slide" Target="slides/slide124.xml"/><Relationship Id="rId147" Type="http://schemas.openxmlformats.org/officeDocument/2006/relationships/slide" Target="slides/slide145.xml"/><Relationship Id="rId168" Type="http://schemas.openxmlformats.org/officeDocument/2006/relationships/slide" Target="slides/slide16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189" Type="http://schemas.openxmlformats.org/officeDocument/2006/relationships/slide" Target="slides/slide187.xml"/><Relationship Id="rId3" Type="http://schemas.openxmlformats.org/officeDocument/2006/relationships/slide" Target="slides/slide1.xml"/><Relationship Id="rId214" Type="http://schemas.openxmlformats.org/officeDocument/2006/relationships/slide" Target="slides/slide212.xml"/><Relationship Id="rId235" Type="http://schemas.openxmlformats.org/officeDocument/2006/relationships/slide" Target="slides/slide233.xml"/><Relationship Id="rId256" Type="http://schemas.openxmlformats.org/officeDocument/2006/relationships/slide" Target="slides/slide254.xml"/><Relationship Id="rId277" Type="http://schemas.openxmlformats.org/officeDocument/2006/relationships/slide" Target="slides/slide275.xml"/><Relationship Id="rId298" Type="http://schemas.openxmlformats.org/officeDocument/2006/relationships/slide" Target="slides/slide296.xml"/><Relationship Id="rId116" Type="http://schemas.openxmlformats.org/officeDocument/2006/relationships/slide" Target="slides/slide114.xml"/><Relationship Id="rId137" Type="http://schemas.openxmlformats.org/officeDocument/2006/relationships/slide" Target="slides/slide135.xml"/><Relationship Id="rId158" Type="http://schemas.openxmlformats.org/officeDocument/2006/relationships/slide" Target="slides/slide156.xml"/><Relationship Id="rId302" Type="http://schemas.openxmlformats.org/officeDocument/2006/relationships/theme" Target="theme/theme1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179" Type="http://schemas.openxmlformats.org/officeDocument/2006/relationships/slide" Target="slides/slide177.xml"/><Relationship Id="rId190" Type="http://schemas.openxmlformats.org/officeDocument/2006/relationships/slide" Target="slides/slide188.xml"/><Relationship Id="rId204" Type="http://schemas.openxmlformats.org/officeDocument/2006/relationships/slide" Target="slides/slide202.xml"/><Relationship Id="rId225" Type="http://schemas.openxmlformats.org/officeDocument/2006/relationships/slide" Target="slides/slide223.xml"/><Relationship Id="rId246" Type="http://schemas.openxmlformats.org/officeDocument/2006/relationships/slide" Target="slides/slide244.xml"/><Relationship Id="rId267" Type="http://schemas.openxmlformats.org/officeDocument/2006/relationships/slide" Target="slides/slide265.xml"/><Relationship Id="rId288" Type="http://schemas.openxmlformats.org/officeDocument/2006/relationships/slide" Target="slides/slide286.xml"/><Relationship Id="rId106" Type="http://schemas.openxmlformats.org/officeDocument/2006/relationships/slide" Target="slides/slide104.xml"/><Relationship Id="rId127" Type="http://schemas.openxmlformats.org/officeDocument/2006/relationships/slide" Target="slides/slide12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52" Type="http://schemas.openxmlformats.org/officeDocument/2006/relationships/slide" Target="slides/slide50.xml"/><Relationship Id="rId73" Type="http://schemas.openxmlformats.org/officeDocument/2006/relationships/slide" Target="slides/slide71.xml"/><Relationship Id="rId94" Type="http://schemas.openxmlformats.org/officeDocument/2006/relationships/slide" Target="slides/slide92.xml"/><Relationship Id="rId148" Type="http://schemas.openxmlformats.org/officeDocument/2006/relationships/slide" Target="slides/slide146.xml"/><Relationship Id="rId169" Type="http://schemas.openxmlformats.org/officeDocument/2006/relationships/slide" Target="slides/slide167.xml"/><Relationship Id="rId4" Type="http://schemas.openxmlformats.org/officeDocument/2006/relationships/slide" Target="slides/slide2.xml"/><Relationship Id="rId180" Type="http://schemas.openxmlformats.org/officeDocument/2006/relationships/slide" Target="slides/slide178.xml"/><Relationship Id="rId215" Type="http://schemas.openxmlformats.org/officeDocument/2006/relationships/slide" Target="slides/slide213.xml"/><Relationship Id="rId236" Type="http://schemas.openxmlformats.org/officeDocument/2006/relationships/slide" Target="slides/slide234.xml"/><Relationship Id="rId257" Type="http://schemas.openxmlformats.org/officeDocument/2006/relationships/slide" Target="slides/slide255.xml"/><Relationship Id="rId278" Type="http://schemas.openxmlformats.org/officeDocument/2006/relationships/slide" Target="slides/slide276.xml"/><Relationship Id="rId303" Type="http://schemas.openxmlformats.org/officeDocument/2006/relationships/tableStyles" Target="tableStyles.xml"/><Relationship Id="rId42" Type="http://schemas.openxmlformats.org/officeDocument/2006/relationships/slide" Target="slides/slide40.xml"/><Relationship Id="rId84" Type="http://schemas.openxmlformats.org/officeDocument/2006/relationships/slide" Target="slides/slide82.xml"/><Relationship Id="rId138" Type="http://schemas.openxmlformats.org/officeDocument/2006/relationships/slide" Target="slides/slide136.xml"/><Relationship Id="rId191" Type="http://schemas.openxmlformats.org/officeDocument/2006/relationships/slide" Target="slides/slide189.xml"/><Relationship Id="rId205" Type="http://schemas.openxmlformats.org/officeDocument/2006/relationships/slide" Target="slides/slide203.xml"/><Relationship Id="rId247" Type="http://schemas.openxmlformats.org/officeDocument/2006/relationships/slide" Target="slides/slide245.xml"/><Relationship Id="rId107" Type="http://schemas.openxmlformats.org/officeDocument/2006/relationships/slide" Target="slides/slide105.xml"/><Relationship Id="rId289" Type="http://schemas.openxmlformats.org/officeDocument/2006/relationships/slide" Target="slides/slide287.xml"/><Relationship Id="rId11" Type="http://schemas.openxmlformats.org/officeDocument/2006/relationships/slide" Target="slides/slide9.xml"/><Relationship Id="rId53" Type="http://schemas.openxmlformats.org/officeDocument/2006/relationships/slide" Target="slides/slide51.xml"/><Relationship Id="rId149" Type="http://schemas.openxmlformats.org/officeDocument/2006/relationships/slide" Target="slides/slide147.xml"/><Relationship Id="rId95" Type="http://schemas.openxmlformats.org/officeDocument/2006/relationships/slide" Target="slides/slide93.xml"/><Relationship Id="rId160" Type="http://schemas.openxmlformats.org/officeDocument/2006/relationships/slide" Target="slides/slide158.xml"/><Relationship Id="rId216" Type="http://schemas.openxmlformats.org/officeDocument/2006/relationships/slide" Target="slides/slide214.xml"/><Relationship Id="rId258" Type="http://schemas.openxmlformats.org/officeDocument/2006/relationships/slide" Target="slides/slide256.xml"/><Relationship Id="rId22" Type="http://schemas.openxmlformats.org/officeDocument/2006/relationships/slide" Target="slides/slide20.xml"/><Relationship Id="rId64" Type="http://schemas.openxmlformats.org/officeDocument/2006/relationships/slide" Target="slides/slide62.xml"/><Relationship Id="rId118" Type="http://schemas.openxmlformats.org/officeDocument/2006/relationships/slide" Target="slides/slide116.xml"/><Relationship Id="rId171" Type="http://schemas.openxmlformats.org/officeDocument/2006/relationships/slide" Target="slides/slide169.xml"/><Relationship Id="rId227" Type="http://schemas.openxmlformats.org/officeDocument/2006/relationships/slide" Target="slides/slide225.xml"/><Relationship Id="rId269" Type="http://schemas.openxmlformats.org/officeDocument/2006/relationships/slide" Target="slides/slide267.xml"/><Relationship Id="rId33" Type="http://schemas.openxmlformats.org/officeDocument/2006/relationships/slide" Target="slides/slide31.xml"/><Relationship Id="rId129" Type="http://schemas.openxmlformats.org/officeDocument/2006/relationships/slide" Target="slides/slide127.xml"/><Relationship Id="rId280" Type="http://schemas.openxmlformats.org/officeDocument/2006/relationships/slide" Target="slides/slide278.xml"/><Relationship Id="rId75" Type="http://schemas.openxmlformats.org/officeDocument/2006/relationships/slide" Target="slides/slide73.xml"/><Relationship Id="rId140" Type="http://schemas.openxmlformats.org/officeDocument/2006/relationships/slide" Target="slides/slide138.xml"/><Relationship Id="rId182" Type="http://schemas.openxmlformats.org/officeDocument/2006/relationships/slide" Target="slides/slide180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005BE1F-7669-4022-8D50-8115A32E15FC}" type="datetimeFigureOut">
              <a:rPr lang="tr-TR" smtClean="0"/>
              <a:t>2.12.2024</a:t>
            </a:fld>
            <a:endParaRPr lang="tr-TR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tr-TR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9AC0638-78AE-41D6-9F5A-0F3CEA1F99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38814109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9AC0638-78AE-41D6-9F5A-0F3CEA1F9952}" type="slidenum">
              <a:rPr lang="tr-TR" smtClean="0"/>
              <a:t>1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27248621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>
            <a:normAutofit/>
          </a:bodyPr>
          <a:lstStyle>
            <a:lvl1pPr algn="ctr">
              <a:defRPr lang="en-US" sz="4000" b="1" i="0" kern="1200" baseline="0" dirty="0">
                <a:solidFill>
                  <a:srgbClr val="8C0000"/>
                </a:solidFill>
                <a:latin typeface="Arial" panose="020B0604020202020204" pitchFamily="34" charset="0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>
            <a:normAutofit/>
          </a:bodyPr>
          <a:lstStyle>
            <a:lvl1pPr marL="0" indent="0" algn="ctr">
              <a:buNone/>
              <a:defRPr lang="en-US" sz="2400" kern="1200" baseline="0" dirty="0">
                <a:solidFill>
                  <a:srgbClr val="002046"/>
                </a:solidFill>
                <a:latin typeface="Arial" panose="020B0604020202020204" pitchFamily="34" charset="0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Sercan KÜLCÜ, </a:t>
            </a:r>
            <a:r>
              <a:rPr lang="en-US" dirty="0" err="1"/>
              <a:t>Tüm</a:t>
            </a:r>
            <a:r>
              <a:rPr lang="en-US" dirty="0"/>
              <a:t> </a:t>
            </a:r>
            <a:r>
              <a:rPr lang="en-US" dirty="0" err="1"/>
              <a:t>hakları</a:t>
            </a:r>
            <a:r>
              <a:rPr lang="en-US" dirty="0"/>
              <a:t> </a:t>
            </a:r>
            <a:r>
              <a:rPr lang="en-US" dirty="0" err="1"/>
              <a:t>saklıdır</a:t>
            </a:r>
            <a:r>
              <a:rPr lang="en-US" dirty="0"/>
              <a:t>.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0"/>
            <a:ext cx="407963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844621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bg>
      <p:bgRef idx="1003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lang="en-US" sz="3200" b="1" i="0" kern="1200" baseline="0" dirty="0">
                <a:solidFill>
                  <a:srgbClr val="8C0000"/>
                </a:solidFill>
                <a:latin typeface="Arial" panose="020B0604020202020204" pitchFamily="34" charset="0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228600" indent="-228600" algn="just">
              <a:buFont typeface="Wingdings" panose="05000000000000000000" pitchFamily="2" charset="2"/>
              <a:buChar char="§"/>
              <a:defRPr sz="2400" baseline="0">
                <a:solidFill>
                  <a:srgbClr val="002060"/>
                </a:solidFill>
                <a:latin typeface="Arial" panose="020B0604020202020204" pitchFamily="34" charset="0"/>
              </a:defRPr>
            </a:lvl1pPr>
            <a:lvl2pPr marL="685800" indent="-228600" algn="just">
              <a:buFont typeface="Wingdings" panose="05000000000000000000" pitchFamily="2" charset="2"/>
              <a:buChar char="§"/>
              <a:defRPr sz="2400" baseline="0">
                <a:solidFill>
                  <a:srgbClr val="002060"/>
                </a:solidFill>
                <a:latin typeface="Arial" panose="020B0604020202020204" pitchFamily="34" charset="0"/>
              </a:defRPr>
            </a:lvl2pPr>
            <a:lvl3pPr marL="1143000" indent="-228600">
              <a:buFont typeface="Wingdings" panose="05000000000000000000" pitchFamily="2" charset="2"/>
              <a:buChar char="§"/>
              <a:defRPr sz="2400" baseline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buFont typeface="Wingdings" panose="05000000000000000000" pitchFamily="2" charset="2"/>
              <a:buChar char="§"/>
              <a:defRPr sz="2000" baseline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buFont typeface="Wingdings" panose="05000000000000000000" pitchFamily="2" charset="2"/>
              <a:buChar char="§"/>
              <a:defRPr baseline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r>
              <a:rPr lang="tr-TR" dirty="0"/>
              <a:t> 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356834" y="6356350"/>
            <a:ext cx="6928834" cy="365125"/>
          </a:xfrm>
        </p:spPr>
        <p:txBody>
          <a:bodyPr/>
          <a:lstStyle/>
          <a:p>
            <a:r>
              <a:rPr lang="en-US" dirty="0"/>
              <a:t>Sercan KÜLCÜ, </a:t>
            </a:r>
            <a:r>
              <a:rPr lang="en-US" dirty="0" err="1"/>
              <a:t>Tüm</a:t>
            </a:r>
            <a:r>
              <a:rPr lang="en-US" dirty="0"/>
              <a:t> </a:t>
            </a:r>
            <a:r>
              <a:rPr lang="en-US" dirty="0" err="1"/>
              <a:t>hakları</a:t>
            </a:r>
            <a:r>
              <a:rPr lang="en-US" dirty="0"/>
              <a:t> </a:t>
            </a:r>
            <a:r>
              <a:rPr lang="en-US" dirty="0" err="1"/>
              <a:t>saklıdır</a:t>
            </a:r>
            <a:r>
              <a:rPr lang="en-US" dirty="0"/>
              <a:t>.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2000" baseline="0"/>
            </a:lvl1pPr>
          </a:lstStyle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0"/>
            <a:ext cx="407963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8757502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Sercan KÜLCÜ, </a:t>
            </a:r>
            <a:r>
              <a:rPr lang="en-US" dirty="0" err="1"/>
              <a:t>Tüm</a:t>
            </a:r>
            <a:r>
              <a:rPr lang="en-US" dirty="0"/>
              <a:t> </a:t>
            </a:r>
            <a:r>
              <a:rPr lang="en-US" dirty="0" err="1"/>
              <a:t>hakları</a:t>
            </a:r>
            <a:r>
              <a:rPr lang="en-US" dirty="0"/>
              <a:t> </a:t>
            </a:r>
            <a:r>
              <a:rPr lang="en-US" dirty="0" err="1"/>
              <a:t>saklıdır</a:t>
            </a:r>
            <a:r>
              <a:rPr lang="en-US" dirty="0"/>
              <a:t>.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2058521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Sercan KÜLCÜ, </a:t>
            </a:r>
            <a:r>
              <a:rPr lang="en-US" dirty="0" err="1"/>
              <a:t>Tüm</a:t>
            </a:r>
            <a:r>
              <a:rPr lang="en-US" dirty="0"/>
              <a:t> </a:t>
            </a:r>
            <a:r>
              <a:rPr lang="en-US" dirty="0" err="1"/>
              <a:t>hakları</a:t>
            </a:r>
            <a:r>
              <a:rPr lang="en-US" dirty="0"/>
              <a:t> </a:t>
            </a:r>
            <a:r>
              <a:rPr lang="en-US" dirty="0" err="1"/>
              <a:t>saklıdır</a:t>
            </a:r>
            <a:r>
              <a:rPr lang="en-US" dirty="0"/>
              <a:t>.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4232478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Sercan KÜLCÜ, </a:t>
            </a:r>
            <a:r>
              <a:rPr lang="en-US" dirty="0" err="1"/>
              <a:t>Tüm</a:t>
            </a:r>
            <a:r>
              <a:rPr lang="en-US" dirty="0"/>
              <a:t> </a:t>
            </a:r>
            <a:r>
              <a:rPr lang="en-US" dirty="0" err="1"/>
              <a:t>hakları</a:t>
            </a:r>
            <a:r>
              <a:rPr lang="en-US" dirty="0"/>
              <a:t> </a:t>
            </a:r>
            <a:r>
              <a:rPr lang="en-US" dirty="0" err="1"/>
              <a:t>saklıdır</a:t>
            </a:r>
            <a:r>
              <a:rPr lang="en-US" dirty="0"/>
              <a:t>.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4147119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Sercan KÜLCÜ, </a:t>
            </a:r>
            <a:r>
              <a:rPr lang="en-US" dirty="0" err="1"/>
              <a:t>Tüm</a:t>
            </a:r>
            <a:r>
              <a:rPr lang="en-US" dirty="0"/>
              <a:t> </a:t>
            </a:r>
            <a:r>
              <a:rPr lang="en-US" dirty="0" err="1"/>
              <a:t>hakları</a:t>
            </a:r>
            <a:r>
              <a:rPr lang="en-US" dirty="0"/>
              <a:t> </a:t>
            </a:r>
            <a:r>
              <a:rPr lang="en-US" dirty="0" err="1"/>
              <a:t>saklıdır</a:t>
            </a:r>
            <a:r>
              <a:rPr lang="en-US" dirty="0"/>
              <a:t>.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801274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Sercan KÜLCÜ, </a:t>
            </a:r>
            <a:r>
              <a:rPr lang="en-US" dirty="0" err="1"/>
              <a:t>Tüm</a:t>
            </a:r>
            <a:r>
              <a:rPr lang="en-US" dirty="0"/>
              <a:t> </a:t>
            </a:r>
            <a:r>
              <a:rPr lang="en-US" dirty="0" err="1"/>
              <a:t>hakları</a:t>
            </a:r>
            <a:r>
              <a:rPr lang="en-US" dirty="0"/>
              <a:t> </a:t>
            </a:r>
            <a:r>
              <a:rPr lang="en-US" dirty="0" err="1"/>
              <a:t>saklıdır</a:t>
            </a:r>
            <a:r>
              <a:rPr lang="en-US" dirty="0"/>
              <a:t>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1568652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Sercan KÜLCÜ, </a:t>
            </a:r>
            <a:r>
              <a:rPr lang="en-US" dirty="0" err="1"/>
              <a:t>Tüm</a:t>
            </a:r>
            <a:r>
              <a:rPr lang="en-US" dirty="0"/>
              <a:t> </a:t>
            </a:r>
            <a:r>
              <a:rPr lang="en-US" dirty="0" err="1"/>
              <a:t>hakları</a:t>
            </a:r>
            <a:r>
              <a:rPr lang="en-US" dirty="0"/>
              <a:t> </a:t>
            </a:r>
            <a:r>
              <a:rPr lang="en-US" dirty="0" err="1"/>
              <a:t>saklıdır</a:t>
            </a:r>
            <a:r>
              <a:rPr lang="en-US" dirty="0"/>
              <a:t>.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5978184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Sercan KÜLCÜ, </a:t>
            </a:r>
            <a:r>
              <a:rPr lang="en-US" dirty="0" err="1"/>
              <a:t>Tüm</a:t>
            </a:r>
            <a:r>
              <a:rPr lang="en-US" dirty="0"/>
              <a:t> </a:t>
            </a:r>
            <a:r>
              <a:rPr lang="en-US" dirty="0" err="1"/>
              <a:t>hakları</a:t>
            </a:r>
            <a:r>
              <a:rPr lang="en-US" dirty="0"/>
              <a:t> </a:t>
            </a:r>
            <a:r>
              <a:rPr lang="en-US" dirty="0" err="1"/>
              <a:t>saklıdır</a:t>
            </a:r>
            <a:r>
              <a:rPr lang="en-US" dirty="0"/>
              <a:t>.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3602848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Sercan KÜLCÜ, </a:t>
            </a:r>
            <a:r>
              <a:rPr lang="en-US" dirty="0" err="1"/>
              <a:t>Tüm</a:t>
            </a:r>
            <a:r>
              <a:rPr lang="en-US" dirty="0"/>
              <a:t> </a:t>
            </a:r>
            <a:r>
              <a:rPr lang="en-US" dirty="0" err="1"/>
              <a:t>hakları</a:t>
            </a:r>
            <a:r>
              <a:rPr lang="en-US" dirty="0"/>
              <a:t> </a:t>
            </a:r>
            <a:r>
              <a:rPr lang="en-US" dirty="0" err="1"/>
              <a:t>saklıdır</a:t>
            </a:r>
            <a:r>
              <a:rPr lang="en-US" dirty="0"/>
              <a:t>.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926011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Sercan KÜLCÜ, </a:t>
            </a:r>
            <a:r>
              <a:rPr lang="en-US" dirty="0" err="1"/>
              <a:t>Tüm</a:t>
            </a:r>
            <a:r>
              <a:rPr lang="en-US" dirty="0"/>
              <a:t> </a:t>
            </a:r>
            <a:r>
              <a:rPr lang="en-US" dirty="0" err="1"/>
              <a:t>hakları</a:t>
            </a:r>
            <a:r>
              <a:rPr lang="en-US" dirty="0"/>
              <a:t> </a:t>
            </a:r>
            <a:r>
              <a:rPr lang="en-US" dirty="0" err="1"/>
              <a:t>saklıdır</a:t>
            </a:r>
            <a:r>
              <a:rPr lang="en-US" dirty="0"/>
              <a:t>.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5027414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Başlık Slayd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r-TR"/>
              <a:t>Asıl başlık stili için tıklatın</a:t>
            </a:r>
          </a:p>
        </p:txBody>
      </p:sp>
      <p:sp>
        <p:nvSpPr>
          <p:cNvPr id="3" name="Alt Başlık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r-TR"/>
              <a:t>Asıl alt başlık stilini düzenlemek için tıklayın</a:t>
            </a:r>
          </a:p>
        </p:txBody>
      </p:sp>
      <p:sp>
        <p:nvSpPr>
          <p:cNvPr id="4" name="Veri Yer Tutucusu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9B61CB-CC12-4F79-8950-DE790427CC3B}" type="datetimeFigureOut">
              <a:rPr lang="tr-TR" smtClean="0">
                <a:solidFill>
                  <a:prstClr val="black">
                    <a:tint val="75000"/>
                  </a:prstClr>
                </a:solidFill>
              </a:rPr>
              <a:pPr/>
              <a:t>2.12.2024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Altbilgi Yer Tutucusu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ayt Numarası Yer Tutucus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2C493F-4390-4B86-A003-6964980E8414}" type="slidenum">
              <a:rPr lang="tr-TR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Metin kutusu 10"/>
          <p:cNvSpPr txBox="1"/>
          <p:nvPr userDrawn="1"/>
        </p:nvSpPr>
        <p:spPr>
          <a:xfrm>
            <a:off x="11565200" y="6629142"/>
            <a:ext cx="626800" cy="184666"/>
          </a:xfrm>
          <a:prstGeom prst="rect">
            <a:avLst/>
          </a:prstGeom>
          <a:noFill/>
        </p:spPr>
        <p:txBody>
          <a:bodyPr wrap="none" lIns="0" tIns="0" rIns="54000" bIns="0" rtlCol="0">
            <a:spAutoFit/>
          </a:bodyPr>
          <a:lstStyle/>
          <a:p>
            <a:pPr algn="r" defTabSz="914400"/>
            <a:fld id="{0AECA3D9-C780-4E1A-B3A2-B8BA73EA335F}" type="slidenum">
              <a:rPr lang="tr-TR" sz="1200" b="1" smtClean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pPr algn="r" defTabSz="914400"/>
              <a:t>‹#›</a:t>
            </a:fld>
            <a:r>
              <a:rPr lang="tr-TR" sz="1200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/ 317</a:t>
            </a:r>
          </a:p>
        </p:txBody>
      </p:sp>
    </p:spTree>
    <p:extLst>
      <p:ext uri="{BB962C8B-B14F-4D97-AF65-F5344CB8AC3E}">
        <p14:creationId xmlns:p14="http://schemas.microsoft.com/office/powerpoint/2010/main" val="411510891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aşlık ve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 için tıklatın</a:t>
            </a:r>
          </a:p>
        </p:txBody>
      </p:sp>
      <p:sp>
        <p:nvSpPr>
          <p:cNvPr id="3" name="İçerik Yer Tutucusu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9B61CB-CC12-4F79-8950-DE790427CC3B}" type="datetimeFigureOut">
              <a:rPr lang="tr-TR" smtClean="0">
                <a:solidFill>
                  <a:prstClr val="black">
                    <a:tint val="75000"/>
                  </a:prstClr>
                </a:solidFill>
              </a:rPr>
              <a:pPr/>
              <a:t>2.12.2024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Altbilgi Yer Tutucusu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ayt Numarası Yer Tutucus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2C493F-4390-4B86-A003-6964980E8414}" type="slidenum">
              <a:rPr lang="tr-TR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68300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Bölüm Üstbilgis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r-TR"/>
              <a:t>Asıl başlık stili için tıklatın</a:t>
            </a:r>
          </a:p>
        </p:txBody>
      </p:sp>
      <p:sp>
        <p:nvSpPr>
          <p:cNvPr id="3" name="Metin Yer Tutucusu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tr-TR"/>
              <a:t>Asıl metin stillerini düzenle</a:t>
            </a:r>
          </a:p>
        </p:txBody>
      </p:sp>
      <p:sp>
        <p:nvSpPr>
          <p:cNvPr id="4" name="Veri Yer Tutucusu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9B61CB-CC12-4F79-8950-DE790427CC3B}" type="datetimeFigureOut">
              <a:rPr lang="tr-TR" smtClean="0">
                <a:solidFill>
                  <a:prstClr val="black">
                    <a:tint val="75000"/>
                  </a:prstClr>
                </a:solidFill>
              </a:rPr>
              <a:pPr/>
              <a:t>2.12.2024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Altbilgi Yer Tutucusu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ayt Numarası Yer Tutucus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2C493F-4390-4B86-A003-6964980E8414}" type="slidenum">
              <a:rPr lang="tr-TR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534092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İki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 için tıklatın</a:t>
            </a:r>
          </a:p>
        </p:txBody>
      </p:sp>
      <p:sp>
        <p:nvSpPr>
          <p:cNvPr id="3" name="İçerik Yer Tutucusu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İçerik Yer Tutucusu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5" name="Veri Yer Tutucusu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9B61CB-CC12-4F79-8950-DE790427CC3B}" type="datetimeFigureOut">
              <a:rPr lang="tr-TR" smtClean="0">
                <a:solidFill>
                  <a:prstClr val="black">
                    <a:tint val="75000"/>
                  </a:prstClr>
                </a:solidFill>
              </a:rPr>
              <a:pPr/>
              <a:t>2.12.2024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Altbilgi Yer Tutucusu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ayt Numarası Yer Tutucusu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2C493F-4390-4B86-A003-6964980E8414}" type="slidenum">
              <a:rPr lang="tr-TR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503682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Karşılaştırm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tr-TR"/>
              <a:t>Asıl başlık stili için tıklatın</a:t>
            </a:r>
          </a:p>
        </p:txBody>
      </p:sp>
      <p:sp>
        <p:nvSpPr>
          <p:cNvPr id="3" name="Metin Yer Tutucusu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r-TR"/>
              <a:t>Asıl metin stillerini düzenle</a:t>
            </a:r>
          </a:p>
        </p:txBody>
      </p:sp>
      <p:sp>
        <p:nvSpPr>
          <p:cNvPr id="4" name="İçerik Yer Tutucusu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5" name="Metin Yer Tutucusu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r-TR"/>
              <a:t>Asıl metin stillerini düzenle</a:t>
            </a:r>
          </a:p>
        </p:txBody>
      </p:sp>
      <p:sp>
        <p:nvSpPr>
          <p:cNvPr id="6" name="İçerik Yer Tutucusu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7" name="Veri Yer Tutucusu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9B61CB-CC12-4F79-8950-DE790427CC3B}" type="datetimeFigureOut">
              <a:rPr lang="tr-TR" smtClean="0">
                <a:solidFill>
                  <a:prstClr val="black">
                    <a:tint val="75000"/>
                  </a:prstClr>
                </a:solidFill>
              </a:rPr>
              <a:pPr/>
              <a:t>2.12.2024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Altbilgi Yer Tutucusu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ayt Numarası Yer Tutucusu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2C493F-4390-4B86-A003-6964980E8414}" type="slidenum">
              <a:rPr lang="tr-TR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07965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Yalnızca Başlı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 için tıklatın</a:t>
            </a:r>
          </a:p>
        </p:txBody>
      </p:sp>
      <p:sp>
        <p:nvSpPr>
          <p:cNvPr id="3" name="Veri Yer Tutucusu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9B61CB-CC12-4F79-8950-DE790427CC3B}" type="datetimeFigureOut">
              <a:rPr lang="tr-TR" smtClean="0">
                <a:solidFill>
                  <a:prstClr val="black">
                    <a:tint val="75000"/>
                  </a:prstClr>
                </a:solidFill>
              </a:rPr>
              <a:pPr/>
              <a:t>2.12.2024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Altbilgi Yer Tutucusu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ayt Numarası Yer Tutucusu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2C493F-4390-4B86-A003-6964980E8414}" type="slidenum">
              <a:rPr lang="tr-TR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325705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oş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i Yer Tutucusu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9B61CB-CC12-4F79-8950-DE790427CC3B}" type="datetimeFigureOut">
              <a:rPr lang="tr-TR" smtClean="0">
                <a:solidFill>
                  <a:prstClr val="black">
                    <a:tint val="75000"/>
                  </a:prstClr>
                </a:solidFill>
              </a:rPr>
              <a:pPr/>
              <a:t>2.12.2024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Altbilgi Yer Tutucusu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2C493F-4390-4B86-A003-6964980E8414}" type="slidenum">
              <a:rPr lang="tr-TR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035664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Başlıklı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/>
              <a:t>Asıl başlık stili için tıklatın</a:t>
            </a:r>
          </a:p>
        </p:txBody>
      </p:sp>
      <p:sp>
        <p:nvSpPr>
          <p:cNvPr id="3" name="İçerik Yer Tutucusu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Metin Yer Tutucusu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r-TR"/>
              <a:t>Asıl metin stillerini düzenle</a:t>
            </a:r>
          </a:p>
        </p:txBody>
      </p:sp>
      <p:sp>
        <p:nvSpPr>
          <p:cNvPr id="5" name="Veri Yer Tutucusu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9B61CB-CC12-4F79-8950-DE790427CC3B}" type="datetimeFigureOut">
              <a:rPr lang="tr-TR" smtClean="0">
                <a:solidFill>
                  <a:prstClr val="black">
                    <a:tint val="75000"/>
                  </a:prstClr>
                </a:solidFill>
              </a:rPr>
              <a:pPr/>
              <a:t>2.12.2024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Altbilgi Yer Tutucusu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ayt Numarası Yer Tutucusu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2C493F-4390-4B86-A003-6964980E8414}" type="slidenum">
              <a:rPr lang="tr-TR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527305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aşlıklı Resi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/>
              <a:t>Asıl başlık stili için tıklatın</a:t>
            </a:r>
          </a:p>
        </p:txBody>
      </p:sp>
      <p:sp>
        <p:nvSpPr>
          <p:cNvPr id="3" name="Resim Yer Tutucusu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r-TR"/>
          </a:p>
        </p:txBody>
      </p:sp>
      <p:sp>
        <p:nvSpPr>
          <p:cNvPr id="4" name="Metin Yer Tutucusu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r-TR"/>
              <a:t>Asıl metin stillerini düzenle</a:t>
            </a:r>
          </a:p>
        </p:txBody>
      </p:sp>
      <p:sp>
        <p:nvSpPr>
          <p:cNvPr id="5" name="Veri Yer Tutucusu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9B61CB-CC12-4F79-8950-DE790427CC3B}" type="datetimeFigureOut">
              <a:rPr lang="tr-TR" smtClean="0">
                <a:solidFill>
                  <a:prstClr val="black">
                    <a:tint val="75000"/>
                  </a:prstClr>
                </a:solidFill>
              </a:rPr>
              <a:pPr/>
              <a:t>2.12.2024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Altbilgi Yer Tutucusu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ayt Numarası Yer Tutucusu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2C493F-4390-4B86-A003-6964980E8414}" type="slidenum">
              <a:rPr lang="tr-TR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8634192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Başlık ve Dikey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 için tıklatın</a:t>
            </a:r>
          </a:p>
        </p:txBody>
      </p:sp>
      <p:sp>
        <p:nvSpPr>
          <p:cNvPr id="3" name="Dikey Metin Yer Tutucusu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9B61CB-CC12-4F79-8950-DE790427CC3B}" type="datetimeFigureOut">
              <a:rPr lang="tr-TR" smtClean="0">
                <a:solidFill>
                  <a:prstClr val="black">
                    <a:tint val="75000"/>
                  </a:prstClr>
                </a:solidFill>
              </a:rPr>
              <a:pPr/>
              <a:t>2.12.2024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Altbilgi Yer Tutucusu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ayt Numarası Yer Tutucus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2C493F-4390-4B86-A003-6964980E8414}" type="slidenum">
              <a:rPr lang="tr-TR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307857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Dikey Başlık ve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ikey Başlık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tr-TR"/>
              <a:t>Asıl başlık stili için tıklatın</a:t>
            </a:r>
          </a:p>
        </p:txBody>
      </p:sp>
      <p:sp>
        <p:nvSpPr>
          <p:cNvPr id="3" name="Dikey Metin Yer Tutucusu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9B61CB-CC12-4F79-8950-DE790427CC3B}" type="datetimeFigureOut">
              <a:rPr lang="tr-TR" smtClean="0">
                <a:solidFill>
                  <a:prstClr val="black">
                    <a:tint val="75000"/>
                  </a:prstClr>
                </a:solidFill>
              </a:rPr>
              <a:pPr/>
              <a:t>2.12.2024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Altbilgi Yer Tutucusu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ayt Numarası Yer Tutucus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2C493F-4390-4B86-A003-6964980E8414}" type="slidenum">
              <a:rPr lang="tr-TR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056270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 dirty="0"/>
              <a:t>Sercan KÜLCÜ, </a:t>
            </a:r>
            <a:r>
              <a:rPr lang="en-US" dirty="0" err="1"/>
              <a:t>Tüm</a:t>
            </a:r>
            <a:r>
              <a:rPr lang="en-US" dirty="0"/>
              <a:t> </a:t>
            </a:r>
            <a:r>
              <a:rPr lang="en-US" dirty="0" err="1"/>
              <a:t>hakları</a:t>
            </a:r>
            <a:r>
              <a:rPr lang="en-US" dirty="0"/>
              <a:t> </a:t>
            </a:r>
            <a:r>
              <a:rPr lang="en-US" dirty="0" err="1"/>
              <a:t>saklıdır</a:t>
            </a:r>
            <a:r>
              <a:rPr lang="en-US" dirty="0"/>
              <a:t>.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00000" y="288000"/>
            <a:ext cx="1080000" cy="10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81926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36" r:id="rId1"/>
    <p:sldLayoutId id="2147483937" r:id="rId2"/>
    <p:sldLayoutId id="2147483938" r:id="rId3"/>
    <p:sldLayoutId id="2147483939" r:id="rId4"/>
    <p:sldLayoutId id="2147483940" r:id="rId5"/>
    <p:sldLayoutId id="2147483941" r:id="rId6"/>
    <p:sldLayoutId id="2147483942" r:id="rId7"/>
    <p:sldLayoutId id="2147483943" r:id="rId8"/>
    <p:sldLayoutId id="2147483944" r:id="rId9"/>
    <p:sldLayoutId id="2147483945" r:id="rId10"/>
    <p:sldLayoutId id="2147483946" r:id="rId1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Yer Tutucusu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r-TR"/>
              <a:t>Asıl başlık stili için tıklatın</a:t>
            </a:r>
          </a:p>
        </p:txBody>
      </p:sp>
      <p:sp>
        <p:nvSpPr>
          <p:cNvPr id="3" name="Metin Yer Tutucusu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fld id="{169B61CB-CC12-4F79-8950-DE790427CC3B}" type="datetimeFigureOut">
              <a:rPr lang="tr-TR" smtClean="0">
                <a:solidFill>
                  <a:prstClr val="black">
                    <a:tint val="75000"/>
                  </a:prstClr>
                </a:solidFill>
              </a:rPr>
              <a:pPr defTabSz="914400"/>
              <a:t>2.12.2024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Altbilgi Yer Tutucusu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ayt Numarası Yer Tutucusu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fld id="{D72C493F-4390-4B86-A003-6964980E8414}" type="slidenum">
              <a:rPr lang="tr-TR" smtClean="0">
                <a:solidFill>
                  <a:prstClr val="black">
                    <a:tint val="75000"/>
                  </a:prstClr>
                </a:solidFill>
              </a:rPr>
              <a:pPr defTabSz="914400"/>
              <a:t>‹#›</a:t>
            </a:fld>
            <a:endParaRPr lang="tr-T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89370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48" r:id="rId1"/>
    <p:sldLayoutId id="2147483949" r:id="rId2"/>
    <p:sldLayoutId id="2147483950" r:id="rId3"/>
    <p:sldLayoutId id="2147483951" r:id="rId4"/>
    <p:sldLayoutId id="2147483952" r:id="rId5"/>
    <p:sldLayoutId id="2147483953" r:id="rId6"/>
    <p:sldLayoutId id="2147483954" r:id="rId7"/>
    <p:sldLayoutId id="2147483955" r:id="rId8"/>
    <p:sldLayoutId id="2147483956" r:id="rId9"/>
    <p:sldLayoutId id="2147483957" r:id="rId10"/>
    <p:sldLayoutId id="2147483958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r-T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tr-TR" b="1" dirty="0"/>
              <a:t>Bölüm 9: </a:t>
            </a:r>
            <a:r>
              <a:rPr lang="tr-TR" b="1" dirty="0" err="1"/>
              <a:t>Hash</a:t>
            </a:r>
            <a:r>
              <a:rPr lang="tr-TR" b="1" dirty="0"/>
              <a:t> Tablosu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>
            <a:normAutofit/>
          </a:bodyPr>
          <a:lstStyle/>
          <a:p>
            <a:r>
              <a:rPr lang="tr-TR" sz="2800" b="1" dirty="0"/>
              <a:t>Veri Yapıları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Sercan KÜLCÜ, </a:t>
            </a:r>
            <a:r>
              <a:rPr lang="en-US" dirty="0" err="1"/>
              <a:t>Tüm</a:t>
            </a:r>
            <a:r>
              <a:rPr lang="en-US" dirty="0"/>
              <a:t> </a:t>
            </a:r>
            <a:r>
              <a:rPr lang="en-US" dirty="0" err="1"/>
              <a:t>hakları</a:t>
            </a:r>
            <a:r>
              <a:rPr lang="en-US" dirty="0"/>
              <a:t> </a:t>
            </a:r>
            <a:r>
              <a:rPr lang="en-US" dirty="0" err="1"/>
              <a:t>saklıdır</a:t>
            </a:r>
            <a:r>
              <a:rPr lang="en-US" dirty="0"/>
              <a:t>.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5111954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Eşleme (</a:t>
            </a:r>
            <a:r>
              <a:rPr lang="tr-TR" dirty="0" err="1"/>
              <a:t>Map</a:t>
            </a:r>
            <a:r>
              <a:rPr lang="tr-TR" dirty="0"/>
              <a:t>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680000"/>
          </a:xfrm>
        </p:spPr>
        <p:txBody>
          <a:bodyPr>
            <a:normAutofit/>
          </a:bodyPr>
          <a:lstStyle/>
          <a:p>
            <a:r>
              <a:rPr lang="tr-TR" dirty="0"/>
              <a:t>Anahtar-değer çifti şeklinde ilişkilendirilen veri öğelerini saklar.</a:t>
            </a:r>
          </a:p>
          <a:p>
            <a:r>
              <a:rPr lang="tr-TR" dirty="0"/>
              <a:t>Anahtarlar, her öğeyi benzersiz ve tekil bir şekilde tanımlar.</a:t>
            </a:r>
          </a:p>
          <a:p>
            <a:r>
              <a:rPr lang="tr-TR" dirty="0"/>
              <a:t>İşlemler O(1) zaman karmaşıklığında gerçekleşir.</a:t>
            </a:r>
          </a:p>
          <a:p>
            <a:r>
              <a:rPr lang="tr-TR" dirty="0"/>
              <a:t>Değerler bu anahtarlar ile ilişkilendirilir.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Sercan KÜLCÜ, </a:t>
            </a:r>
            <a:r>
              <a:rPr lang="en-US" dirty="0" err="1"/>
              <a:t>Tüm</a:t>
            </a:r>
            <a:r>
              <a:rPr lang="en-US" dirty="0"/>
              <a:t> </a:t>
            </a:r>
            <a:r>
              <a:rPr lang="en-US" dirty="0" err="1"/>
              <a:t>hakları</a:t>
            </a:r>
            <a:r>
              <a:rPr lang="en-US" dirty="0"/>
              <a:t> </a:t>
            </a:r>
            <a:r>
              <a:rPr lang="en-US" dirty="0" err="1"/>
              <a:t>saklıdır</a:t>
            </a:r>
            <a:r>
              <a:rPr lang="en-US" dirty="0"/>
              <a:t>.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</a:t>
            </a:fld>
            <a:endParaRPr lang="en-US" dirty="0"/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50000"/>
                    </a14:imgEffect>
                    <a14:imgEffect>
                      <a14:saturation sat="66000"/>
                    </a14:imgEffect>
                    <a14:imgEffect>
                      <a14:brightnessContrast bright="-2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00354" y="3120614"/>
            <a:ext cx="5658258" cy="32357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602014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Temel İşlevler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b="1" dirty="0"/>
              <a:t>Ekleme (</a:t>
            </a:r>
            <a:r>
              <a:rPr lang="tr-TR" b="1" dirty="0" err="1"/>
              <a:t>Insertion</a:t>
            </a:r>
            <a:r>
              <a:rPr lang="tr-TR" b="1" dirty="0"/>
              <a:t>): </a:t>
            </a:r>
            <a:r>
              <a:rPr lang="tr-TR" dirty="0"/>
              <a:t>Bir anahtar-değer çiftini tabloya ekler.</a:t>
            </a:r>
          </a:p>
          <a:p>
            <a:r>
              <a:rPr lang="tr-TR" b="1" dirty="0"/>
              <a:t>Arama (</a:t>
            </a:r>
            <a:r>
              <a:rPr lang="tr-TR" b="1" dirty="0" err="1"/>
              <a:t>Search</a:t>
            </a:r>
            <a:r>
              <a:rPr lang="tr-TR" b="1" dirty="0"/>
              <a:t>): </a:t>
            </a:r>
            <a:r>
              <a:rPr lang="tr-TR" dirty="0"/>
              <a:t>Verilen anahtara sahip öğenin değerini döndürür.</a:t>
            </a:r>
          </a:p>
          <a:p>
            <a:r>
              <a:rPr lang="tr-TR" b="1" dirty="0"/>
              <a:t>Silme (</a:t>
            </a:r>
            <a:r>
              <a:rPr lang="tr-TR" b="1" dirty="0" err="1"/>
              <a:t>Deletion</a:t>
            </a:r>
            <a:r>
              <a:rPr lang="tr-TR" b="1" dirty="0"/>
              <a:t>): </a:t>
            </a:r>
            <a:r>
              <a:rPr lang="tr-TR" dirty="0"/>
              <a:t>Verilen anahtara sahip öğeyi tablodan çıkarır.</a:t>
            </a:r>
          </a:p>
          <a:p>
            <a:r>
              <a:rPr lang="tr-TR" b="1" dirty="0"/>
              <a:t>Güncelleme (Update): </a:t>
            </a:r>
            <a:r>
              <a:rPr lang="tr-TR" dirty="0"/>
              <a:t>Verilen anahtara sahip öğeyi günceller.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986954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err="1"/>
              <a:t>Hash</a:t>
            </a:r>
            <a:r>
              <a:rPr lang="tr-TR" dirty="0"/>
              <a:t> Tablosu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dirty="0"/>
              <a:t>Öğeleri anahtar değerlerine göre saklar.</a:t>
            </a:r>
          </a:p>
          <a:p>
            <a:r>
              <a:rPr lang="tr-TR" dirty="0"/>
              <a:t>Öğelere hızlı bir şekilde erişmek mümkündür.</a:t>
            </a:r>
          </a:p>
          <a:p>
            <a:r>
              <a:rPr lang="tr-TR" dirty="0"/>
              <a:t>Eşleme (</a:t>
            </a:r>
            <a:r>
              <a:rPr lang="tr-TR" dirty="0" err="1"/>
              <a:t>map</a:t>
            </a:r>
            <a:r>
              <a:rPr lang="tr-TR" dirty="0"/>
              <a:t>) </a:t>
            </a:r>
            <a:r>
              <a:rPr lang="tr-TR" dirty="0" err="1"/>
              <a:t>arayüzünü</a:t>
            </a:r>
            <a:r>
              <a:rPr lang="tr-TR" dirty="0"/>
              <a:t> uygular.</a:t>
            </a:r>
          </a:p>
          <a:p>
            <a:r>
              <a:rPr lang="tr-TR" dirty="0"/>
              <a:t>Anahtarlar, her öğeyi tekil (</a:t>
            </a:r>
            <a:r>
              <a:rPr lang="tr-TR" dirty="0" err="1"/>
              <a:t>unique</a:t>
            </a:r>
            <a:r>
              <a:rPr lang="tr-TR" dirty="0"/>
              <a:t>) bir şekilde tanımlar.</a:t>
            </a:r>
          </a:p>
          <a:p>
            <a:r>
              <a:rPr lang="tr-TR" dirty="0"/>
              <a:t>Yüzde 70’i dolduğunda tablo büyütülmelidir.</a:t>
            </a:r>
          </a:p>
          <a:p>
            <a:r>
              <a:rPr lang="tr-TR" dirty="0"/>
              <a:t>Yeniden boyutlandırma (</a:t>
            </a:r>
            <a:r>
              <a:rPr lang="tr-TR" dirty="0" err="1"/>
              <a:t>resizing</a:t>
            </a:r>
            <a:r>
              <a:rPr lang="tr-TR" dirty="0"/>
              <a:t>) çok, çok pahalıdır!</a:t>
            </a:r>
          </a:p>
          <a:p>
            <a:r>
              <a:rPr lang="tr-TR" dirty="0"/>
              <a:t>Tablo boyutu değiştiğinde, tüm değerlerin tekrar hesaplanması gerekir!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8834255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err="1"/>
              <a:t>Hash</a:t>
            </a:r>
            <a:r>
              <a:rPr lang="tr-TR" dirty="0"/>
              <a:t> Fonksiyonları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dirty="0" err="1"/>
              <a:t>Hash</a:t>
            </a:r>
            <a:r>
              <a:rPr lang="tr-TR" dirty="0"/>
              <a:t> tablosunun temelinde </a:t>
            </a:r>
            <a:r>
              <a:rPr lang="tr-TR" dirty="0" err="1"/>
              <a:t>hash</a:t>
            </a:r>
            <a:r>
              <a:rPr lang="tr-TR" dirty="0"/>
              <a:t> fonksiyonu yer alır.</a:t>
            </a:r>
          </a:p>
          <a:p>
            <a:r>
              <a:rPr lang="tr-TR" dirty="0"/>
              <a:t>Öğenin anahtarını girdi olarak alır ve bir sayı (indeks) üretir.</a:t>
            </a:r>
          </a:p>
          <a:p>
            <a:r>
              <a:rPr lang="tr-TR" dirty="0"/>
              <a:t>İndeks, öğenin tablodaki konumunu belirtir.</a:t>
            </a:r>
          </a:p>
          <a:p>
            <a:r>
              <a:rPr lang="tr-TR" dirty="0"/>
              <a:t>Eğer her öğe aynı yuvaya </a:t>
            </a:r>
            <a:r>
              <a:rPr lang="tr-TR" dirty="0" err="1"/>
              <a:t>hashlenirse</a:t>
            </a:r>
            <a:r>
              <a:rPr lang="tr-TR" dirty="0"/>
              <a:t>, </a:t>
            </a:r>
            <a:r>
              <a:rPr lang="tr-TR" dirty="0" err="1"/>
              <a:t>hash</a:t>
            </a:r>
            <a:r>
              <a:rPr lang="tr-TR" dirty="0"/>
              <a:t> tablo bağlı listeye benzer!</a:t>
            </a:r>
          </a:p>
          <a:p>
            <a:r>
              <a:rPr lang="tr-TR" dirty="0" err="1"/>
              <a:t>Hash</a:t>
            </a:r>
            <a:r>
              <a:rPr lang="tr-TR" dirty="0"/>
              <a:t> fonksiyonu iyi bir dağılım sağlamalıdır.</a:t>
            </a:r>
          </a:p>
          <a:p>
            <a:r>
              <a:rPr lang="tr-TR" dirty="0"/>
              <a:t>Hesaplaması hızlı bir </a:t>
            </a:r>
            <a:r>
              <a:rPr lang="tr-TR" dirty="0" err="1"/>
              <a:t>hash</a:t>
            </a:r>
            <a:r>
              <a:rPr lang="tr-TR" dirty="0"/>
              <a:t> fonksiyonu bulmak kolay değildir!</a:t>
            </a:r>
          </a:p>
          <a:p>
            <a:r>
              <a:rPr lang="tr-TR" dirty="0"/>
              <a:t>Kapasite seçimi önemlidir, </a:t>
            </a:r>
          </a:p>
          <a:p>
            <a:pPr lvl="1"/>
            <a:r>
              <a:rPr lang="tr-TR" dirty="0"/>
              <a:t>Büyük kapasite, belleği israf eder.</a:t>
            </a:r>
          </a:p>
          <a:p>
            <a:pPr lvl="1"/>
            <a:r>
              <a:rPr lang="tr-TR" dirty="0"/>
              <a:t>Küçük kapasite, çakışmaları arttırır.</a:t>
            </a:r>
          </a:p>
          <a:p>
            <a:endParaRPr lang="tr-TR" dirty="0"/>
          </a:p>
          <a:p>
            <a:endParaRPr lang="tr-TR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1431348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Çakışmalar (</a:t>
            </a:r>
            <a:r>
              <a:rPr lang="tr-TR" dirty="0" err="1"/>
              <a:t>Collisions</a:t>
            </a:r>
            <a:r>
              <a:rPr lang="tr-TR" dirty="0"/>
              <a:t>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dirty="0"/>
              <a:t>Farklı anahtarlarla aynı indeks değerleri üretildiğinde ortaya çıkar.</a:t>
            </a:r>
          </a:p>
          <a:p>
            <a:r>
              <a:rPr lang="tr-TR" dirty="0"/>
              <a:t>Farklı öğeler aynı konumda saklanamazlar.</a:t>
            </a:r>
          </a:p>
          <a:p>
            <a:r>
              <a:rPr lang="tr-TR" dirty="0"/>
              <a:t>Çarpışmalar kaçınılmaz, bu nedenle çözüm stratejisi belirlemek kritiktir.</a:t>
            </a:r>
          </a:p>
          <a:p>
            <a:r>
              <a:rPr lang="tr-TR" dirty="0"/>
              <a:t>Çakışmaları çözmek için:</a:t>
            </a:r>
          </a:p>
          <a:p>
            <a:pPr lvl="1"/>
            <a:r>
              <a:rPr lang="tr-TR" dirty="0"/>
              <a:t>Zincirleme yöntemi</a:t>
            </a:r>
          </a:p>
          <a:p>
            <a:pPr lvl="1"/>
            <a:r>
              <a:rPr lang="tr-TR" dirty="0"/>
              <a:t>Açık adresleme yöntemi</a:t>
            </a:r>
          </a:p>
          <a:p>
            <a:r>
              <a:rPr lang="tr-TR" dirty="0" err="1"/>
              <a:t>Hash</a:t>
            </a:r>
            <a:r>
              <a:rPr lang="tr-TR" dirty="0"/>
              <a:t> tablosu işlemleri O(1) zaman karmaşıklığına sahiptir.</a:t>
            </a:r>
          </a:p>
          <a:p>
            <a:r>
              <a:rPr lang="tr-TR" dirty="0"/>
              <a:t>Ancak, </a:t>
            </a:r>
            <a:r>
              <a:rPr lang="tr-TR" dirty="0" err="1"/>
              <a:t>hash</a:t>
            </a:r>
            <a:r>
              <a:rPr lang="tr-TR" dirty="0"/>
              <a:t> fonksiyonu performansı (çakışma oranı) önemlidir.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3725892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Kullanım Alanları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dirty="0"/>
              <a:t>Sözlük</a:t>
            </a:r>
          </a:p>
          <a:p>
            <a:r>
              <a:rPr lang="tr-TR" dirty="0"/>
              <a:t>Veritabanı</a:t>
            </a:r>
          </a:p>
          <a:p>
            <a:r>
              <a:rPr lang="tr-TR" dirty="0"/>
              <a:t>Bellek önbelleği</a:t>
            </a:r>
          </a:p>
          <a:p>
            <a:r>
              <a:rPr lang="tr-TR" dirty="0"/>
              <a:t>Web tarayıcı geçmişi</a:t>
            </a:r>
          </a:p>
          <a:p>
            <a:r>
              <a:rPr lang="tr-TR" dirty="0"/>
              <a:t>Çerez yönetimi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7</a:t>
            </a:fld>
            <a:endParaRPr lang="en-US" dirty="0"/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2">
            <a:duotone>
              <a:prstClr val="black"/>
              <a:schemeClr val="accent5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39543" y="1492513"/>
            <a:ext cx="5214257" cy="4863837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71347531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Dizi Üzerinde Arama İşlemi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dirty="0"/>
              <a:t>Dizide arama işleminin zaman karmaşıklığı O(1) yapılabilir mi? </a:t>
            </a:r>
          </a:p>
          <a:p>
            <a:r>
              <a:rPr lang="tr-TR" dirty="0"/>
              <a:t>Öğeleri birbiriyle karşılaştırarak zor!</a:t>
            </a:r>
          </a:p>
          <a:p>
            <a:r>
              <a:rPr lang="tr-TR" dirty="0"/>
              <a:t>Aranılan öğenin konumunu bilmek gerekir.</a:t>
            </a:r>
          </a:p>
          <a:p>
            <a:endParaRPr lang="tr-TR" dirty="0"/>
          </a:p>
          <a:p>
            <a:pPr algn="l"/>
            <a:r>
              <a:rPr lang="tr-TR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b="1" dirty="0">
                <a:solidFill>
                  <a:srgbClr val="000000"/>
                </a:solidFill>
                <a:latin typeface="Consolas" panose="020B0609020204030204" pitchFamily="49" charset="0"/>
              </a:rPr>
              <a:t>[] </a:t>
            </a:r>
            <a:r>
              <a:rPr lang="tr-TR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sıralıDizi</a:t>
            </a:r>
            <a:r>
              <a:rPr lang="tr-TR" b="1" dirty="0">
                <a:solidFill>
                  <a:srgbClr val="000000"/>
                </a:solidFill>
                <a:latin typeface="Consolas" panose="020B0609020204030204" pitchFamily="49" charset="0"/>
              </a:rPr>
              <a:t> = {1, 3, 5, 7, 9};</a:t>
            </a:r>
          </a:p>
          <a:p>
            <a:pPr algn="l"/>
            <a:r>
              <a:rPr lang="tr-TR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aranacakIndeks</a:t>
            </a:r>
            <a:r>
              <a:rPr lang="tr-TR" b="1" dirty="0">
                <a:solidFill>
                  <a:srgbClr val="000000"/>
                </a:solidFill>
                <a:latin typeface="Consolas" panose="020B0609020204030204" pitchFamily="49" charset="0"/>
              </a:rPr>
              <a:t> = 2; </a:t>
            </a:r>
            <a:r>
              <a:rPr lang="tr-TR" b="1" dirty="0">
                <a:solidFill>
                  <a:srgbClr val="3F7F5F"/>
                </a:solidFill>
                <a:latin typeface="Consolas" panose="020B0609020204030204" pitchFamily="49" charset="0"/>
              </a:rPr>
              <a:t>// Erişilmek istenin öğenin indeksi</a:t>
            </a:r>
          </a:p>
          <a:p>
            <a:pPr algn="l"/>
            <a:r>
              <a:rPr lang="tr-TR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b="1" dirty="0">
                <a:solidFill>
                  <a:srgbClr val="6A3E3E"/>
                </a:solidFill>
                <a:latin typeface="Consolas" panose="020B0609020204030204" pitchFamily="49" charset="0"/>
              </a:rPr>
              <a:t>öğe</a:t>
            </a:r>
            <a:r>
              <a:rPr lang="tr-TR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sıralıDizi</a:t>
            </a:r>
            <a:r>
              <a:rPr lang="tr-TR" b="1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aranacakIndeks</a:t>
            </a:r>
            <a:r>
              <a:rPr lang="tr-TR" b="1" dirty="0">
                <a:solidFill>
                  <a:srgbClr val="000000"/>
                </a:solidFill>
                <a:latin typeface="Consolas" panose="020B0609020204030204" pitchFamily="49" charset="0"/>
              </a:rPr>
              <a:t>]; </a:t>
            </a:r>
            <a:r>
              <a:rPr lang="tr-TR" b="1" dirty="0">
                <a:solidFill>
                  <a:srgbClr val="3F7F5F"/>
                </a:solidFill>
                <a:latin typeface="Consolas" panose="020B0609020204030204" pitchFamily="49" charset="0"/>
              </a:rPr>
              <a:t>// O(1) işlem</a:t>
            </a:r>
            <a:endParaRPr lang="tr-TR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3414028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İndeksleme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9</a:t>
            </a:fld>
            <a:endParaRPr lang="en-US" dirty="0"/>
          </a:p>
        </p:txBody>
      </p:sp>
      <p:grpSp>
        <p:nvGrpSpPr>
          <p:cNvPr id="7" name="Grup 43"/>
          <p:cNvGrpSpPr/>
          <p:nvPr/>
        </p:nvGrpSpPr>
        <p:grpSpPr>
          <a:xfrm>
            <a:off x="2474235" y="2290409"/>
            <a:ext cx="4151085" cy="2238046"/>
            <a:chOff x="3642635" y="2290409"/>
            <a:chExt cx="4151085" cy="2238046"/>
          </a:xfrm>
        </p:grpSpPr>
        <p:grpSp>
          <p:nvGrpSpPr>
            <p:cNvPr id="8" name="Grup 42"/>
            <p:cNvGrpSpPr/>
            <p:nvPr/>
          </p:nvGrpSpPr>
          <p:grpSpPr>
            <a:xfrm>
              <a:off x="3642635" y="2290409"/>
              <a:ext cx="4151085" cy="2238046"/>
              <a:chOff x="3642635" y="2159783"/>
              <a:chExt cx="4151085" cy="2238046"/>
            </a:xfrm>
          </p:grpSpPr>
          <p:sp>
            <p:nvSpPr>
              <p:cNvPr id="15" name="Oval 14"/>
              <p:cNvSpPr/>
              <p:nvPr/>
            </p:nvSpPr>
            <p:spPr>
              <a:xfrm>
                <a:off x="3642635" y="2627086"/>
                <a:ext cx="4151085" cy="1770743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/>
              </a:p>
            </p:txBody>
          </p:sp>
          <p:sp>
            <p:nvSpPr>
              <p:cNvPr id="16" name="Metin kutusu 4"/>
              <p:cNvSpPr txBox="1"/>
              <p:nvPr/>
            </p:nvSpPr>
            <p:spPr>
              <a:xfrm>
                <a:off x="4831556" y="2159783"/>
                <a:ext cx="1773242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200" dirty="0"/>
                  <a:t>Anahtar Uzayı</a:t>
                </a:r>
              </a:p>
            </p:txBody>
          </p:sp>
        </p:grpSp>
        <p:sp>
          <p:nvSpPr>
            <p:cNvPr id="9" name="Metin kutusu 5"/>
            <p:cNvSpPr txBox="1"/>
            <p:nvPr/>
          </p:nvSpPr>
          <p:spPr>
            <a:xfrm>
              <a:off x="4831556" y="3820402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</a:t>
              </a:r>
            </a:p>
          </p:txBody>
        </p:sp>
        <p:sp>
          <p:nvSpPr>
            <p:cNvPr id="10" name="Metin kutusu 6"/>
            <p:cNvSpPr txBox="1"/>
            <p:nvPr/>
          </p:nvSpPr>
          <p:spPr>
            <a:xfrm>
              <a:off x="5090409" y="2793999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3</a:t>
              </a:r>
            </a:p>
          </p:txBody>
        </p:sp>
        <p:sp>
          <p:nvSpPr>
            <p:cNvPr id="11" name="Metin kutusu 7"/>
            <p:cNvSpPr txBox="1"/>
            <p:nvPr/>
          </p:nvSpPr>
          <p:spPr>
            <a:xfrm>
              <a:off x="5974013" y="3800323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5</a:t>
              </a:r>
            </a:p>
          </p:txBody>
        </p:sp>
        <p:sp>
          <p:nvSpPr>
            <p:cNvPr id="12" name="Metin kutusu 8"/>
            <p:cNvSpPr txBox="1"/>
            <p:nvPr/>
          </p:nvSpPr>
          <p:spPr>
            <a:xfrm>
              <a:off x="4195480" y="3214672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6</a:t>
              </a:r>
            </a:p>
          </p:txBody>
        </p:sp>
        <p:sp>
          <p:nvSpPr>
            <p:cNvPr id="13" name="Metin kutusu 9"/>
            <p:cNvSpPr txBox="1"/>
            <p:nvPr/>
          </p:nvSpPr>
          <p:spPr>
            <a:xfrm>
              <a:off x="6901966" y="3400213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7</a:t>
              </a:r>
            </a:p>
          </p:txBody>
        </p:sp>
        <p:sp>
          <p:nvSpPr>
            <p:cNvPr id="14" name="Metin kutusu 10"/>
            <p:cNvSpPr txBox="1"/>
            <p:nvPr/>
          </p:nvSpPr>
          <p:spPr>
            <a:xfrm>
              <a:off x="6234011" y="2871857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9</a:t>
              </a:r>
            </a:p>
          </p:txBody>
        </p:sp>
      </p:grpSp>
      <p:grpSp>
        <p:nvGrpSpPr>
          <p:cNvPr id="17" name="Grup 11"/>
          <p:cNvGrpSpPr/>
          <p:nvPr/>
        </p:nvGrpSpPr>
        <p:grpSpPr>
          <a:xfrm>
            <a:off x="1854753" y="5162799"/>
            <a:ext cx="5390048" cy="705732"/>
            <a:chOff x="3194318" y="1849600"/>
            <a:chExt cx="5390048" cy="705732"/>
          </a:xfrm>
        </p:grpSpPr>
        <p:grpSp>
          <p:nvGrpSpPr>
            <p:cNvPr id="18" name="Grup 12"/>
            <p:cNvGrpSpPr/>
            <p:nvPr/>
          </p:nvGrpSpPr>
          <p:grpSpPr>
            <a:xfrm>
              <a:off x="3194318" y="1849600"/>
              <a:ext cx="540000" cy="703340"/>
              <a:chOff x="6810425" y="4800512"/>
              <a:chExt cx="540000" cy="703340"/>
            </a:xfrm>
          </p:grpSpPr>
          <p:sp>
            <p:nvSpPr>
              <p:cNvPr id="46" name="Dikdörtgen 40"/>
              <p:cNvSpPr/>
              <p:nvPr/>
            </p:nvSpPr>
            <p:spPr>
              <a:xfrm>
                <a:off x="6810425" y="4800512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7" name="Metin kutusu 41"/>
              <p:cNvSpPr txBox="1"/>
              <p:nvPr/>
            </p:nvSpPr>
            <p:spPr>
              <a:xfrm>
                <a:off x="6929582" y="513452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9" name="Grup 13"/>
            <p:cNvGrpSpPr/>
            <p:nvPr/>
          </p:nvGrpSpPr>
          <p:grpSpPr>
            <a:xfrm>
              <a:off x="3735368" y="1849600"/>
              <a:ext cx="540000" cy="703340"/>
              <a:chOff x="6810425" y="4800512"/>
              <a:chExt cx="540000" cy="703340"/>
            </a:xfrm>
          </p:grpSpPr>
          <p:sp>
            <p:nvSpPr>
              <p:cNvPr id="44" name="Dikdörtgen 38"/>
              <p:cNvSpPr/>
              <p:nvPr/>
            </p:nvSpPr>
            <p:spPr>
              <a:xfrm>
                <a:off x="6810425" y="4800512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1</a:t>
                </a:r>
              </a:p>
            </p:txBody>
          </p:sp>
          <p:sp>
            <p:nvSpPr>
              <p:cNvPr id="45" name="Metin kutusu 39"/>
              <p:cNvSpPr txBox="1"/>
              <p:nvPr/>
            </p:nvSpPr>
            <p:spPr>
              <a:xfrm>
                <a:off x="6929582" y="513452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20" name="Grup 14"/>
            <p:cNvGrpSpPr/>
            <p:nvPr/>
          </p:nvGrpSpPr>
          <p:grpSpPr>
            <a:xfrm>
              <a:off x="4272322" y="1849600"/>
              <a:ext cx="540000" cy="703340"/>
              <a:chOff x="6810425" y="4800512"/>
              <a:chExt cx="540000" cy="703340"/>
            </a:xfrm>
          </p:grpSpPr>
          <p:sp>
            <p:nvSpPr>
              <p:cNvPr id="42" name="Dikdörtgen 36"/>
              <p:cNvSpPr/>
              <p:nvPr/>
            </p:nvSpPr>
            <p:spPr>
              <a:xfrm>
                <a:off x="6810425" y="4800512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3" name="Metin kutusu 37"/>
              <p:cNvSpPr txBox="1"/>
              <p:nvPr/>
            </p:nvSpPr>
            <p:spPr>
              <a:xfrm>
                <a:off x="6929582" y="513452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21" name="Grup 15"/>
            <p:cNvGrpSpPr/>
            <p:nvPr/>
          </p:nvGrpSpPr>
          <p:grpSpPr>
            <a:xfrm>
              <a:off x="4811368" y="1849600"/>
              <a:ext cx="540000" cy="704508"/>
              <a:chOff x="6810425" y="4799344"/>
              <a:chExt cx="540000" cy="704508"/>
            </a:xfrm>
          </p:grpSpPr>
          <p:sp>
            <p:nvSpPr>
              <p:cNvPr id="40" name="Dikdörtgen 34"/>
              <p:cNvSpPr/>
              <p:nvPr/>
            </p:nvSpPr>
            <p:spPr>
              <a:xfrm>
                <a:off x="6810425" y="479934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3</a:t>
                </a:r>
              </a:p>
            </p:txBody>
          </p:sp>
          <p:sp>
            <p:nvSpPr>
              <p:cNvPr id="41" name="Metin kutusu 35"/>
              <p:cNvSpPr txBox="1"/>
              <p:nvPr/>
            </p:nvSpPr>
            <p:spPr>
              <a:xfrm>
                <a:off x="6929582" y="513452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22" name="Grup 16"/>
            <p:cNvGrpSpPr/>
            <p:nvPr/>
          </p:nvGrpSpPr>
          <p:grpSpPr>
            <a:xfrm>
              <a:off x="5351438" y="1849600"/>
              <a:ext cx="540000" cy="704564"/>
              <a:chOff x="6810425" y="4799288"/>
              <a:chExt cx="540000" cy="704564"/>
            </a:xfrm>
          </p:grpSpPr>
          <p:sp>
            <p:nvSpPr>
              <p:cNvPr id="38" name="Dikdörtgen 32"/>
              <p:cNvSpPr/>
              <p:nvPr/>
            </p:nvSpPr>
            <p:spPr>
              <a:xfrm>
                <a:off x="6810425" y="479928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Metin kutusu 33"/>
              <p:cNvSpPr txBox="1"/>
              <p:nvPr/>
            </p:nvSpPr>
            <p:spPr>
              <a:xfrm>
                <a:off x="6929582" y="513452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23" name="Grup 17"/>
            <p:cNvGrpSpPr/>
            <p:nvPr/>
          </p:nvGrpSpPr>
          <p:grpSpPr>
            <a:xfrm>
              <a:off x="5888392" y="1849600"/>
              <a:ext cx="540000" cy="704564"/>
              <a:chOff x="6810425" y="4799288"/>
              <a:chExt cx="540000" cy="704564"/>
            </a:xfrm>
          </p:grpSpPr>
          <p:sp>
            <p:nvSpPr>
              <p:cNvPr id="36" name="Dikdörtgen 30"/>
              <p:cNvSpPr/>
              <p:nvPr/>
            </p:nvSpPr>
            <p:spPr>
              <a:xfrm>
                <a:off x="6810425" y="479928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5</a:t>
                </a:r>
              </a:p>
            </p:txBody>
          </p:sp>
          <p:sp>
            <p:nvSpPr>
              <p:cNvPr id="37" name="Metin kutusu 31"/>
              <p:cNvSpPr txBox="1"/>
              <p:nvPr/>
            </p:nvSpPr>
            <p:spPr>
              <a:xfrm>
                <a:off x="6929582" y="513452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24" name="Grup 18"/>
            <p:cNvGrpSpPr/>
            <p:nvPr/>
          </p:nvGrpSpPr>
          <p:grpSpPr>
            <a:xfrm>
              <a:off x="6427438" y="1849600"/>
              <a:ext cx="540000" cy="705732"/>
              <a:chOff x="6810425" y="4798120"/>
              <a:chExt cx="540000" cy="705732"/>
            </a:xfrm>
          </p:grpSpPr>
          <p:sp>
            <p:nvSpPr>
              <p:cNvPr id="34" name="Dikdörtgen 28"/>
              <p:cNvSpPr/>
              <p:nvPr/>
            </p:nvSpPr>
            <p:spPr>
              <a:xfrm>
                <a:off x="6810425" y="479812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6</a:t>
                </a:r>
              </a:p>
            </p:txBody>
          </p:sp>
          <p:sp>
            <p:nvSpPr>
              <p:cNvPr id="35" name="Metin kutusu 29"/>
              <p:cNvSpPr txBox="1"/>
              <p:nvPr/>
            </p:nvSpPr>
            <p:spPr>
              <a:xfrm>
                <a:off x="6929582" y="513452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25" name="Grup 19"/>
            <p:cNvGrpSpPr/>
            <p:nvPr/>
          </p:nvGrpSpPr>
          <p:grpSpPr>
            <a:xfrm>
              <a:off x="6968296" y="1849600"/>
              <a:ext cx="540000" cy="703340"/>
              <a:chOff x="6810425" y="4800512"/>
              <a:chExt cx="540000" cy="703340"/>
            </a:xfrm>
          </p:grpSpPr>
          <p:sp>
            <p:nvSpPr>
              <p:cNvPr id="32" name="Dikdörtgen 26"/>
              <p:cNvSpPr/>
              <p:nvPr/>
            </p:nvSpPr>
            <p:spPr>
              <a:xfrm>
                <a:off x="6810425" y="4800512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7</a:t>
                </a:r>
              </a:p>
            </p:txBody>
          </p:sp>
          <p:sp>
            <p:nvSpPr>
              <p:cNvPr id="33" name="Metin kutusu 27"/>
              <p:cNvSpPr txBox="1"/>
              <p:nvPr/>
            </p:nvSpPr>
            <p:spPr>
              <a:xfrm>
                <a:off x="6929582" y="513452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26" name="Grup 20"/>
            <p:cNvGrpSpPr/>
            <p:nvPr/>
          </p:nvGrpSpPr>
          <p:grpSpPr>
            <a:xfrm>
              <a:off x="7503508" y="1849600"/>
              <a:ext cx="540000" cy="705732"/>
              <a:chOff x="6810425" y="4798120"/>
              <a:chExt cx="540000" cy="705732"/>
            </a:xfrm>
          </p:grpSpPr>
          <p:sp>
            <p:nvSpPr>
              <p:cNvPr id="30" name="Dikdörtgen 24"/>
              <p:cNvSpPr/>
              <p:nvPr/>
            </p:nvSpPr>
            <p:spPr>
              <a:xfrm>
                <a:off x="6810425" y="479812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25"/>
              <p:cNvSpPr txBox="1"/>
              <p:nvPr/>
            </p:nvSpPr>
            <p:spPr>
              <a:xfrm>
                <a:off x="6929582" y="513452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27" name="Grup 21"/>
            <p:cNvGrpSpPr/>
            <p:nvPr/>
          </p:nvGrpSpPr>
          <p:grpSpPr>
            <a:xfrm>
              <a:off x="8044366" y="1849600"/>
              <a:ext cx="540000" cy="703340"/>
              <a:chOff x="6810425" y="4800512"/>
              <a:chExt cx="540000" cy="703340"/>
            </a:xfrm>
          </p:grpSpPr>
          <p:sp>
            <p:nvSpPr>
              <p:cNvPr id="28" name="Dikdörtgen 22"/>
              <p:cNvSpPr/>
              <p:nvPr/>
            </p:nvSpPr>
            <p:spPr>
              <a:xfrm>
                <a:off x="6810425" y="4800512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9</a:t>
                </a:r>
              </a:p>
            </p:txBody>
          </p:sp>
          <p:sp>
            <p:nvSpPr>
              <p:cNvPr id="29" name="Metin kutusu 23"/>
              <p:cNvSpPr txBox="1"/>
              <p:nvPr/>
            </p:nvSpPr>
            <p:spPr>
              <a:xfrm>
                <a:off x="6929582" y="513452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48" name="Metin kutusu 44"/>
          <p:cNvSpPr txBox="1"/>
          <p:nvPr/>
        </p:nvSpPr>
        <p:spPr>
          <a:xfrm>
            <a:off x="8016201" y="3048687"/>
            <a:ext cx="2468946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>
                <a:solidFill>
                  <a:srgbClr val="FF0000"/>
                </a:solidFill>
              </a:rPr>
              <a:t>Arama:</a:t>
            </a:r>
          </a:p>
          <a:p>
            <a:r>
              <a:rPr lang="tr-TR" sz="2200" dirty="0"/>
              <a:t>3	bulundu</a:t>
            </a:r>
          </a:p>
          <a:p>
            <a:r>
              <a:rPr lang="tr-TR" sz="2200" dirty="0"/>
              <a:t>0	bulunamadı</a:t>
            </a:r>
          </a:p>
        </p:txBody>
      </p:sp>
    </p:spTree>
    <p:extLst>
      <p:ext uri="{BB962C8B-B14F-4D97-AF65-F5344CB8AC3E}">
        <p14:creationId xmlns:p14="http://schemas.microsoft.com/office/powerpoint/2010/main" val="29501931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Doğrudan Adresleme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10</a:t>
            </a:fld>
            <a:endParaRPr lang="en-US" dirty="0"/>
          </a:p>
        </p:txBody>
      </p:sp>
      <p:grpSp>
        <p:nvGrpSpPr>
          <p:cNvPr id="7" name="Grup 47"/>
          <p:cNvGrpSpPr/>
          <p:nvPr/>
        </p:nvGrpSpPr>
        <p:grpSpPr>
          <a:xfrm>
            <a:off x="3398355" y="3976864"/>
            <a:ext cx="5395290" cy="807397"/>
            <a:chOff x="1854753" y="5061134"/>
            <a:chExt cx="5395290" cy="807397"/>
          </a:xfrm>
        </p:grpSpPr>
        <p:grpSp>
          <p:nvGrpSpPr>
            <p:cNvPr id="8" name="Grup 11"/>
            <p:cNvGrpSpPr/>
            <p:nvPr/>
          </p:nvGrpSpPr>
          <p:grpSpPr>
            <a:xfrm>
              <a:off x="1854753" y="5162799"/>
              <a:ext cx="5395290" cy="705732"/>
              <a:chOff x="3194318" y="1849600"/>
              <a:chExt cx="5395290" cy="705732"/>
            </a:xfrm>
          </p:grpSpPr>
          <p:grpSp>
            <p:nvGrpSpPr>
              <p:cNvPr id="11" name="Grup 12"/>
              <p:cNvGrpSpPr/>
              <p:nvPr/>
            </p:nvGrpSpPr>
            <p:grpSpPr>
              <a:xfrm>
                <a:off x="3194318" y="1849600"/>
                <a:ext cx="540000" cy="703340"/>
                <a:chOff x="6810425" y="4800512"/>
                <a:chExt cx="540000" cy="703340"/>
              </a:xfrm>
            </p:grpSpPr>
            <p:sp>
              <p:nvSpPr>
                <p:cNvPr id="36" name="Dikdörtgen 40"/>
                <p:cNvSpPr/>
                <p:nvPr/>
              </p:nvSpPr>
              <p:spPr>
                <a:xfrm>
                  <a:off x="6810425" y="4800512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37" name="Metin kutusu 41"/>
                <p:cNvSpPr txBox="1"/>
                <p:nvPr/>
              </p:nvSpPr>
              <p:spPr>
                <a:xfrm>
                  <a:off x="6929582" y="513452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dirty="0"/>
                    <a:t>0</a:t>
                  </a:r>
                </a:p>
              </p:txBody>
            </p:sp>
          </p:grpSp>
          <p:grpSp>
            <p:nvGrpSpPr>
              <p:cNvPr id="12" name="Grup 13"/>
              <p:cNvGrpSpPr/>
              <p:nvPr/>
            </p:nvGrpSpPr>
            <p:grpSpPr>
              <a:xfrm>
                <a:off x="3735368" y="1849600"/>
                <a:ext cx="540000" cy="703340"/>
                <a:chOff x="6810425" y="4800512"/>
                <a:chExt cx="540000" cy="703340"/>
              </a:xfrm>
            </p:grpSpPr>
            <p:sp>
              <p:nvSpPr>
                <p:cNvPr id="34" name="Dikdörtgen 38"/>
                <p:cNvSpPr/>
                <p:nvPr/>
              </p:nvSpPr>
              <p:spPr>
                <a:xfrm>
                  <a:off x="6810425" y="4800512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35" name="Metin kutusu 39"/>
                <p:cNvSpPr txBox="1"/>
                <p:nvPr/>
              </p:nvSpPr>
              <p:spPr>
                <a:xfrm>
                  <a:off x="6929582" y="513452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dirty="0"/>
                    <a:t>1</a:t>
                  </a:r>
                </a:p>
              </p:txBody>
            </p:sp>
          </p:grpSp>
          <p:grpSp>
            <p:nvGrpSpPr>
              <p:cNvPr id="13" name="Grup 14"/>
              <p:cNvGrpSpPr/>
              <p:nvPr/>
            </p:nvGrpSpPr>
            <p:grpSpPr>
              <a:xfrm>
                <a:off x="4272322" y="1849600"/>
                <a:ext cx="540000" cy="703340"/>
                <a:chOff x="6810425" y="4800512"/>
                <a:chExt cx="540000" cy="703340"/>
              </a:xfrm>
            </p:grpSpPr>
            <p:sp>
              <p:nvSpPr>
                <p:cNvPr id="32" name="Dikdörtgen 36"/>
                <p:cNvSpPr/>
                <p:nvPr/>
              </p:nvSpPr>
              <p:spPr>
                <a:xfrm>
                  <a:off x="6810425" y="4800512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33" name="Metin kutusu 37"/>
                <p:cNvSpPr txBox="1"/>
                <p:nvPr/>
              </p:nvSpPr>
              <p:spPr>
                <a:xfrm>
                  <a:off x="6929582" y="513452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dirty="0"/>
                    <a:t>2</a:t>
                  </a:r>
                </a:p>
              </p:txBody>
            </p:sp>
          </p:grpSp>
          <p:grpSp>
            <p:nvGrpSpPr>
              <p:cNvPr id="14" name="Grup 15"/>
              <p:cNvGrpSpPr/>
              <p:nvPr/>
            </p:nvGrpSpPr>
            <p:grpSpPr>
              <a:xfrm>
                <a:off x="4811368" y="1849600"/>
                <a:ext cx="540000" cy="704508"/>
                <a:chOff x="6810425" y="4799344"/>
                <a:chExt cx="540000" cy="704508"/>
              </a:xfrm>
            </p:grpSpPr>
            <p:sp>
              <p:nvSpPr>
                <p:cNvPr id="30" name="Dikdörtgen 34"/>
                <p:cNvSpPr/>
                <p:nvPr/>
              </p:nvSpPr>
              <p:spPr>
                <a:xfrm>
                  <a:off x="6810425" y="479934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31" name="Metin kutusu 35"/>
                <p:cNvSpPr txBox="1"/>
                <p:nvPr/>
              </p:nvSpPr>
              <p:spPr>
                <a:xfrm>
                  <a:off x="6929582" y="513452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dirty="0"/>
                    <a:t>3</a:t>
                  </a:r>
                </a:p>
              </p:txBody>
            </p:sp>
          </p:grpSp>
          <p:grpSp>
            <p:nvGrpSpPr>
              <p:cNvPr id="15" name="Grup 16"/>
              <p:cNvGrpSpPr/>
              <p:nvPr/>
            </p:nvGrpSpPr>
            <p:grpSpPr>
              <a:xfrm>
                <a:off x="5351438" y="1849600"/>
                <a:ext cx="540000" cy="704564"/>
                <a:chOff x="6810425" y="4799288"/>
                <a:chExt cx="540000" cy="704564"/>
              </a:xfrm>
            </p:grpSpPr>
            <p:sp>
              <p:nvSpPr>
                <p:cNvPr id="28" name="Dikdörtgen 32"/>
                <p:cNvSpPr/>
                <p:nvPr/>
              </p:nvSpPr>
              <p:spPr>
                <a:xfrm>
                  <a:off x="6810425" y="479928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9" name="Metin kutusu 33"/>
                <p:cNvSpPr txBox="1"/>
                <p:nvPr/>
              </p:nvSpPr>
              <p:spPr>
                <a:xfrm>
                  <a:off x="6929582" y="513452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dirty="0"/>
                    <a:t>4</a:t>
                  </a:r>
                </a:p>
              </p:txBody>
            </p:sp>
          </p:grpSp>
          <p:grpSp>
            <p:nvGrpSpPr>
              <p:cNvPr id="16" name="Grup 17"/>
              <p:cNvGrpSpPr/>
              <p:nvPr/>
            </p:nvGrpSpPr>
            <p:grpSpPr>
              <a:xfrm>
                <a:off x="5888392" y="1849600"/>
                <a:ext cx="540000" cy="704564"/>
                <a:chOff x="6810425" y="4799288"/>
                <a:chExt cx="540000" cy="704564"/>
              </a:xfrm>
            </p:grpSpPr>
            <p:sp>
              <p:nvSpPr>
                <p:cNvPr id="26" name="Dikdörtgen 30"/>
                <p:cNvSpPr/>
                <p:nvPr/>
              </p:nvSpPr>
              <p:spPr>
                <a:xfrm>
                  <a:off x="6810425" y="479928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7" name="Metin kutusu 31"/>
                <p:cNvSpPr txBox="1"/>
                <p:nvPr/>
              </p:nvSpPr>
              <p:spPr>
                <a:xfrm>
                  <a:off x="6929582" y="513452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dirty="0"/>
                    <a:t>5</a:t>
                  </a:r>
                </a:p>
              </p:txBody>
            </p:sp>
          </p:grpSp>
          <p:grpSp>
            <p:nvGrpSpPr>
              <p:cNvPr id="17" name="Grup 18"/>
              <p:cNvGrpSpPr/>
              <p:nvPr/>
            </p:nvGrpSpPr>
            <p:grpSpPr>
              <a:xfrm>
                <a:off x="6427438" y="1849600"/>
                <a:ext cx="540000" cy="705732"/>
                <a:chOff x="6810425" y="4798120"/>
                <a:chExt cx="540000" cy="705732"/>
              </a:xfrm>
            </p:grpSpPr>
            <p:sp>
              <p:nvSpPr>
                <p:cNvPr id="24" name="Dikdörtgen 28"/>
                <p:cNvSpPr/>
                <p:nvPr/>
              </p:nvSpPr>
              <p:spPr>
                <a:xfrm>
                  <a:off x="6810425" y="479812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5" name="Metin kutusu 29"/>
                <p:cNvSpPr txBox="1"/>
                <p:nvPr/>
              </p:nvSpPr>
              <p:spPr>
                <a:xfrm>
                  <a:off x="6929582" y="513452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dirty="0"/>
                    <a:t>6</a:t>
                  </a:r>
                </a:p>
              </p:txBody>
            </p:sp>
          </p:grpSp>
          <p:grpSp>
            <p:nvGrpSpPr>
              <p:cNvPr id="18" name="Grup 19"/>
              <p:cNvGrpSpPr/>
              <p:nvPr/>
            </p:nvGrpSpPr>
            <p:grpSpPr>
              <a:xfrm>
                <a:off x="7514396" y="1849600"/>
                <a:ext cx="540000" cy="703340"/>
                <a:chOff x="7356525" y="4800512"/>
                <a:chExt cx="540000" cy="703340"/>
              </a:xfrm>
            </p:grpSpPr>
            <p:sp>
              <p:nvSpPr>
                <p:cNvPr id="22" name="Dikdörtgen 26"/>
                <p:cNvSpPr/>
                <p:nvPr/>
              </p:nvSpPr>
              <p:spPr>
                <a:xfrm>
                  <a:off x="7356525" y="4800512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3" name="Metin kutusu 27"/>
                <p:cNvSpPr txBox="1"/>
                <p:nvPr/>
              </p:nvSpPr>
              <p:spPr>
                <a:xfrm>
                  <a:off x="7417173" y="5134520"/>
                  <a:ext cx="41870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dirty="0"/>
                    <a:t>28</a:t>
                  </a:r>
                </a:p>
              </p:txBody>
            </p:sp>
          </p:grpSp>
          <p:grpSp>
            <p:nvGrpSpPr>
              <p:cNvPr id="19" name="Grup 20"/>
              <p:cNvGrpSpPr/>
              <p:nvPr/>
            </p:nvGrpSpPr>
            <p:grpSpPr>
              <a:xfrm>
                <a:off x="8049608" y="1849600"/>
                <a:ext cx="540000" cy="705732"/>
                <a:chOff x="7356525" y="4798120"/>
                <a:chExt cx="540000" cy="705732"/>
              </a:xfrm>
            </p:grpSpPr>
            <p:sp>
              <p:nvSpPr>
                <p:cNvPr id="20" name="Dikdörtgen 24"/>
                <p:cNvSpPr/>
                <p:nvPr/>
              </p:nvSpPr>
              <p:spPr>
                <a:xfrm>
                  <a:off x="7356525" y="479812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1" name="Metin kutusu 25"/>
                <p:cNvSpPr txBox="1"/>
                <p:nvPr/>
              </p:nvSpPr>
              <p:spPr>
                <a:xfrm>
                  <a:off x="7417173" y="5134520"/>
                  <a:ext cx="41870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dirty="0"/>
                    <a:t>29</a:t>
                  </a:r>
                </a:p>
              </p:txBody>
            </p:sp>
          </p:grpSp>
        </p:grpSp>
        <p:sp>
          <p:nvSpPr>
            <p:cNvPr id="10" name="Metin kutusu 46"/>
            <p:cNvSpPr txBox="1"/>
            <p:nvPr/>
          </p:nvSpPr>
          <p:spPr>
            <a:xfrm>
              <a:off x="5700178" y="5061134"/>
              <a:ext cx="4042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b="1" dirty="0"/>
                <a:t>…</a:t>
              </a:r>
            </a:p>
          </p:txBody>
        </p:sp>
      </p:grpSp>
      <p:pic>
        <p:nvPicPr>
          <p:cNvPr id="38" name="Resim 4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32769" y="1834163"/>
            <a:ext cx="1120167" cy="1120167"/>
          </a:xfrm>
          <a:prstGeom prst="rect">
            <a:avLst/>
          </a:prstGeom>
        </p:spPr>
      </p:pic>
      <p:pic>
        <p:nvPicPr>
          <p:cNvPr id="39" name="Resim 4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16371" y="1834163"/>
            <a:ext cx="1120167" cy="1120167"/>
          </a:xfrm>
          <a:prstGeom prst="rect">
            <a:avLst/>
          </a:prstGeom>
        </p:spPr>
      </p:pic>
      <p:pic>
        <p:nvPicPr>
          <p:cNvPr id="40" name="Resim 5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49491" y="1834163"/>
            <a:ext cx="1120167" cy="1120167"/>
          </a:xfrm>
          <a:prstGeom prst="rect">
            <a:avLst/>
          </a:prstGeom>
        </p:spPr>
      </p:pic>
      <p:pic>
        <p:nvPicPr>
          <p:cNvPr id="41" name="Resim 5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87769" y="1834163"/>
            <a:ext cx="1120167" cy="1120167"/>
          </a:xfrm>
          <a:prstGeom prst="rect">
            <a:avLst/>
          </a:prstGeom>
        </p:spPr>
      </p:pic>
      <p:sp>
        <p:nvSpPr>
          <p:cNvPr id="42" name="Metin kutusu 52"/>
          <p:cNvSpPr txBox="1"/>
          <p:nvPr/>
        </p:nvSpPr>
        <p:spPr>
          <a:xfrm>
            <a:off x="5390875" y="2163413"/>
            <a:ext cx="4042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b="1" dirty="0"/>
              <a:t>…</a:t>
            </a:r>
          </a:p>
        </p:txBody>
      </p:sp>
      <p:sp>
        <p:nvSpPr>
          <p:cNvPr id="43" name="Metin kutusu 53"/>
          <p:cNvSpPr txBox="1"/>
          <p:nvPr/>
        </p:nvSpPr>
        <p:spPr>
          <a:xfrm>
            <a:off x="8476574" y="2163412"/>
            <a:ext cx="4042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b="1" dirty="0"/>
              <a:t>…</a:t>
            </a:r>
          </a:p>
        </p:txBody>
      </p:sp>
      <p:cxnSp>
        <p:nvCxnSpPr>
          <p:cNvPr id="44" name="Düz Ok Bağlayıcısı 55"/>
          <p:cNvCxnSpPr/>
          <p:nvPr/>
        </p:nvCxnSpPr>
        <p:spPr>
          <a:xfrm flipH="1" flipV="1">
            <a:off x="2082800" y="3094030"/>
            <a:ext cx="1585555" cy="1164499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Düz Ok Bağlayıcısı 56"/>
          <p:cNvCxnSpPr/>
          <p:nvPr/>
        </p:nvCxnSpPr>
        <p:spPr>
          <a:xfrm flipH="1" flipV="1">
            <a:off x="4050985" y="3108338"/>
            <a:ext cx="173035" cy="1150191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Düz Ok Bağlayıcısı 58"/>
          <p:cNvCxnSpPr/>
          <p:nvPr/>
        </p:nvCxnSpPr>
        <p:spPr>
          <a:xfrm flipV="1">
            <a:off x="6381756" y="3094030"/>
            <a:ext cx="970807" cy="1176671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Düz Ok Bağlayıcısı 60"/>
          <p:cNvCxnSpPr/>
          <p:nvPr/>
        </p:nvCxnSpPr>
        <p:spPr>
          <a:xfrm flipV="1">
            <a:off x="8510082" y="3094030"/>
            <a:ext cx="1637770" cy="1172964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Metin kutusu 63"/>
          <p:cNvSpPr txBox="1"/>
          <p:nvPr/>
        </p:nvSpPr>
        <p:spPr>
          <a:xfrm>
            <a:off x="1626070" y="1310823"/>
            <a:ext cx="476413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200" dirty="0"/>
              <a:t>Ali</a:t>
            </a:r>
          </a:p>
        </p:txBody>
      </p:sp>
      <p:sp>
        <p:nvSpPr>
          <p:cNvPr id="49" name="Metin kutusu 64"/>
          <p:cNvSpPr txBox="1"/>
          <p:nvPr/>
        </p:nvSpPr>
        <p:spPr>
          <a:xfrm>
            <a:off x="3522859" y="1310822"/>
            <a:ext cx="845873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200" dirty="0"/>
              <a:t>Beyza</a:t>
            </a:r>
          </a:p>
        </p:txBody>
      </p:sp>
      <p:sp>
        <p:nvSpPr>
          <p:cNvPr id="50" name="Metin kutusu 65"/>
          <p:cNvSpPr txBox="1"/>
          <p:nvPr/>
        </p:nvSpPr>
        <p:spPr>
          <a:xfrm>
            <a:off x="6760144" y="1307291"/>
            <a:ext cx="82266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200" dirty="0"/>
              <a:t>Deniz</a:t>
            </a:r>
          </a:p>
        </p:txBody>
      </p:sp>
      <p:sp>
        <p:nvSpPr>
          <p:cNvPr id="51" name="Metin kutusu 66"/>
          <p:cNvSpPr txBox="1"/>
          <p:nvPr/>
        </p:nvSpPr>
        <p:spPr>
          <a:xfrm>
            <a:off x="9765376" y="1307290"/>
            <a:ext cx="764953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200" dirty="0"/>
              <a:t>Onur</a:t>
            </a:r>
          </a:p>
        </p:txBody>
      </p:sp>
    </p:spTree>
    <p:extLst>
      <p:ext uri="{BB962C8B-B14F-4D97-AF65-F5344CB8AC3E}">
        <p14:creationId xmlns:p14="http://schemas.microsoft.com/office/powerpoint/2010/main" val="206844729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err="1"/>
              <a:t>Hash</a:t>
            </a:r>
            <a:r>
              <a:rPr lang="tr-TR" dirty="0"/>
              <a:t> Tekniği 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dirty="0"/>
              <a:t>Öğe saklama ve erişim amacıyla kullanılan bir tekniktir.</a:t>
            </a:r>
          </a:p>
          <a:p>
            <a:r>
              <a:rPr lang="tr-TR" dirty="0"/>
              <a:t>Öğe için hızlı bir şekilde konum (kova, </a:t>
            </a:r>
            <a:r>
              <a:rPr lang="tr-TR" dirty="0" err="1"/>
              <a:t>bucket</a:t>
            </a:r>
            <a:r>
              <a:rPr lang="tr-TR" dirty="0"/>
              <a:t>) bulmak için kullanılır.</a:t>
            </a:r>
          </a:p>
          <a:p>
            <a:r>
              <a:rPr lang="tr-TR" dirty="0"/>
              <a:t>Konum belli ise dizide öğe ekleme, çıkarma, güncelleme kolaydır.</a:t>
            </a:r>
          </a:p>
          <a:p>
            <a:r>
              <a:rPr lang="tr-TR" dirty="0" err="1"/>
              <a:t>Hash</a:t>
            </a:r>
            <a:r>
              <a:rPr lang="tr-TR" dirty="0"/>
              <a:t> Tekniği, bir "</a:t>
            </a:r>
            <a:r>
              <a:rPr lang="tr-TR" dirty="0" err="1"/>
              <a:t>hash</a:t>
            </a:r>
            <a:r>
              <a:rPr lang="tr-TR" dirty="0"/>
              <a:t> fonksiyonu" kullanır.</a:t>
            </a:r>
          </a:p>
          <a:p>
            <a:r>
              <a:rPr lang="tr-TR" dirty="0" err="1"/>
              <a:t>Hash</a:t>
            </a:r>
            <a:r>
              <a:rPr lang="tr-TR" dirty="0"/>
              <a:t> fonksiyonu, aldığı parametreyi sayısal bir değere dönüştürür.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11</a:t>
            </a:fld>
            <a:endParaRPr lang="en-US" dirty="0"/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50000"/>
                    </a14:imgEffect>
                    <a14:imgEffect>
                      <a14:saturation sat="4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08202" y="4271554"/>
            <a:ext cx="5375595" cy="190540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23226784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Örnek </a:t>
            </a:r>
            <a:r>
              <a:rPr lang="tr-TR" dirty="0" err="1"/>
              <a:t>Hash</a:t>
            </a:r>
            <a:r>
              <a:rPr lang="tr-TR" dirty="0"/>
              <a:t> Fonksiyonları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b="1" dirty="0" err="1"/>
              <a:t>Modulus</a:t>
            </a:r>
            <a:r>
              <a:rPr lang="tr-TR" dirty="0"/>
              <a:t>: </a:t>
            </a:r>
          </a:p>
          <a:p>
            <a:pPr lvl="1"/>
            <a:r>
              <a:rPr lang="tr-TR" dirty="0"/>
              <a:t>Bir tam sayıyı belirli bir sabit sayıya bölüp kalanı döndürür.</a:t>
            </a:r>
          </a:p>
          <a:p>
            <a:pPr lvl="1"/>
            <a:r>
              <a:rPr lang="tr-TR" dirty="0"/>
              <a:t>Dizi indeksleri hesaplarken kullanışlıdır.</a:t>
            </a:r>
          </a:p>
          <a:p>
            <a:endParaRPr lang="tr-TR" dirty="0"/>
          </a:p>
          <a:p>
            <a:pPr marL="0" indent="0" algn="l">
              <a:buNone/>
            </a:pPr>
            <a:r>
              <a:rPr lang="en-US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en-US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en-US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modulusHash</a:t>
            </a:r>
            <a:r>
              <a:rPr lang="en-US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en-US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en-US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b="1" dirty="0">
                <a:solidFill>
                  <a:srgbClr val="000000"/>
                </a:solidFill>
                <a:latin typeface="Consolas" panose="020B0609020204030204" pitchFamily="49" charset="0"/>
              </a:rPr>
              <a:t>anahtar</a:t>
            </a:r>
            <a:r>
              <a:rPr lang="en-US" b="1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en-US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en-US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diziBoyu</a:t>
            </a:r>
            <a:r>
              <a:rPr lang="en-US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marL="0" indent="0" algn="l">
              <a:buNone/>
            </a:pPr>
            <a:r>
              <a:rPr lang="tr-TR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b="1" dirty="0">
                <a:solidFill>
                  <a:srgbClr val="000000"/>
                </a:solidFill>
                <a:latin typeface="Consolas" panose="020B0609020204030204" pitchFamily="49" charset="0"/>
              </a:rPr>
              <a:t> anahtar % </a:t>
            </a:r>
            <a:r>
              <a:rPr lang="tr-TR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diziBoyu</a:t>
            </a:r>
            <a:r>
              <a:rPr lang="tr-TR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marL="0" indent="0" algn="l">
              <a:buNone/>
            </a:pPr>
            <a:r>
              <a:rPr lang="tr-TR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5672294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Örnek </a:t>
            </a:r>
            <a:r>
              <a:rPr lang="tr-TR" dirty="0" err="1"/>
              <a:t>Hash</a:t>
            </a:r>
            <a:r>
              <a:rPr lang="tr-TR" dirty="0"/>
              <a:t> Fonksiyonları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tr-TR" b="1" dirty="0"/>
              <a:t>DJB2 </a:t>
            </a:r>
            <a:r>
              <a:rPr lang="tr-TR" b="1" dirty="0" err="1"/>
              <a:t>Hash</a:t>
            </a:r>
            <a:r>
              <a:rPr lang="tr-TR" b="1" dirty="0"/>
              <a:t>: </a:t>
            </a:r>
            <a:r>
              <a:rPr lang="tr-TR" dirty="0"/>
              <a:t>Basit bir karakter dizisi (</a:t>
            </a:r>
            <a:r>
              <a:rPr lang="tr-TR" dirty="0" err="1"/>
              <a:t>string</a:t>
            </a:r>
            <a:r>
              <a:rPr lang="tr-TR" dirty="0"/>
              <a:t>) </a:t>
            </a:r>
            <a:r>
              <a:rPr lang="tr-TR" dirty="0" err="1"/>
              <a:t>hash</a:t>
            </a:r>
            <a:r>
              <a:rPr lang="tr-TR" dirty="0"/>
              <a:t> fonksiyonudur.</a:t>
            </a:r>
          </a:p>
          <a:p>
            <a:endParaRPr lang="tr-TR" dirty="0"/>
          </a:p>
          <a:p>
            <a:pPr marL="0" indent="0" algn="l">
              <a:buNone/>
            </a:pPr>
            <a:r>
              <a:rPr lang="tr-TR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b="1" dirty="0">
                <a:solidFill>
                  <a:srgbClr val="000000"/>
                </a:solidFill>
                <a:latin typeface="Consolas" panose="020B0609020204030204" pitchFamily="49" charset="0"/>
              </a:rPr>
              <a:t> djb2Hash(</a:t>
            </a:r>
            <a:r>
              <a:rPr lang="tr-TR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b="1" dirty="0">
                <a:solidFill>
                  <a:srgbClr val="000000"/>
                </a:solidFill>
                <a:latin typeface="Consolas" panose="020B0609020204030204" pitchFamily="49" charset="0"/>
              </a:rPr>
              <a:t> anahtar) {</a:t>
            </a:r>
          </a:p>
          <a:p>
            <a:pPr marL="0" indent="0" algn="l">
              <a:buNone/>
            </a:pPr>
            <a:r>
              <a:rPr lang="tr-TR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</a:t>
            </a:r>
            <a:r>
              <a:rPr lang="tr-TR" b="1" dirty="0">
                <a:solidFill>
                  <a:srgbClr val="000000"/>
                </a:solidFill>
                <a:latin typeface="Consolas" panose="020B0609020204030204" pitchFamily="49" charset="0"/>
              </a:rPr>
              <a:t> = 5381;</a:t>
            </a:r>
          </a:p>
          <a:p>
            <a:pPr marL="0" indent="0" algn="l">
              <a:buNone/>
            </a:pPr>
            <a:r>
              <a:rPr lang="nn-NO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nn-NO" b="1" dirty="0">
                <a:solidFill>
                  <a:srgbClr val="7F0055"/>
                </a:solidFill>
                <a:latin typeface="Consolas" panose="020B0609020204030204" pitchFamily="49" charset="0"/>
              </a:rPr>
              <a:t>for</a:t>
            </a:r>
            <a:r>
              <a:rPr lang="nn-NO" b="1" dirty="0">
                <a:solidFill>
                  <a:srgbClr val="000000"/>
                </a:solidFill>
                <a:latin typeface="Consolas" panose="020B0609020204030204" pitchFamily="49" charset="0"/>
              </a:rPr>
              <a:t> (</a:t>
            </a:r>
            <a:r>
              <a:rPr lang="nn-NO" b="1" dirty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nn-NO" b="1" dirty="0">
                <a:solidFill>
                  <a:srgbClr val="000000"/>
                </a:solidFill>
                <a:latin typeface="Consolas" panose="020B0609020204030204" pitchFamily="49" charset="0"/>
              </a:rPr>
              <a:t> i = 0; i &lt; </a:t>
            </a:r>
            <a:r>
              <a:rPr lang="tr-TR" b="1" dirty="0">
                <a:solidFill>
                  <a:srgbClr val="000000"/>
                </a:solidFill>
                <a:latin typeface="Consolas" panose="020B0609020204030204" pitchFamily="49" charset="0"/>
              </a:rPr>
              <a:t>anahtar</a:t>
            </a:r>
            <a:r>
              <a:rPr lang="nn-NO" b="1" dirty="0">
                <a:solidFill>
                  <a:srgbClr val="000000"/>
                </a:solidFill>
                <a:latin typeface="Consolas" panose="020B0609020204030204" pitchFamily="49" charset="0"/>
              </a:rPr>
              <a:t>.length(); i++) {</a:t>
            </a:r>
          </a:p>
          <a:p>
            <a:pPr marL="0" indent="0" algn="l">
              <a:buNone/>
            </a:pPr>
            <a:r>
              <a:rPr lang="tr-TR" dirty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dirty="0" err="1">
                <a:solidFill>
                  <a:srgbClr val="000000"/>
                </a:solidFill>
                <a:latin typeface="Consolas" panose="020B0609020204030204" pitchFamily="49" charset="0"/>
              </a:rPr>
              <a:t>hash</a:t>
            </a:r>
            <a:r>
              <a:rPr lang="tr-TR" dirty="0">
                <a:solidFill>
                  <a:srgbClr val="000000"/>
                </a:solidFill>
                <a:latin typeface="Consolas" panose="020B0609020204030204" pitchFamily="49" charset="0"/>
              </a:rPr>
              <a:t> = (</a:t>
            </a:r>
            <a:r>
              <a:rPr lang="tr-TR" dirty="0" err="1">
                <a:solidFill>
                  <a:srgbClr val="000000"/>
                </a:solidFill>
                <a:latin typeface="Consolas" panose="020B0609020204030204" pitchFamily="49" charset="0"/>
              </a:rPr>
              <a:t>hash</a:t>
            </a:r>
            <a:r>
              <a:rPr lang="tr-TR" dirty="0">
                <a:solidFill>
                  <a:srgbClr val="000000"/>
                </a:solidFill>
                <a:latin typeface="Consolas" panose="020B0609020204030204" pitchFamily="49" charset="0"/>
              </a:rPr>
              <a:t> * 33) ^ </a:t>
            </a:r>
            <a:r>
              <a:rPr lang="tr-TR" dirty="0" err="1">
                <a:solidFill>
                  <a:srgbClr val="000000"/>
                </a:solidFill>
                <a:latin typeface="Consolas" panose="020B0609020204030204" pitchFamily="49" charset="0"/>
              </a:rPr>
              <a:t>anahtar.charAt</a:t>
            </a:r>
            <a:r>
              <a:rPr lang="tr-TR" dirty="0">
                <a:solidFill>
                  <a:srgbClr val="000000"/>
                </a:solidFill>
                <a:latin typeface="Consolas" panose="020B0609020204030204" pitchFamily="49" charset="0"/>
              </a:rPr>
              <a:t>(i);</a:t>
            </a:r>
          </a:p>
          <a:p>
            <a:pPr marL="0" indent="0" algn="l">
              <a:buNone/>
            </a:pPr>
            <a:r>
              <a:rPr lang="tr-TR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pPr marL="0" indent="0" algn="l">
              <a:buNone/>
            </a:pPr>
            <a:r>
              <a:rPr lang="tr-TR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</a:t>
            </a:r>
            <a:r>
              <a:rPr lang="tr-TR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marL="0" indent="0" algn="l">
              <a:buNone/>
            </a:pPr>
            <a:r>
              <a:rPr lang="tr-TR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653161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Örnek </a:t>
            </a:r>
            <a:r>
              <a:rPr lang="tr-TR" dirty="0" err="1"/>
              <a:t>Hash</a:t>
            </a:r>
            <a:r>
              <a:rPr lang="tr-TR" dirty="0"/>
              <a:t> Fonksiyonları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b="1" dirty="0"/>
              <a:t>CRC32 </a:t>
            </a:r>
            <a:r>
              <a:rPr lang="tr-TR" b="1" dirty="0" err="1"/>
              <a:t>Hash</a:t>
            </a:r>
            <a:r>
              <a:rPr lang="tr-TR" b="1" dirty="0"/>
              <a:t>: </a:t>
            </a:r>
            <a:r>
              <a:rPr lang="tr-TR" dirty="0"/>
              <a:t>Dairesel düzeltme kodu (CRC) hesaplaması için kullanılır.</a:t>
            </a:r>
          </a:p>
          <a:p>
            <a:endParaRPr lang="tr-TR" dirty="0"/>
          </a:p>
          <a:p>
            <a:pPr marL="0" indent="0" algn="l">
              <a:buNone/>
            </a:pPr>
            <a:r>
              <a:rPr lang="tr-TR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long</a:t>
            </a:r>
            <a:r>
              <a:rPr lang="tr-TR" b="1" dirty="0">
                <a:solidFill>
                  <a:srgbClr val="000000"/>
                </a:solidFill>
                <a:latin typeface="Consolas" panose="020B0609020204030204" pitchFamily="49" charset="0"/>
              </a:rPr>
              <a:t> crc32Hash(</a:t>
            </a:r>
            <a:r>
              <a:rPr lang="tr-TR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b="1" dirty="0">
                <a:solidFill>
                  <a:srgbClr val="000000"/>
                </a:solidFill>
                <a:latin typeface="Consolas" panose="020B0609020204030204" pitchFamily="49" charset="0"/>
              </a:rPr>
              <a:t> anahtar) {</a:t>
            </a:r>
          </a:p>
          <a:p>
            <a:pPr marL="0" indent="0" algn="l">
              <a:buNone/>
            </a:pPr>
            <a:r>
              <a:rPr lang="tr-TR" dirty="0">
                <a:solidFill>
                  <a:srgbClr val="000000"/>
                </a:solidFill>
                <a:latin typeface="Consolas" panose="020B0609020204030204" pitchFamily="49" charset="0"/>
              </a:rPr>
              <a:t>    CRC32 </a:t>
            </a:r>
            <a:r>
              <a:rPr lang="tr-TR" dirty="0" err="1">
                <a:solidFill>
                  <a:srgbClr val="000000"/>
                </a:solidFill>
                <a:latin typeface="Consolas" panose="020B0609020204030204" pitchFamily="49" charset="0"/>
              </a:rPr>
              <a:t>crc</a:t>
            </a:r>
            <a:r>
              <a:rPr lang="tr-TR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b="1" dirty="0">
                <a:solidFill>
                  <a:srgbClr val="000000"/>
                </a:solidFill>
                <a:latin typeface="Consolas" panose="020B0609020204030204" pitchFamily="49" charset="0"/>
              </a:rPr>
              <a:t> CRC32();</a:t>
            </a:r>
          </a:p>
          <a:p>
            <a:pPr marL="0" indent="0" algn="l">
              <a:buNone/>
            </a:pPr>
            <a:r>
              <a:rPr lang="tr-TR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dirty="0" err="1">
                <a:solidFill>
                  <a:srgbClr val="000000"/>
                </a:solidFill>
                <a:latin typeface="Consolas" panose="020B0609020204030204" pitchFamily="49" charset="0"/>
              </a:rPr>
              <a:t>crc.update</a:t>
            </a:r>
            <a:r>
              <a:rPr lang="tr-TR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dirty="0" err="1">
                <a:solidFill>
                  <a:srgbClr val="000000"/>
                </a:solidFill>
                <a:latin typeface="Consolas" panose="020B0609020204030204" pitchFamily="49" charset="0"/>
              </a:rPr>
              <a:t>anahtar.getBytes</a:t>
            </a:r>
            <a:r>
              <a:rPr lang="tr-TR" dirty="0">
                <a:solidFill>
                  <a:srgbClr val="000000"/>
                </a:solidFill>
                <a:latin typeface="Consolas" panose="020B0609020204030204" pitchFamily="49" charset="0"/>
              </a:rPr>
              <a:t>());</a:t>
            </a:r>
          </a:p>
          <a:p>
            <a:pPr marL="0" indent="0" algn="l">
              <a:buNone/>
            </a:pPr>
            <a:r>
              <a:rPr lang="tr-TR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crc.getValue</a:t>
            </a:r>
            <a:r>
              <a:rPr lang="tr-TR" b="1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marL="0" indent="0" algn="l">
              <a:buNone/>
            </a:pPr>
            <a:r>
              <a:rPr lang="tr-TR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0724748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err="1"/>
              <a:t>Modulus</a:t>
            </a:r>
            <a:r>
              <a:rPr lang="tr-TR" dirty="0"/>
              <a:t> </a:t>
            </a:r>
            <a:r>
              <a:rPr lang="tr-TR" dirty="0" err="1"/>
              <a:t>Hash</a:t>
            </a:r>
            <a:r>
              <a:rPr lang="tr-TR" dirty="0"/>
              <a:t> Fonksiyonu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318907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 4"/>
          <p:cNvGrpSpPr/>
          <p:nvPr/>
        </p:nvGrpSpPr>
        <p:grpSpPr>
          <a:xfrm>
            <a:off x="1988742" y="2350970"/>
            <a:ext cx="1349694" cy="2900862"/>
            <a:chOff x="4831556" y="1130903"/>
            <a:chExt cx="1773242" cy="3963105"/>
          </a:xfrm>
        </p:grpSpPr>
        <p:grpSp>
          <p:nvGrpSpPr>
            <p:cNvPr id="6" name="Grup 5"/>
            <p:cNvGrpSpPr/>
            <p:nvPr/>
          </p:nvGrpSpPr>
          <p:grpSpPr>
            <a:xfrm>
              <a:off x="4831556" y="1130903"/>
              <a:ext cx="1773242" cy="3963105"/>
              <a:chOff x="4831556" y="1000277"/>
              <a:chExt cx="1773242" cy="3963105"/>
            </a:xfrm>
          </p:grpSpPr>
          <p:sp>
            <p:nvSpPr>
              <p:cNvPr id="13" name="Oval 12"/>
              <p:cNvSpPr/>
              <p:nvPr/>
            </p:nvSpPr>
            <p:spPr>
              <a:xfrm rot="5400000">
                <a:off x="4078556" y="2438389"/>
                <a:ext cx="3279243" cy="1770743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/>
              </a:p>
            </p:txBody>
          </p:sp>
          <p:sp>
            <p:nvSpPr>
              <p:cNvPr id="14" name="Metin kutusu 13"/>
              <p:cNvSpPr txBox="1"/>
              <p:nvPr/>
            </p:nvSpPr>
            <p:spPr>
              <a:xfrm>
                <a:off x="4831556" y="1000277"/>
                <a:ext cx="1773242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200" dirty="0"/>
                  <a:t>Anahtar Uzayı</a:t>
                </a:r>
              </a:p>
            </p:txBody>
          </p:sp>
        </p:grpSp>
        <p:sp>
          <p:nvSpPr>
            <p:cNvPr id="7" name="Metin kutusu 6"/>
            <p:cNvSpPr txBox="1"/>
            <p:nvPr/>
          </p:nvSpPr>
          <p:spPr>
            <a:xfrm>
              <a:off x="5560922" y="2551009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</a:t>
              </a:r>
            </a:p>
          </p:txBody>
        </p:sp>
        <p:sp>
          <p:nvSpPr>
            <p:cNvPr id="8" name="Metin kutusu 7"/>
            <p:cNvSpPr txBox="1"/>
            <p:nvPr/>
          </p:nvSpPr>
          <p:spPr>
            <a:xfrm>
              <a:off x="5426280" y="3052156"/>
              <a:ext cx="583794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</a:t>
              </a:r>
            </a:p>
          </p:txBody>
        </p:sp>
        <p:sp>
          <p:nvSpPr>
            <p:cNvPr id="9" name="Metin kutusu 8"/>
            <p:cNvSpPr txBox="1"/>
            <p:nvPr/>
          </p:nvSpPr>
          <p:spPr>
            <a:xfrm>
              <a:off x="5560922" y="2101914"/>
              <a:ext cx="314510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5</a:t>
              </a:r>
            </a:p>
          </p:txBody>
        </p:sp>
        <p:sp>
          <p:nvSpPr>
            <p:cNvPr id="10" name="Metin kutusu 9"/>
            <p:cNvSpPr txBox="1"/>
            <p:nvPr/>
          </p:nvSpPr>
          <p:spPr>
            <a:xfrm>
              <a:off x="5426279" y="3592652"/>
              <a:ext cx="583796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26</a:t>
              </a:r>
            </a:p>
          </p:txBody>
        </p:sp>
        <p:sp>
          <p:nvSpPr>
            <p:cNvPr id="12" name="Metin kutusu 11"/>
            <p:cNvSpPr txBox="1"/>
            <p:nvPr/>
          </p:nvSpPr>
          <p:spPr>
            <a:xfrm>
              <a:off x="5426279" y="4185198"/>
              <a:ext cx="583796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99</a:t>
              </a:r>
            </a:p>
          </p:txBody>
        </p:sp>
      </p:grpSp>
      <p:grpSp>
        <p:nvGrpSpPr>
          <p:cNvPr id="15" name="Grup 14"/>
          <p:cNvGrpSpPr/>
          <p:nvPr/>
        </p:nvGrpSpPr>
        <p:grpSpPr>
          <a:xfrm rot="5400000">
            <a:off x="3842467" y="3720980"/>
            <a:ext cx="4507066" cy="671914"/>
            <a:chOff x="3194302" y="1849616"/>
            <a:chExt cx="5390047" cy="671914"/>
          </a:xfrm>
        </p:grpSpPr>
        <p:grpSp>
          <p:nvGrpSpPr>
            <p:cNvPr id="16" name="Grup 15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44" name="Dikdörtgen 4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5" name="Metin kutusu 44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42" name="Dikdörtgen 4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3" name="Metin kutusu 42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40" name="Dikdörtgen 3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Metin kutusu 40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9" name="Grup 18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8" name="Dikdörtgen 37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Metin kutusu 38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20" name="Grup 19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36" name="Dikdörtgen 3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Metin kutusu 36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21" name="Grup 20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34" name="Dikdörtgen 33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Metin kutusu 34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22" name="Grup 21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32" name="Dikdörtgen 31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23" name="Grup 22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30" name="Dikdörtgen 2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30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24" name="Grup 23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8" name="Dikdörtgen 27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Metin kutusu 28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25" name="Grup 24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26" name="Dikdörtgen 25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" name="Metin kutusu 2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11" name="Content Placeholder 10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25009466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 4"/>
          <p:cNvGrpSpPr/>
          <p:nvPr/>
        </p:nvGrpSpPr>
        <p:grpSpPr>
          <a:xfrm>
            <a:off x="1988742" y="2350970"/>
            <a:ext cx="1349694" cy="2900862"/>
            <a:chOff x="4831556" y="1130903"/>
            <a:chExt cx="1773242" cy="3963105"/>
          </a:xfrm>
        </p:grpSpPr>
        <p:grpSp>
          <p:nvGrpSpPr>
            <p:cNvPr id="6" name="Grup 5"/>
            <p:cNvGrpSpPr/>
            <p:nvPr/>
          </p:nvGrpSpPr>
          <p:grpSpPr>
            <a:xfrm>
              <a:off x="4831556" y="1130903"/>
              <a:ext cx="1773242" cy="3963105"/>
              <a:chOff x="4831556" y="1000277"/>
              <a:chExt cx="1773242" cy="3963105"/>
            </a:xfrm>
          </p:grpSpPr>
          <p:sp>
            <p:nvSpPr>
              <p:cNvPr id="13" name="Oval 12"/>
              <p:cNvSpPr/>
              <p:nvPr/>
            </p:nvSpPr>
            <p:spPr>
              <a:xfrm rot="5400000">
                <a:off x="4078556" y="2438389"/>
                <a:ext cx="3279243" cy="1770743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/>
              </a:p>
            </p:txBody>
          </p:sp>
          <p:sp>
            <p:nvSpPr>
              <p:cNvPr id="14" name="Metin kutusu 13"/>
              <p:cNvSpPr txBox="1"/>
              <p:nvPr/>
            </p:nvSpPr>
            <p:spPr>
              <a:xfrm>
                <a:off x="4831556" y="1000277"/>
                <a:ext cx="1773242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200" dirty="0"/>
                  <a:t>Anahtar Uzayı</a:t>
                </a:r>
              </a:p>
            </p:txBody>
          </p:sp>
        </p:grpSp>
        <p:sp>
          <p:nvSpPr>
            <p:cNvPr id="7" name="Metin kutusu 6"/>
            <p:cNvSpPr txBox="1"/>
            <p:nvPr/>
          </p:nvSpPr>
          <p:spPr>
            <a:xfrm>
              <a:off x="5560922" y="2551009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</a:t>
              </a:r>
            </a:p>
          </p:txBody>
        </p:sp>
        <p:sp>
          <p:nvSpPr>
            <p:cNvPr id="8" name="Metin kutusu 7"/>
            <p:cNvSpPr txBox="1"/>
            <p:nvPr/>
          </p:nvSpPr>
          <p:spPr>
            <a:xfrm>
              <a:off x="5426280" y="3052156"/>
              <a:ext cx="583794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</a:t>
              </a:r>
            </a:p>
          </p:txBody>
        </p:sp>
        <p:sp>
          <p:nvSpPr>
            <p:cNvPr id="9" name="Metin kutusu 8"/>
            <p:cNvSpPr txBox="1"/>
            <p:nvPr/>
          </p:nvSpPr>
          <p:spPr>
            <a:xfrm>
              <a:off x="5560922" y="2101914"/>
              <a:ext cx="314510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5</a:t>
              </a:r>
            </a:p>
          </p:txBody>
        </p:sp>
        <p:sp>
          <p:nvSpPr>
            <p:cNvPr id="10" name="Metin kutusu 9"/>
            <p:cNvSpPr txBox="1"/>
            <p:nvPr/>
          </p:nvSpPr>
          <p:spPr>
            <a:xfrm>
              <a:off x="5426279" y="3592652"/>
              <a:ext cx="583796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26</a:t>
              </a:r>
            </a:p>
          </p:txBody>
        </p:sp>
        <p:sp>
          <p:nvSpPr>
            <p:cNvPr id="12" name="Metin kutusu 11"/>
            <p:cNvSpPr txBox="1"/>
            <p:nvPr/>
          </p:nvSpPr>
          <p:spPr>
            <a:xfrm>
              <a:off x="5426279" y="4185198"/>
              <a:ext cx="583796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99</a:t>
              </a:r>
            </a:p>
          </p:txBody>
        </p:sp>
      </p:grpSp>
      <p:grpSp>
        <p:nvGrpSpPr>
          <p:cNvPr id="15" name="Grup 14"/>
          <p:cNvGrpSpPr/>
          <p:nvPr/>
        </p:nvGrpSpPr>
        <p:grpSpPr>
          <a:xfrm rot="5400000">
            <a:off x="3842467" y="3720980"/>
            <a:ext cx="4507066" cy="671914"/>
            <a:chOff x="3194302" y="1849616"/>
            <a:chExt cx="5390047" cy="671914"/>
          </a:xfrm>
        </p:grpSpPr>
        <p:grpSp>
          <p:nvGrpSpPr>
            <p:cNvPr id="16" name="Grup 15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44" name="Dikdörtgen 4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5" name="Metin kutusu 44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42" name="Dikdörtgen 4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3" name="Metin kutusu 42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40" name="Dikdörtgen 3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Metin kutusu 40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9" name="Grup 18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8" name="Dikdörtgen 37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Metin kutusu 38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20" name="Grup 19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36" name="Dikdörtgen 3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Metin kutusu 36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21" name="Grup 20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34" name="Dikdörtgen 33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Metin kutusu 34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22" name="Grup 21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32" name="Dikdörtgen 31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23" name="Grup 22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30" name="Dikdörtgen 2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30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24" name="Grup 23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8" name="Dikdörtgen 27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Metin kutusu 28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25" name="Grup 24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26" name="Dikdörtgen 25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" name="Metin kutusu 2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sp>
        <p:nvSpPr>
          <p:cNvPr id="46" name="Metin kutusu 45"/>
          <p:cNvSpPr txBox="1"/>
          <p:nvPr/>
        </p:nvSpPr>
        <p:spPr>
          <a:xfrm>
            <a:off x="7853082" y="1841503"/>
            <a:ext cx="157927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11" name="Content Placeholder 10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73627291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 4"/>
          <p:cNvGrpSpPr/>
          <p:nvPr/>
        </p:nvGrpSpPr>
        <p:grpSpPr>
          <a:xfrm>
            <a:off x="1988742" y="2350970"/>
            <a:ext cx="1349694" cy="2900862"/>
            <a:chOff x="4831556" y="1130903"/>
            <a:chExt cx="1773242" cy="3963105"/>
          </a:xfrm>
        </p:grpSpPr>
        <p:grpSp>
          <p:nvGrpSpPr>
            <p:cNvPr id="6" name="Grup 5"/>
            <p:cNvGrpSpPr/>
            <p:nvPr/>
          </p:nvGrpSpPr>
          <p:grpSpPr>
            <a:xfrm>
              <a:off x="4831556" y="1130903"/>
              <a:ext cx="1773242" cy="3963105"/>
              <a:chOff x="4831556" y="1000277"/>
              <a:chExt cx="1773242" cy="3963105"/>
            </a:xfrm>
          </p:grpSpPr>
          <p:sp>
            <p:nvSpPr>
              <p:cNvPr id="13" name="Oval 12"/>
              <p:cNvSpPr/>
              <p:nvPr/>
            </p:nvSpPr>
            <p:spPr>
              <a:xfrm rot="5400000">
                <a:off x="4078556" y="2438389"/>
                <a:ext cx="3279243" cy="1770743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/>
              </a:p>
            </p:txBody>
          </p:sp>
          <p:sp>
            <p:nvSpPr>
              <p:cNvPr id="14" name="Metin kutusu 13"/>
              <p:cNvSpPr txBox="1"/>
              <p:nvPr/>
            </p:nvSpPr>
            <p:spPr>
              <a:xfrm>
                <a:off x="4831556" y="1000277"/>
                <a:ext cx="1773242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200" dirty="0"/>
                  <a:t>Anahtar Uzayı</a:t>
                </a:r>
              </a:p>
            </p:txBody>
          </p:sp>
        </p:grpSp>
        <p:sp>
          <p:nvSpPr>
            <p:cNvPr id="7" name="Metin kutusu 6"/>
            <p:cNvSpPr txBox="1"/>
            <p:nvPr/>
          </p:nvSpPr>
          <p:spPr>
            <a:xfrm>
              <a:off x="5560922" y="2551009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</a:t>
              </a:r>
            </a:p>
          </p:txBody>
        </p:sp>
        <p:sp>
          <p:nvSpPr>
            <p:cNvPr id="8" name="Metin kutusu 7"/>
            <p:cNvSpPr txBox="1"/>
            <p:nvPr/>
          </p:nvSpPr>
          <p:spPr>
            <a:xfrm>
              <a:off x="5426280" y="3052156"/>
              <a:ext cx="583794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</a:t>
              </a:r>
            </a:p>
          </p:txBody>
        </p:sp>
        <p:sp>
          <p:nvSpPr>
            <p:cNvPr id="9" name="Metin kutusu 8"/>
            <p:cNvSpPr txBox="1"/>
            <p:nvPr/>
          </p:nvSpPr>
          <p:spPr>
            <a:xfrm>
              <a:off x="5560922" y="2101914"/>
              <a:ext cx="314510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5</a:t>
              </a:r>
            </a:p>
          </p:txBody>
        </p:sp>
        <p:sp>
          <p:nvSpPr>
            <p:cNvPr id="10" name="Metin kutusu 9"/>
            <p:cNvSpPr txBox="1"/>
            <p:nvPr/>
          </p:nvSpPr>
          <p:spPr>
            <a:xfrm>
              <a:off x="5426279" y="3592652"/>
              <a:ext cx="583796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26</a:t>
              </a:r>
            </a:p>
          </p:txBody>
        </p:sp>
        <p:sp>
          <p:nvSpPr>
            <p:cNvPr id="12" name="Metin kutusu 11"/>
            <p:cNvSpPr txBox="1"/>
            <p:nvPr/>
          </p:nvSpPr>
          <p:spPr>
            <a:xfrm>
              <a:off x="5426279" y="4185198"/>
              <a:ext cx="583796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99</a:t>
              </a:r>
            </a:p>
          </p:txBody>
        </p:sp>
      </p:grpSp>
      <p:grpSp>
        <p:nvGrpSpPr>
          <p:cNvPr id="15" name="Grup 14"/>
          <p:cNvGrpSpPr/>
          <p:nvPr/>
        </p:nvGrpSpPr>
        <p:grpSpPr>
          <a:xfrm rot="5400000">
            <a:off x="3842467" y="3720980"/>
            <a:ext cx="4507066" cy="671914"/>
            <a:chOff x="3194302" y="1849616"/>
            <a:chExt cx="5390047" cy="671914"/>
          </a:xfrm>
        </p:grpSpPr>
        <p:grpSp>
          <p:nvGrpSpPr>
            <p:cNvPr id="16" name="Grup 15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44" name="Dikdörtgen 4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5" name="Metin kutusu 44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42" name="Dikdörtgen 4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3" name="Metin kutusu 42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40" name="Dikdörtgen 3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Metin kutusu 40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9" name="Grup 18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8" name="Dikdörtgen 37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Metin kutusu 38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20" name="Grup 19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36" name="Dikdörtgen 3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Metin kutusu 36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21" name="Grup 20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34" name="Dikdörtgen 33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5</a:t>
                </a:r>
              </a:p>
            </p:txBody>
          </p:sp>
          <p:sp>
            <p:nvSpPr>
              <p:cNvPr id="35" name="Metin kutusu 34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22" name="Grup 21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32" name="Dikdörtgen 31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23" name="Grup 22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30" name="Dikdörtgen 2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30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24" name="Grup 23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8" name="Dikdörtgen 27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Metin kutusu 28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25" name="Grup 24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26" name="Dikdörtgen 25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" name="Metin kutusu 2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sp>
        <p:nvSpPr>
          <p:cNvPr id="46" name="Metin kutusu 45"/>
          <p:cNvSpPr txBox="1"/>
          <p:nvPr/>
        </p:nvSpPr>
        <p:spPr>
          <a:xfrm>
            <a:off x="7853082" y="1841503"/>
            <a:ext cx="157927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</p:txBody>
      </p:sp>
      <p:cxnSp>
        <p:nvCxnSpPr>
          <p:cNvPr id="11" name="Düz Ok Bağlayıcısı 10"/>
          <p:cNvCxnSpPr>
            <a:endCxn id="35" idx="1"/>
          </p:cNvCxnSpPr>
          <p:nvPr/>
        </p:nvCxnSpPr>
        <p:spPr>
          <a:xfrm>
            <a:off x="2809565" y="3278385"/>
            <a:ext cx="2951647" cy="97812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Content Placeholder 46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504917824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 4"/>
          <p:cNvGrpSpPr/>
          <p:nvPr/>
        </p:nvGrpSpPr>
        <p:grpSpPr>
          <a:xfrm>
            <a:off x="1988742" y="2350970"/>
            <a:ext cx="1349694" cy="2900862"/>
            <a:chOff x="4831556" y="1130903"/>
            <a:chExt cx="1773242" cy="3963105"/>
          </a:xfrm>
        </p:grpSpPr>
        <p:grpSp>
          <p:nvGrpSpPr>
            <p:cNvPr id="6" name="Grup 5"/>
            <p:cNvGrpSpPr/>
            <p:nvPr/>
          </p:nvGrpSpPr>
          <p:grpSpPr>
            <a:xfrm>
              <a:off x="4831556" y="1130903"/>
              <a:ext cx="1773242" cy="3963105"/>
              <a:chOff x="4831556" y="1000277"/>
              <a:chExt cx="1773242" cy="3963105"/>
            </a:xfrm>
          </p:grpSpPr>
          <p:sp>
            <p:nvSpPr>
              <p:cNvPr id="13" name="Oval 12"/>
              <p:cNvSpPr/>
              <p:nvPr/>
            </p:nvSpPr>
            <p:spPr>
              <a:xfrm rot="5400000">
                <a:off x="4078556" y="2438389"/>
                <a:ext cx="3279243" cy="1770743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/>
              </a:p>
            </p:txBody>
          </p:sp>
          <p:sp>
            <p:nvSpPr>
              <p:cNvPr id="14" name="Metin kutusu 13"/>
              <p:cNvSpPr txBox="1"/>
              <p:nvPr/>
            </p:nvSpPr>
            <p:spPr>
              <a:xfrm>
                <a:off x="4831556" y="1000277"/>
                <a:ext cx="1773242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200" dirty="0"/>
                  <a:t>Anahtar Uzayı</a:t>
                </a:r>
              </a:p>
            </p:txBody>
          </p:sp>
        </p:grpSp>
        <p:sp>
          <p:nvSpPr>
            <p:cNvPr id="7" name="Metin kutusu 6"/>
            <p:cNvSpPr txBox="1"/>
            <p:nvPr/>
          </p:nvSpPr>
          <p:spPr>
            <a:xfrm>
              <a:off x="5560922" y="2551009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</a:t>
              </a:r>
            </a:p>
          </p:txBody>
        </p:sp>
        <p:sp>
          <p:nvSpPr>
            <p:cNvPr id="8" name="Metin kutusu 7"/>
            <p:cNvSpPr txBox="1"/>
            <p:nvPr/>
          </p:nvSpPr>
          <p:spPr>
            <a:xfrm>
              <a:off x="5426280" y="3052156"/>
              <a:ext cx="583794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</a:t>
              </a:r>
            </a:p>
          </p:txBody>
        </p:sp>
        <p:sp>
          <p:nvSpPr>
            <p:cNvPr id="9" name="Metin kutusu 8"/>
            <p:cNvSpPr txBox="1"/>
            <p:nvPr/>
          </p:nvSpPr>
          <p:spPr>
            <a:xfrm>
              <a:off x="5560922" y="2101914"/>
              <a:ext cx="314510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5</a:t>
              </a:r>
            </a:p>
          </p:txBody>
        </p:sp>
        <p:sp>
          <p:nvSpPr>
            <p:cNvPr id="10" name="Metin kutusu 9"/>
            <p:cNvSpPr txBox="1"/>
            <p:nvPr/>
          </p:nvSpPr>
          <p:spPr>
            <a:xfrm>
              <a:off x="5426279" y="3592652"/>
              <a:ext cx="583796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26</a:t>
              </a:r>
            </a:p>
          </p:txBody>
        </p:sp>
        <p:sp>
          <p:nvSpPr>
            <p:cNvPr id="12" name="Metin kutusu 11"/>
            <p:cNvSpPr txBox="1"/>
            <p:nvPr/>
          </p:nvSpPr>
          <p:spPr>
            <a:xfrm>
              <a:off x="5426279" y="4185198"/>
              <a:ext cx="583796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99</a:t>
              </a:r>
            </a:p>
          </p:txBody>
        </p:sp>
      </p:grpSp>
      <p:grpSp>
        <p:nvGrpSpPr>
          <p:cNvPr id="15" name="Grup 14"/>
          <p:cNvGrpSpPr/>
          <p:nvPr/>
        </p:nvGrpSpPr>
        <p:grpSpPr>
          <a:xfrm rot="5400000">
            <a:off x="3842467" y="3720980"/>
            <a:ext cx="4507066" cy="671914"/>
            <a:chOff x="3194302" y="1849616"/>
            <a:chExt cx="5390047" cy="671914"/>
          </a:xfrm>
        </p:grpSpPr>
        <p:grpSp>
          <p:nvGrpSpPr>
            <p:cNvPr id="16" name="Grup 15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44" name="Dikdörtgen 4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5" name="Metin kutusu 44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42" name="Dikdörtgen 4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3" name="Metin kutusu 42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40" name="Dikdörtgen 3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Metin kutusu 40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9" name="Grup 18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8" name="Dikdörtgen 37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Metin kutusu 38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20" name="Grup 19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36" name="Dikdörtgen 3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Metin kutusu 36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21" name="Grup 20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34" name="Dikdörtgen 33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5</a:t>
                </a:r>
              </a:p>
            </p:txBody>
          </p:sp>
          <p:sp>
            <p:nvSpPr>
              <p:cNvPr id="35" name="Metin kutusu 34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22" name="Grup 21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32" name="Dikdörtgen 31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23" name="Grup 22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30" name="Dikdörtgen 2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30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24" name="Grup 23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8" name="Dikdörtgen 27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Metin kutusu 28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25" name="Grup 24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26" name="Dikdörtgen 25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" name="Metin kutusu 2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sp>
        <p:nvSpPr>
          <p:cNvPr id="46" name="Metin kutusu 45"/>
          <p:cNvSpPr txBox="1"/>
          <p:nvPr/>
        </p:nvSpPr>
        <p:spPr>
          <a:xfrm>
            <a:off x="7853082" y="1841503"/>
            <a:ext cx="1579278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1 % 10 = 1</a:t>
            </a:r>
          </a:p>
        </p:txBody>
      </p:sp>
      <p:cxnSp>
        <p:nvCxnSpPr>
          <p:cNvPr id="11" name="Düz Ok Bağlayıcısı 10"/>
          <p:cNvCxnSpPr>
            <a:endCxn id="35" idx="1"/>
          </p:cNvCxnSpPr>
          <p:nvPr/>
        </p:nvCxnSpPr>
        <p:spPr>
          <a:xfrm>
            <a:off x="2809565" y="3278385"/>
            <a:ext cx="2951647" cy="97812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Content Placeholder 46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3249062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 4"/>
          <p:cNvGrpSpPr/>
          <p:nvPr/>
        </p:nvGrpSpPr>
        <p:grpSpPr>
          <a:xfrm>
            <a:off x="1988742" y="2350970"/>
            <a:ext cx="1349694" cy="2900862"/>
            <a:chOff x="4831556" y="1130903"/>
            <a:chExt cx="1773242" cy="3963105"/>
          </a:xfrm>
        </p:grpSpPr>
        <p:grpSp>
          <p:nvGrpSpPr>
            <p:cNvPr id="6" name="Grup 5"/>
            <p:cNvGrpSpPr/>
            <p:nvPr/>
          </p:nvGrpSpPr>
          <p:grpSpPr>
            <a:xfrm>
              <a:off x="4831556" y="1130903"/>
              <a:ext cx="1773242" cy="3963105"/>
              <a:chOff x="4831556" y="1000277"/>
              <a:chExt cx="1773242" cy="3963105"/>
            </a:xfrm>
          </p:grpSpPr>
          <p:sp>
            <p:nvSpPr>
              <p:cNvPr id="13" name="Oval 12"/>
              <p:cNvSpPr/>
              <p:nvPr/>
            </p:nvSpPr>
            <p:spPr>
              <a:xfrm rot="5400000">
                <a:off x="4078556" y="2438389"/>
                <a:ext cx="3279243" cy="1770743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/>
              </a:p>
            </p:txBody>
          </p:sp>
          <p:sp>
            <p:nvSpPr>
              <p:cNvPr id="14" name="Metin kutusu 13"/>
              <p:cNvSpPr txBox="1"/>
              <p:nvPr/>
            </p:nvSpPr>
            <p:spPr>
              <a:xfrm>
                <a:off x="4831556" y="1000277"/>
                <a:ext cx="1773242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200" dirty="0"/>
                  <a:t>Anahtar Uzayı</a:t>
                </a:r>
              </a:p>
            </p:txBody>
          </p:sp>
        </p:grpSp>
        <p:sp>
          <p:nvSpPr>
            <p:cNvPr id="7" name="Metin kutusu 6"/>
            <p:cNvSpPr txBox="1"/>
            <p:nvPr/>
          </p:nvSpPr>
          <p:spPr>
            <a:xfrm>
              <a:off x="5560922" y="2551009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</a:t>
              </a:r>
            </a:p>
          </p:txBody>
        </p:sp>
        <p:sp>
          <p:nvSpPr>
            <p:cNvPr id="8" name="Metin kutusu 7"/>
            <p:cNvSpPr txBox="1"/>
            <p:nvPr/>
          </p:nvSpPr>
          <p:spPr>
            <a:xfrm>
              <a:off x="5426280" y="3052156"/>
              <a:ext cx="583794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</a:t>
              </a:r>
            </a:p>
          </p:txBody>
        </p:sp>
        <p:sp>
          <p:nvSpPr>
            <p:cNvPr id="9" name="Metin kutusu 8"/>
            <p:cNvSpPr txBox="1"/>
            <p:nvPr/>
          </p:nvSpPr>
          <p:spPr>
            <a:xfrm>
              <a:off x="5560922" y="2101914"/>
              <a:ext cx="314510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5</a:t>
              </a:r>
            </a:p>
          </p:txBody>
        </p:sp>
        <p:sp>
          <p:nvSpPr>
            <p:cNvPr id="10" name="Metin kutusu 9"/>
            <p:cNvSpPr txBox="1"/>
            <p:nvPr/>
          </p:nvSpPr>
          <p:spPr>
            <a:xfrm>
              <a:off x="5426279" y="3592652"/>
              <a:ext cx="583796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26</a:t>
              </a:r>
            </a:p>
          </p:txBody>
        </p:sp>
        <p:sp>
          <p:nvSpPr>
            <p:cNvPr id="12" name="Metin kutusu 11"/>
            <p:cNvSpPr txBox="1"/>
            <p:nvPr/>
          </p:nvSpPr>
          <p:spPr>
            <a:xfrm>
              <a:off x="5426279" y="4185198"/>
              <a:ext cx="583796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99</a:t>
              </a:r>
            </a:p>
          </p:txBody>
        </p:sp>
      </p:grpSp>
      <p:grpSp>
        <p:nvGrpSpPr>
          <p:cNvPr id="15" name="Grup 14"/>
          <p:cNvGrpSpPr/>
          <p:nvPr/>
        </p:nvGrpSpPr>
        <p:grpSpPr>
          <a:xfrm rot="5400000">
            <a:off x="3842467" y="3720980"/>
            <a:ext cx="4507066" cy="671914"/>
            <a:chOff x="3194302" y="1849616"/>
            <a:chExt cx="5390047" cy="671914"/>
          </a:xfrm>
        </p:grpSpPr>
        <p:grpSp>
          <p:nvGrpSpPr>
            <p:cNvPr id="16" name="Grup 15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44" name="Dikdörtgen 4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5" name="Metin kutusu 44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42" name="Dikdörtgen 4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1</a:t>
                </a:r>
              </a:p>
            </p:txBody>
          </p:sp>
          <p:sp>
            <p:nvSpPr>
              <p:cNvPr id="43" name="Metin kutusu 42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40" name="Dikdörtgen 3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Metin kutusu 40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9" name="Grup 18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8" name="Dikdörtgen 37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Metin kutusu 38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20" name="Grup 19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36" name="Dikdörtgen 3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Metin kutusu 36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21" name="Grup 20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34" name="Dikdörtgen 33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5</a:t>
                </a:r>
              </a:p>
            </p:txBody>
          </p:sp>
          <p:sp>
            <p:nvSpPr>
              <p:cNvPr id="35" name="Metin kutusu 34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22" name="Grup 21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32" name="Dikdörtgen 31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23" name="Grup 22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30" name="Dikdörtgen 2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30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24" name="Grup 23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8" name="Dikdörtgen 27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Metin kutusu 28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25" name="Grup 24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26" name="Dikdörtgen 25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" name="Metin kutusu 2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sp>
        <p:nvSpPr>
          <p:cNvPr id="46" name="Metin kutusu 45"/>
          <p:cNvSpPr txBox="1"/>
          <p:nvPr/>
        </p:nvSpPr>
        <p:spPr>
          <a:xfrm>
            <a:off x="7853082" y="1841503"/>
            <a:ext cx="1579278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1 % 10 = 1</a:t>
            </a:r>
          </a:p>
        </p:txBody>
      </p:sp>
      <p:cxnSp>
        <p:nvCxnSpPr>
          <p:cNvPr id="11" name="Düz Ok Bağlayıcısı 10"/>
          <p:cNvCxnSpPr>
            <a:endCxn id="35" idx="1"/>
          </p:cNvCxnSpPr>
          <p:nvPr/>
        </p:nvCxnSpPr>
        <p:spPr>
          <a:xfrm>
            <a:off x="2809565" y="3278385"/>
            <a:ext cx="2951647" cy="97812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Düz Ok Bağlayıcısı 46"/>
          <p:cNvCxnSpPr/>
          <p:nvPr/>
        </p:nvCxnSpPr>
        <p:spPr>
          <a:xfrm flipV="1">
            <a:off x="2809509" y="2516543"/>
            <a:ext cx="3002598" cy="108102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8" name="Content Placeholder 47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20845214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 4"/>
          <p:cNvGrpSpPr/>
          <p:nvPr/>
        </p:nvGrpSpPr>
        <p:grpSpPr>
          <a:xfrm>
            <a:off x="1988742" y="2350970"/>
            <a:ext cx="1349694" cy="2900862"/>
            <a:chOff x="4831556" y="1130903"/>
            <a:chExt cx="1773242" cy="3963105"/>
          </a:xfrm>
        </p:grpSpPr>
        <p:grpSp>
          <p:nvGrpSpPr>
            <p:cNvPr id="6" name="Grup 5"/>
            <p:cNvGrpSpPr/>
            <p:nvPr/>
          </p:nvGrpSpPr>
          <p:grpSpPr>
            <a:xfrm>
              <a:off x="4831556" y="1130903"/>
              <a:ext cx="1773242" cy="3963105"/>
              <a:chOff x="4831556" y="1000277"/>
              <a:chExt cx="1773242" cy="3963105"/>
            </a:xfrm>
          </p:grpSpPr>
          <p:sp>
            <p:nvSpPr>
              <p:cNvPr id="13" name="Oval 12"/>
              <p:cNvSpPr/>
              <p:nvPr/>
            </p:nvSpPr>
            <p:spPr>
              <a:xfrm rot="5400000">
                <a:off x="4078556" y="2438389"/>
                <a:ext cx="3279243" cy="1770743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/>
              </a:p>
            </p:txBody>
          </p:sp>
          <p:sp>
            <p:nvSpPr>
              <p:cNvPr id="14" name="Metin kutusu 13"/>
              <p:cNvSpPr txBox="1"/>
              <p:nvPr/>
            </p:nvSpPr>
            <p:spPr>
              <a:xfrm>
                <a:off x="4831556" y="1000277"/>
                <a:ext cx="1773242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200" dirty="0"/>
                  <a:t>Anahtar Uzayı</a:t>
                </a:r>
              </a:p>
            </p:txBody>
          </p:sp>
        </p:grpSp>
        <p:sp>
          <p:nvSpPr>
            <p:cNvPr id="7" name="Metin kutusu 6"/>
            <p:cNvSpPr txBox="1"/>
            <p:nvPr/>
          </p:nvSpPr>
          <p:spPr>
            <a:xfrm>
              <a:off x="5560922" y="2551009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</a:t>
              </a:r>
            </a:p>
          </p:txBody>
        </p:sp>
        <p:sp>
          <p:nvSpPr>
            <p:cNvPr id="8" name="Metin kutusu 7"/>
            <p:cNvSpPr txBox="1"/>
            <p:nvPr/>
          </p:nvSpPr>
          <p:spPr>
            <a:xfrm>
              <a:off x="5426280" y="3052156"/>
              <a:ext cx="583794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</a:t>
              </a:r>
            </a:p>
          </p:txBody>
        </p:sp>
        <p:sp>
          <p:nvSpPr>
            <p:cNvPr id="9" name="Metin kutusu 8"/>
            <p:cNvSpPr txBox="1"/>
            <p:nvPr/>
          </p:nvSpPr>
          <p:spPr>
            <a:xfrm>
              <a:off x="5560922" y="2101914"/>
              <a:ext cx="314510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5</a:t>
              </a:r>
            </a:p>
          </p:txBody>
        </p:sp>
        <p:sp>
          <p:nvSpPr>
            <p:cNvPr id="10" name="Metin kutusu 9"/>
            <p:cNvSpPr txBox="1"/>
            <p:nvPr/>
          </p:nvSpPr>
          <p:spPr>
            <a:xfrm>
              <a:off x="5426279" y="3592652"/>
              <a:ext cx="583796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26</a:t>
              </a:r>
            </a:p>
          </p:txBody>
        </p:sp>
        <p:sp>
          <p:nvSpPr>
            <p:cNvPr id="12" name="Metin kutusu 11"/>
            <p:cNvSpPr txBox="1"/>
            <p:nvPr/>
          </p:nvSpPr>
          <p:spPr>
            <a:xfrm>
              <a:off x="5426279" y="4185198"/>
              <a:ext cx="583796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99</a:t>
              </a:r>
            </a:p>
          </p:txBody>
        </p:sp>
      </p:grpSp>
      <p:grpSp>
        <p:nvGrpSpPr>
          <p:cNvPr id="15" name="Grup 14"/>
          <p:cNvGrpSpPr/>
          <p:nvPr/>
        </p:nvGrpSpPr>
        <p:grpSpPr>
          <a:xfrm rot="5400000">
            <a:off x="3842467" y="3720980"/>
            <a:ext cx="4507066" cy="671914"/>
            <a:chOff x="3194302" y="1849616"/>
            <a:chExt cx="5390047" cy="671914"/>
          </a:xfrm>
        </p:grpSpPr>
        <p:grpSp>
          <p:nvGrpSpPr>
            <p:cNvPr id="16" name="Grup 15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44" name="Dikdörtgen 4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5" name="Metin kutusu 44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42" name="Dikdörtgen 4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1</a:t>
                </a:r>
              </a:p>
            </p:txBody>
          </p:sp>
          <p:sp>
            <p:nvSpPr>
              <p:cNvPr id="43" name="Metin kutusu 42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40" name="Dikdörtgen 3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Metin kutusu 40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9" name="Grup 18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8" name="Dikdörtgen 37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Metin kutusu 38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20" name="Grup 19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36" name="Dikdörtgen 3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Metin kutusu 36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21" name="Grup 20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34" name="Dikdörtgen 33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5</a:t>
                </a:r>
              </a:p>
            </p:txBody>
          </p:sp>
          <p:sp>
            <p:nvSpPr>
              <p:cNvPr id="35" name="Metin kutusu 34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22" name="Grup 21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32" name="Dikdörtgen 31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23" name="Grup 22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30" name="Dikdörtgen 2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30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24" name="Grup 23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8" name="Dikdörtgen 27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Metin kutusu 28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25" name="Grup 24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26" name="Dikdörtgen 25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" name="Metin kutusu 2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sp>
        <p:nvSpPr>
          <p:cNvPr id="46" name="Metin kutusu 45"/>
          <p:cNvSpPr txBox="1"/>
          <p:nvPr/>
        </p:nvSpPr>
        <p:spPr>
          <a:xfrm>
            <a:off x="7853082" y="1841503"/>
            <a:ext cx="1718740" cy="11798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1 % 10 = 1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10 % 10 = 0</a:t>
            </a:r>
          </a:p>
        </p:txBody>
      </p:sp>
      <p:cxnSp>
        <p:nvCxnSpPr>
          <p:cNvPr id="11" name="Düz Ok Bağlayıcısı 10"/>
          <p:cNvCxnSpPr>
            <a:endCxn id="35" idx="1"/>
          </p:cNvCxnSpPr>
          <p:nvPr/>
        </p:nvCxnSpPr>
        <p:spPr>
          <a:xfrm>
            <a:off x="2809565" y="3278385"/>
            <a:ext cx="2951647" cy="97812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Düz Ok Bağlayıcısı 46"/>
          <p:cNvCxnSpPr/>
          <p:nvPr/>
        </p:nvCxnSpPr>
        <p:spPr>
          <a:xfrm flipV="1">
            <a:off x="2809509" y="2516543"/>
            <a:ext cx="3002598" cy="108102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8" name="Content Placeholder 47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36393389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 4"/>
          <p:cNvGrpSpPr/>
          <p:nvPr/>
        </p:nvGrpSpPr>
        <p:grpSpPr>
          <a:xfrm>
            <a:off x="1988742" y="2350970"/>
            <a:ext cx="1349694" cy="2900862"/>
            <a:chOff x="4831556" y="1130903"/>
            <a:chExt cx="1773242" cy="3963105"/>
          </a:xfrm>
        </p:grpSpPr>
        <p:grpSp>
          <p:nvGrpSpPr>
            <p:cNvPr id="6" name="Grup 5"/>
            <p:cNvGrpSpPr/>
            <p:nvPr/>
          </p:nvGrpSpPr>
          <p:grpSpPr>
            <a:xfrm>
              <a:off x="4831556" y="1130903"/>
              <a:ext cx="1773242" cy="3963105"/>
              <a:chOff x="4831556" y="1000277"/>
              <a:chExt cx="1773242" cy="3963105"/>
            </a:xfrm>
          </p:grpSpPr>
          <p:sp>
            <p:nvSpPr>
              <p:cNvPr id="13" name="Oval 12"/>
              <p:cNvSpPr/>
              <p:nvPr/>
            </p:nvSpPr>
            <p:spPr>
              <a:xfrm rot="5400000">
                <a:off x="4078556" y="2438389"/>
                <a:ext cx="3279243" cy="1770743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/>
              </a:p>
            </p:txBody>
          </p:sp>
          <p:sp>
            <p:nvSpPr>
              <p:cNvPr id="14" name="Metin kutusu 13"/>
              <p:cNvSpPr txBox="1"/>
              <p:nvPr/>
            </p:nvSpPr>
            <p:spPr>
              <a:xfrm>
                <a:off x="4831556" y="1000277"/>
                <a:ext cx="1773242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200" dirty="0"/>
                  <a:t>Anahtar Uzayı</a:t>
                </a:r>
              </a:p>
            </p:txBody>
          </p:sp>
        </p:grpSp>
        <p:sp>
          <p:nvSpPr>
            <p:cNvPr id="7" name="Metin kutusu 6"/>
            <p:cNvSpPr txBox="1"/>
            <p:nvPr/>
          </p:nvSpPr>
          <p:spPr>
            <a:xfrm>
              <a:off x="5560922" y="2551009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</a:t>
              </a:r>
            </a:p>
          </p:txBody>
        </p:sp>
        <p:sp>
          <p:nvSpPr>
            <p:cNvPr id="8" name="Metin kutusu 7"/>
            <p:cNvSpPr txBox="1"/>
            <p:nvPr/>
          </p:nvSpPr>
          <p:spPr>
            <a:xfrm>
              <a:off x="5426280" y="3052156"/>
              <a:ext cx="583794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</a:t>
              </a:r>
            </a:p>
          </p:txBody>
        </p:sp>
        <p:sp>
          <p:nvSpPr>
            <p:cNvPr id="9" name="Metin kutusu 8"/>
            <p:cNvSpPr txBox="1"/>
            <p:nvPr/>
          </p:nvSpPr>
          <p:spPr>
            <a:xfrm>
              <a:off x="5560922" y="2101914"/>
              <a:ext cx="314510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5</a:t>
              </a:r>
            </a:p>
          </p:txBody>
        </p:sp>
        <p:sp>
          <p:nvSpPr>
            <p:cNvPr id="10" name="Metin kutusu 9"/>
            <p:cNvSpPr txBox="1"/>
            <p:nvPr/>
          </p:nvSpPr>
          <p:spPr>
            <a:xfrm>
              <a:off x="5426279" y="3592652"/>
              <a:ext cx="583796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26</a:t>
              </a:r>
            </a:p>
          </p:txBody>
        </p:sp>
        <p:sp>
          <p:nvSpPr>
            <p:cNvPr id="12" name="Metin kutusu 11"/>
            <p:cNvSpPr txBox="1"/>
            <p:nvPr/>
          </p:nvSpPr>
          <p:spPr>
            <a:xfrm>
              <a:off x="5426279" y="4185198"/>
              <a:ext cx="583796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99</a:t>
              </a:r>
            </a:p>
          </p:txBody>
        </p:sp>
      </p:grpSp>
      <p:grpSp>
        <p:nvGrpSpPr>
          <p:cNvPr id="15" name="Grup 14"/>
          <p:cNvGrpSpPr/>
          <p:nvPr/>
        </p:nvGrpSpPr>
        <p:grpSpPr>
          <a:xfrm rot="5400000">
            <a:off x="3842467" y="3720980"/>
            <a:ext cx="4507066" cy="671914"/>
            <a:chOff x="3194302" y="1849616"/>
            <a:chExt cx="5390047" cy="671914"/>
          </a:xfrm>
        </p:grpSpPr>
        <p:grpSp>
          <p:nvGrpSpPr>
            <p:cNvPr id="16" name="Grup 15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44" name="Dikdörtgen 4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10</a:t>
                </a:r>
              </a:p>
            </p:txBody>
          </p:sp>
          <p:sp>
            <p:nvSpPr>
              <p:cNvPr id="45" name="Metin kutusu 44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42" name="Dikdörtgen 4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1</a:t>
                </a:r>
              </a:p>
            </p:txBody>
          </p:sp>
          <p:sp>
            <p:nvSpPr>
              <p:cNvPr id="43" name="Metin kutusu 42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40" name="Dikdörtgen 3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Metin kutusu 40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9" name="Grup 18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8" name="Dikdörtgen 37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Metin kutusu 38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20" name="Grup 19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36" name="Dikdörtgen 3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Metin kutusu 36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21" name="Grup 20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34" name="Dikdörtgen 33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5</a:t>
                </a:r>
              </a:p>
            </p:txBody>
          </p:sp>
          <p:sp>
            <p:nvSpPr>
              <p:cNvPr id="35" name="Metin kutusu 34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22" name="Grup 21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32" name="Dikdörtgen 31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23" name="Grup 22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30" name="Dikdörtgen 2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30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24" name="Grup 23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8" name="Dikdörtgen 27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Metin kutusu 28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25" name="Grup 24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26" name="Dikdörtgen 25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" name="Metin kutusu 2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sp>
        <p:nvSpPr>
          <p:cNvPr id="46" name="Metin kutusu 45"/>
          <p:cNvSpPr txBox="1"/>
          <p:nvPr/>
        </p:nvSpPr>
        <p:spPr>
          <a:xfrm>
            <a:off x="7853082" y="1841503"/>
            <a:ext cx="1718740" cy="11798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1 % 10 = 1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10 % 10 = 0</a:t>
            </a:r>
          </a:p>
        </p:txBody>
      </p:sp>
      <p:cxnSp>
        <p:nvCxnSpPr>
          <p:cNvPr id="11" name="Düz Ok Bağlayıcısı 10"/>
          <p:cNvCxnSpPr>
            <a:endCxn id="35" idx="1"/>
          </p:cNvCxnSpPr>
          <p:nvPr/>
        </p:nvCxnSpPr>
        <p:spPr>
          <a:xfrm>
            <a:off x="2809565" y="3278385"/>
            <a:ext cx="2951647" cy="97812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Düz Ok Bağlayıcısı 46"/>
          <p:cNvCxnSpPr/>
          <p:nvPr/>
        </p:nvCxnSpPr>
        <p:spPr>
          <a:xfrm flipV="1">
            <a:off x="2809509" y="2516543"/>
            <a:ext cx="3002598" cy="108102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Düz Ok Bağlayıcısı 47"/>
          <p:cNvCxnSpPr/>
          <p:nvPr/>
        </p:nvCxnSpPr>
        <p:spPr>
          <a:xfrm flipV="1">
            <a:off x="2879277" y="2114147"/>
            <a:ext cx="2903367" cy="183909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Content Placeholder 4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83806607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 4"/>
          <p:cNvGrpSpPr/>
          <p:nvPr/>
        </p:nvGrpSpPr>
        <p:grpSpPr>
          <a:xfrm>
            <a:off x="1988742" y="2350970"/>
            <a:ext cx="1349694" cy="2900862"/>
            <a:chOff x="4831556" y="1130903"/>
            <a:chExt cx="1773242" cy="3963105"/>
          </a:xfrm>
        </p:grpSpPr>
        <p:grpSp>
          <p:nvGrpSpPr>
            <p:cNvPr id="6" name="Grup 5"/>
            <p:cNvGrpSpPr/>
            <p:nvPr/>
          </p:nvGrpSpPr>
          <p:grpSpPr>
            <a:xfrm>
              <a:off x="4831556" y="1130903"/>
              <a:ext cx="1773242" cy="3963105"/>
              <a:chOff x="4831556" y="1000277"/>
              <a:chExt cx="1773242" cy="3963105"/>
            </a:xfrm>
          </p:grpSpPr>
          <p:sp>
            <p:nvSpPr>
              <p:cNvPr id="13" name="Oval 12"/>
              <p:cNvSpPr/>
              <p:nvPr/>
            </p:nvSpPr>
            <p:spPr>
              <a:xfrm rot="5400000">
                <a:off x="4078556" y="2438389"/>
                <a:ext cx="3279243" cy="1770743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/>
              </a:p>
            </p:txBody>
          </p:sp>
          <p:sp>
            <p:nvSpPr>
              <p:cNvPr id="14" name="Metin kutusu 13"/>
              <p:cNvSpPr txBox="1"/>
              <p:nvPr/>
            </p:nvSpPr>
            <p:spPr>
              <a:xfrm>
                <a:off x="4831556" y="1000277"/>
                <a:ext cx="1773242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200" dirty="0"/>
                  <a:t>Anahtar Uzayı</a:t>
                </a:r>
              </a:p>
            </p:txBody>
          </p:sp>
        </p:grpSp>
        <p:sp>
          <p:nvSpPr>
            <p:cNvPr id="7" name="Metin kutusu 6"/>
            <p:cNvSpPr txBox="1"/>
            <p:nvPr/>
          </p:nvSpPr>
          <p:spPr>
            <a:xfrm>
              <a:off x="5560922" y="2551009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</a:t>
              </a:r>
            </a:p>
          </p:txBody>
        </p:sp>
        <p:sp>
          <p:nvSpPr>
            <p:cNvPr id="8" name="Metin kutusu 7"/>
            <p:cNvSpPr txBox="1"/>
            <p:nvPr/>
          </p:nvSpPr>
          <p:spPr>
            <a:xfrm>
              <a:off x="5426280" y="3052156"/>
              <a:ext cx="583794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</a:t>
              </a:r>
            </a:p>
          </p:txBody>
        </p:sp>
        <p:sp>
          <p:nvSpPr>
            <p:cNvPr id="9" name="Metin kutusu 8"/>
            <p:cNvSpPr txBox="1"/>
            <p:nvPr/>
          </p:nvSpPr>
          <p:spPr>
            <a:xfrm>
              <a:off x="5560922" y="2101914"/>
              <a:ext cx="314510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5</a:t>
              </a:r>
            </a:p>
          </p:txBody>
        </p:sp>
        <p:sp>
          <p:nvSpPr>
            <p:cNvPr id="10" name="Metin kutusu 9"/>
            <p:cNvSpPr txBox="1"/>
            <p:nvPr/>
          </p:nvSpPr>
          <p:spPr>
            <a:xfrm>
              <a:off x="5426279" y="3592652"/>
              <a:ext cx="583796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26</a:t>
              </a:r>
            </a:p>
          </p:txBody>
        </p:sp>
        <p:sp>
          <p:nvSpPr>
            <p:cNvPr id="12" name="Metin kutusu 11"/>
            <p:cNvSpPr txBox="1"/>
            <p:nvPr/>
          </p:nvSpPr>
          <p:spPr>
            <a:xfrm>
              <a:off x="5426279" y="4185198"/>
              <a:ext cx="583796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99</a:t>
              </a:r>
            </a:p>
          </p:txBody>
        </p:sp>
      </p:grpSp>
      <p:grpSp>
        <p:nvGrpSpPr>
          <p:cNvPr id="15" name="Grup 14"/>
          <p:cNvGrpSpPr/>
          <p:nvPr/>
        </p:nvGrpSpPr>
        <p:grpSpPr>
          <a:xfrm rot="5400000">
            <a:off x="3842467" y="3720980"/>
            <a:ext cx="4507066" cy="671914"/>
            <a:chOff x="3194302" y="1849616"/>
            <a:chExt cx="5390047" cy="671914"/>
          </a:xfrm>
        </p:grpSpPr>
        <p:grpSp>
          <p:nvGrpSpPr>
            <p:cNvPr id="16" name="Grup 15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44" name="Dikdörtgen 4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10</a:t>
                </a:r>
              </a:p>
            </p:txBody>
          </p:sp>
          <p:sp>
            <p:nvSpPr>
              <p:cNvPr id="45" name="Metin kutusu 44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42" name="Dikdörtgen 4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1</a:t>
                </a:r>
              </a:p>
            </p:txBody>
          </p:sp>
          <p:sp>
            <p:nvSpPr>
              <p:cNvPr id="43" name="Metin kutusu 42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40" name="Dikdörtgen 3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Metin kutusu 40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9" name="Grup 18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8" name="Dikdörtgen 37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Metin kutusu 38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20" name="Grup 19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36" name="Dikdörtgen 3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Metin kutusu 36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21" name="Grup 20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34" name="Dikdörtgen 33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5</a:t>
                </a:r>
              </a:p>
            </p:txBody>
          </p:sp>
          <p:sp>
            <p:nvSpPr>
              <p:cNvPr id="35" name="Metin kutusu 34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22" name="Grup 21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32" name="Dikdörtgen 31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23" name="Grup 22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30" name="Dikdörtgen 2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30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24" name="Grup 23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8" name="Dikdörtgen 27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Metin kutusu 28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25" name="Grup 24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26" name="Dikdörtgen 25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" name="Metin kutusu 2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sp>
        <p:nvSpPr>
          <p:cNvPr id="46" name="Metin kutusu 45"/>
          <p:cNvSpPr txBox="1"/>
          <p:nvPr/>
        </p:nvSpPr>
        <p:spPr>
          <a:xfrm>
            <a:off x="7853082" y="1841503"/>
            <a:ext cx="1718740" cy="15850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1 % 10 = 1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10 % 10 = 0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26 % 10 = 6</a:t>
            </a:r>
          </a:p>
        </p:txBody>
      </p:sp>
      <p:cxnSp>
        <p:nvCxnSpPr>
          <p:cNvPr id="11" name="Düz Ok Bağlayıcısı 10"/>
          <p:cNvCxnSpPr>
            <a:endCxn id="35" idx="1"/>
          </p:cNvCxnSpPr>
          <p:nvPr/>
        </p:nvCxnSpPr>
        <p:spPr>
          <a:xfrm>
            <a:off x="2809565" y="3278385"/>
            <a:ext cx="2951647" cy="97812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Düz Ok Bağlayıcısı 46"/>
          <p:cNvCxnSpPr/>
          <p:nvPr/>
        </p:nvCxnSpPr>
        <p:spPr>
          <a:xfrm flipV="1">
            <a:off x="2809509" y="2516543"/>
            <a:ext cx="3002598" cy="108102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Düz Ok Bağlayıcısı 47"/>
          <p:cNvCxnSpPr/>
          <p:nvPr/>
        </p:nvCxnSpPr>
        <p:spPr>
          <a:xfrm flipV="1">
            <a:off x="2879277" y="2114147"/>
            <a:ext cx="2903367" cy="183909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Content Placeholder 4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13053967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 4"/>
          <p:cNvGrpSpPr/>
          <p:nvPr/>
        </p:nvGrpSpPr>
        <p:grpSpPr>
          <a:xfrm>
            <a:off x="1988742" y="2350970"/>
            <a:ext cx="1349694" cy="2900862"/>
            <a:chOff x="4831556" y="1130903"/>
            <a:chExt cx="1773242" cy="3963105"/>
          </a:xfrm>
        </p:grpSpPr>
        <p:grpSp>
          <p:nvGrpSpPr>
            <p:cNvPr id="6" name="Grup 5"/>
            <p:cNvGrpSpPr/>
            <p:nvPr/>
          </p:nvGrpSpPr>
          <p:grpSpPr>
            <a:xfrm>
              <a:off x="4831556" y="1130903"/>
              <a:ext cx="1773242" cy="3963105"/>
              <a:chOff x="4831556" y="1000277"/>
              <a:chExt cx="1773242" cy="3963105"/>
            </a:xfrm>
          </p:grpSpPr>
          <p:sp>
            <p:nvSpPr>
              <p:cNvPr id="13" name="Oval 12"/>
              <p:cNvSpPr/>
              <p:nvPr/>
            </p:nvSpPr>
            <p:spPr>
              <a:xfrm rot="5400000">
                <a:off x="4078556" y="2438389"/>
                <a:ext cx="3279243" cy="1770743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/>
              </a:p>
            </p:txBody>
          </p:sp>
          <p:sp>
            <p:nvSpPr>
              <p:cNvPr id="14" name="Metin kutusu 13"/>
              <p:cNvSpPr txBox="1"/>
              <p:nvPr/>
            </p:nvSpPr>
            <p:spPr>
              <a:xfrm>
                <a:off x="4831556" y="1000277"/>
                <a:ext cx="1773242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200" dirty="0"/>
                  <a:t>Anahtar Uzayı</a:t>
                </a:r>
              </a:p>
            </p:txBody>
          </p:sp>
        </p:grpSp>
        <p:sp>
          <p:nvSpPr>
            <p:cNvPr id="7" name="Metin kutusu 6"/>
            <p:cNvSpPr txBox="1"/>
            <p:nvPr/>
          </p:nvSpPr>
          <p:spPr>
            <a:xfrm>
              <a:off x="5560922" y="2551009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</a:t>
              </a:r>
            </a:p>
          </p:txBody>
        </p:sp>
        <p:sp>
          <p:nvSpPr>
            <p:cNvPr id="8" name="Metin kutusu 7"/>
            <p:cNvSpPr txBox="1"/>
            <p:nvPr/>
          </p:nvSpPr>
          <p:spPr>
            <a:xfrm>
              <a:off x="5426280" y="3052156"/>
              <a:ext cx="583794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</a:t>
              </a:r>
            </a:p>
          </p:txBody>
        </p:sp>
        <p:sp>
          <p:nvSpPr>
            <p:cNvPr id="9" name="Metin kutusu 8"/>
            <p:cNvSpPr txBox="1"/>
            <p:nvPr/>
          </p:nvSpPr>
          <p:spPr>
            <a:xfrm>
              <a:off x="5560922" y="2101914"/>
              <a:ext cx="314510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5</a:t>
              </a:r>
            </a:p>
          </p:txBody>
        </p:sp>
        <p:sp>
          <p:nvSpPr>
            <p:cNvPr id="10" name="Metin kutusu 9"/>
            <p:cNvSpPr txBox="1"/>
            <p:nvPr/>
          </p:nvSpPr>
          <p:spPr>
            <a:xfrm>
              <a:off x="5426279" y="3592652"/>
              <a:ext cx="583796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26</a:t>
              </a:r>
            </a:p>
          </p:txBody>
        </p:sp>
        <p:sp>
          <p:nvSpPr>
            <p:cNvPr id="12" name="Metin kutusu 11"/>
            <p:cNvSpPr txBox="1"/>
            <p:nvPr/>
          </p:nvSpPr>
          <p:spPr>
            <a:xfrm>
              <a:off x="5426279" y="4185198"/>
              <a:ext cx="583796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99</a:t>
              </a:r>
            </a:p>
          </p:txBody>
        </p:sp>
      </p:grpSp>
      <p:grpSp>
        <p:nvGrpSpPr>
          <p:cNvPr id="15" name="Grup 14"/>
          <p:cNvGrpSpPr/>
          <p:nvPr/>
        </p:nvGrpSpPr>
        <p:grpSpPr>
          <a:xfrm rot="5400000">
            <a:off x="3842467" y="3720980"/>
            <a:ext cx="4507066" cy="671914"/>
            <a:chOff x="3194302" y="1849616"/>
            <a:chExt cx="5390047" cy="671914"/>
          </a:xfrm>
        </p:grpSpPr>
        <p:grpSp>
          <p:nvGrpSpPr>
            <p:cNvPr id="16" name="Grup 15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44" name="Dikdörtgen 4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10</a:t>
                </a:r>
              </a:p>
            </p:txBody>
          </p:sp>
          <p:sp>
            <p:nvSpPr>
              <p:cNvPr id="45" name="Metin kutusu 44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42" name="Dikdörtgen 4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1</a:t>
                </a:r>
              </a:p>
            </p:txBody>
          </p:sp>
          <p:sp>
            <p:nvSpPr>
              <p:cNvPr id="43" name="Metin kutusu 42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40" name="Dikdörtgen 3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Metin kutusu 40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9" name="Grup 18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8" name="Dikdörtgen 37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Metin kutusu 38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20" name="Grup 19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36" name="Dikdörtgen 3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Metin kutusu 36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21" name="Grup 20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34" name="Dikdörtgen 33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5</a:t>
                </a:r>
              </a:p>
            </p:txBody>
          </p:sp>
          <p:sp>
            <p:nvSpPr>
              <p:cNvPr id="35" name="Metin kutusu 34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22" name="Grup 21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32" name="Dikdörtgen 31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23" name="Grup 22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30" name="Dikdörtgen 2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30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24" name="Grup 23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8" name="Dikdörtgen 27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Metin kutusu 28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25" name="Grup 24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26" name="Dikdörtgen 25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" name="Metin kutusu 2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sp>
        <p:nvSpPr>
          <p:cNvPr id="46" name="Metin kutusu 45"/>
          <p:cNvSpPr txBox="1"/>
          <p:nvPr/>
        </p:nvSpPr>
        <p:spPr>
          <a:xfrm>
            <a:off x="7853082" y="1841503"/>
            <a:ext cx="1718740" cy="15850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1 % 10 = 1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10 % 10 = 0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26 % 10 = 6</a:t>
            </a:r>
          </a:p>
        </p:txBody>
      </p:sp>
      <p:cxnSp>
        <p:nvCxnSpPr>
          <p:cNvPr id="11" name="Düz Ok Bağlayıcısı 10"/>
          <p:cNvCxnSpPr>
            <a:endCxn id="35" idx="1"/>
          </p:cNvCxnSpPr>
          <p:nvPr/>
        </p:nvCxnSpPr>
        <p:spPr>
          <a:xfrm>
            <a:off x="2809565" y="3278385"/>
            <a:ext cx="2951647" cy="97812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Düz Ok Bağlayıcısı 46"/>
          <p:cNvCxnSpPr/>
          <p:nvPr/>
        </p:nvCxnSpPr>
        <p:spPr>
          <a:xfrm flipV="1">
            <a:off x="2809509" y="2516543"/>
            <a:ext cx="3002598" cy="108102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Düz Ok Bağlayıcısı 47"/>
          <p:cNvCxnSpPr/>
          <p:nvPr/>
        </p:nvCxnSpPr>
        <p:spPr>
          <a:xfrm flipV="1">
            <a:off x="2879277" y="2114147"/>
            <a:ext cx="2903367" cy="183909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Düz Ok Bağlayıcısı 48"/>
          <p:cNvCxnSpPr>
            <a:endCxn id="33" idx="1"/>
          </p:cNvCxnSpPr>
          <p:nvPr/>
        </p:nvCxnSpPr>
        <p:spPr>
          <a:xfrm>
            <a:off x="2885765" y="4359405"/>
            <a:ext cx="2874279" cy="35846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Content Placeholder 49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61398373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 4"/>
          <p:cNvGrpSpPr/>
          <p:nvPr/>
        </p:nvGrpSpPr>
        <p:grpSpPr>
          <a:xfrm>
            <a:off x="1988742" y="2350970"/>
            <a:ext cx="1349694" cy="2900862"/>
            <a:chOff x="4831556" y="1130903"/>
            <a:chExt cx="1773242" cy="3963105"/>
          </a:xfrm>
        </p:grpSpPr>
        <p:grpSp>
          <p:nvGrpSpPr>
            <p:cNvPr id="6" name="Grup 5"/>
            <p:cNvGrpSpPr/>
            <p:nvPr/>
          </p:nvGrpSpPr>
          <p:grpSpPr>
            <a:xfrm>
              <a:off x="4831556" y="1130903"/>
              <a:ext cx="1773242" cy="3963105"/>
              <a:chOff x="4831556" y="1000277"/>
              <a:chExt cx="1773242" cy="3963105"/>
            </a:xfrm>
          </p:grpSpPr>
          <p:sp>
            <p:nvSpPr>
              <p:cNvPr id="13" name="Oval 12"/>
              <p:cNvSpPr/>
              <p:nvPr/>
            </p:nvSpPr>
            <p:spPr>
              <a:xfrm rot="5400000">
                <a:off x="4078556" y="2438389"/>
                <a:ext cx="3279243" cy="1770743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/>
              </a:p>
            </p:txBody>
          </p:sp>
          <p:sp>
            <p:nvSpPr>
              <p:cNvPr id="14" name="Metin kutusu 13"/>
              <p:cNvSpPr txBox="1"/>
              <p:nvPr/>
            </p:nvSpPr>
            <p:spPr>
              <a:xfrm>
                <a:off x="4831556" y="1000277"/>
                <a:ext cx="1773242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200" dirty="0"/>
                  <a:t>Anahtar Uzayı</a:t>
                </a:r>
              </a:p>
            </p:txBody>
          </p:sp>
        </p:grpSp>
        <p:sp>
          <p:nvSpPr>
            <p:cNvPr id="7" name="Metin kutusu 6"/>
            <p:cNvSpPr txBox="1"/>
            <p:nvPr/>
          </p:nvSpPr>
          <p:spPr>
            <a:xfrm>
              <a:off x="5560922" y="2551009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</a:t>
              </a:r>
            </a:p>
          </p:txBody>
        </p:sp>
        <p:sp>
          <p:nvSpPr>
            <p:cNvPr id="8" name="Metin kutusu 7"/>
            <p:cNvSpPr txBox="1"/>
            <p:nvPr/>
          </p:nvSpPr>
          <p:spPr>
            <a:xfrm>
              <a:off x="5426280" y="3052156"/>
              <a:ext cx="583794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</a:t>
              </a:r>
            </a:p>
          </p:txBody>
        </p:sp>
        <p:sp>
          <p:nvSpPr>
            <p:cNvPr id="9" name="Metin kutusu 8"/>
            <p:cNvSpPr txBox="1"/>
            <p:nvPr/>
          </p:nvSpPr>
          <p:spPr>
            <a:xfrm>
              <a:off x="5560922" y="2101914"/>
              <a:ext cx="314510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5</a:t>
              </a:r>
            </a:p>
          </p:txBody>
        </p:sp>
        <p:sp>
          <p:nvSpPr>
            <p:cNvPr id="10" name="Metin kutusu 9"/>
            <p:cNvSpPr txBox="1"/>
            <p:nvPr/>
          </p:nvSpPr>
          <p:spPr>
            <a:xfrm>
              <a:off x="5426279" y="3592652"/>
              <a:ext cx="583796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26</a:t>
              </a:r>
            </a:p>
          </p:txBody>
        </p:sp>
        <p:sp>
          <p:nvSpPr>
            <p:cNvPr id="12" name="Metin kutusu 11"/>
            <p:cNvSpPr txBox="1"/>
            <p:nvPr/>
          </p:nvSpPr>
          <p:spPr>
            <a:xfrm>
              <a:off x="5426279" y="4185198"/>
              <a:ext cx="583796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99</a:t>
              </a:r>
            </a:p>
          </p:txBody>
        </p:sp>
      </p:grpSp>
      <p:grpSp>
        <p:nvGrpSpPr>
          <p:cNvPr id="15" name="Grup 14"/>
          <p:cNvGrpSpPr/>
          <p:nvPr/>
        </p:nvGrpSpPr>
        <p:grpSpPr>
          <a:xfrm rot="5400000">
            <a:off x="3842467" y="3720980"/>
            <a:ext cx="4507066" cy="671914"/>
            <a:chOff x="3194302" y="1849616"/>
            <a:chExt cx="5390047" cy="671914"/>
          </a:xfrm>
        </p:grpSpPr>
        <p:grpSp>
          <p:nvGrpSpPr>
            <p:cNvPr id="16" name="Grup 15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44" name="Dikdörtgen 4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10</a:t>
                </a:r>
              </a:p>
            </p:txBody>
          </p:sp>
          <p:sp>
            <p:nvSpPr>
              <p:cNvPr id="45" name="Metin kutusu 44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42" name="Dikdörtgen 4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1</a:t>
                </a:r>
              </a:p>
            </p:txBody>
          </p:sp>
          <p:sp>
            <p:nvSpPr>
              <p:cNvPr id="43" name="Metin kutusu 42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40" name="Dikdörtgen 3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Metin kutusu 40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9" name="Grup 18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8" name="Dikdörtgen 37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Metin kutusu 38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20" name="Grup 19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36" name="Dikdörtgen 3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Metin kutusu 36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21" name="Grup 20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34" name="Dikdörtgen 33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5</a:t>
                </a:r>
              </a:p>
            </p:txBody>
          </p:sp>
          <p:sp>
            <p:nvSpPr>
              <p:cNvPr id="35" name="Metin kutusu 34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22" name="Grup 21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32" name="Dikdörtgen 31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23" name="Grup 22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30" name="Dikdörtgen 2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30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24" name="Grup 23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8" name="Dikdörtgen 27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Metin kutusu 28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25" name="Grup 24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26" name="Dikdörtgen 25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" name="Metin kutusu 2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sp>
        <p:nvSpPr>
          <p:cNvPr id="46" name="Metin kutusu 45"/>
          <p:cNvSpPr txBox="1"/>
          <p:nvPr/>
        </p:nvSpPr>
        <p:spPr>
          <a:xfrm>
            <a:off x="7853082" y="1841503"/>
            <a:ext cx="1718740" cy="19902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1 % 10 = 1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10 % 10 = 0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26 % 10 = 6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99 % 10 = 9</a:t>
            </a:r>
          </a:p>
        </p:txBody>
      </p:sp>
      <p:cxnSp>
        <p:nvCxnSpPr>
          <p:cNvPr id="11" name="Düz Ok Bağlayıcısı 10"/>
          <p:cNvCxnSpPr>
            <a:endCxn id="35" idx="1"/>
          </p:cNvCxnSpPr>
          <p:nvPr/>
        </p:nvCxnSpPr>
        <p:spPr>
          <a:xfrm>
            <a:off x="2809565" y="3278385"/>
            <a:ext cx="2951647" cy="97812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Düz Ok Bağlayıcısı 46"/>
          <p:cNvCxnSpPr/>
          <p:nvPr/>
        </p:nvCxnSpPr>
        <p:spPr>
          <a:xfrm flipV="1">
            <a:off x="2809509" y="2516543"/>
            <a:ext cx="3002598" cy="108102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Düz Ok Bağlayıcısı 47"/>
          <p:cNvCxnSpPr/>
          <p:nvPr/>
        </p:nvCxnSpPr>
        <p:spPr>
          <a:xfrm flipV="1">
            <a:off x="2879277" y="2114147"/>
            <a:ext cx="2903367" cy="183909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Düz Ok Bağlayıcısı 48"/>
          <p:cNvCxnSpPr>
            <a:endCxn id="33" idx="1"/>
          </p:cNvCxnSpPr>
          <p:nvPr/>
        </p:nvCxnSpPr>
        <p:spPr>
          <a:xfrm>
            <a:off x="2885765" y="4359405"/>
            <a:ext cx="2874279" cy="35846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Content Placeholder 49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35747434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 4"/>
          <p:cNvGrpSpPr/>
          <p:nvPr/>
        </p:nvGrpSpPr>
        <p:grpSpPr>
          <a:xfrm>
            <a:off x="1988742" y="2350970"/>
            <a:ext cx="1349694" cy="2900862"/>
            <a:chOff x="4831556" y="1130903"/>
            <a:chExt cx="1773242" cy="3963105"/>
          </a:xfrm>
        </p:grpSpPr>
        <p:grpSp>
          <p:nvGrpSpPr>
            <p:cNvPr id="6" name="Grup 5"/>
            <p:cNvGrpSpPr/>
            <p:nvPr/>
          </p:nvGrpSpPr>
          <p:grpSpPr>
            <a:xfrm>
              <a:off x="4831556" y="1130903"/>
              <a:ext cx="1773242" cy="3963105"/>
              <a:chOff x="4831556" y="1000277"/>
              <a:chExt cx="1773242" cy="3963105"/>
            </a:xfrm>
          </p:grpSpPr>
          <p:sp>
            <p:nvSpPr>
              <p:cNvPr id="13" name="Oval 12"/>
              <p:cNvSpPr/>
              <p:nvPr/>
            </p:nvSpPr>
            <p:spPr>
              <a:xfrm rot="5400000">
                <a:off x="4078556" y="2438389"/>
                <a:ext cx="3279243" cy="1770743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/>
              </a:p>
            </p:txBody>
          </p:sp>
          <p:sp>
            <p:nvSpPr>
              <p:cNvPr id="14" name="Metin kutusu 13"/>
              <p:cNvSpPr txBox="1"/>
              <p:nvPr/>
            </p:nvSpPr>
            <p:spPr>
              <a:xfrm>
                <a:off x="4831556" y="1000277"/>
                <a:ext cx="1773242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200" dirty="0"/>
                  <a:t>Anahtar Uzayı</a:t>
                </a:r>
              </a:p>
            </p:txBody>
          </p:sp>
        </p:grpSp>
        <p:sp>
          <p:nvSpPr>
            <p:cNvPr id="7" name="Metin kutusu 6"/>
            <p:cNvSpPr txBox="1"/>
            <p:nvPr/>
          </p:nvSpPr>
          <p:spPr>
            <a:xfrm>
              <a:off x="5560922" y="2551009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</a:t>
              </a:r>
            </a:p>
          </p:txBody>
        </p:sp>
        <p:sp>
          <p:nvSpPr>
            <p:cNvPr id="8" name="Metin kutusu 7"/>
            <p:cNvSpPr txBox="1"/>
            <p:nvPr/>
          </p:nvSpPr>
          <p:spPr>
            <a:xfrm>
              <a:off x="5426280" y="3052156"/>
              <a:ext cx="583794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</a:t>
              </a:r>
            </a:p>
          </p:txBody>
        </p:sp>
        <p:sp>
          <p:nvSpPr>
            <p:cNvPr id="9" name="Metin kutusu 8"/>
            <p:cNvSpPr txBox="1"/>
            <p:nvPr/>
          </p:nvSpPr>
          <p:spPr>
            <a:xfrm>
              <a:off x="5560922" y="2101914"/>
              <a:ext cx="314510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5</a:t>
              </a:r>
            </a:p>
          </p:txBody>
        </p:sp>
        <p:sp>
          <p:nvSpPr>
            <p:cNvPr id="10" name="Metin kutusu 9"/>
            <p:cNvSpPr txBox="1"/>
            <p:nvPr/>
          </p:nvSpPr>
          <p:spPr>
            <a:xfrm>
              <a:off x="5426279" y="3592652"/>
              <a:ext cx="583796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26</a:t>
              </a:r>
            </a:p>
          </p:txBody>
        </p:sp>
        <p:sp>
          <p:nvSpPr>
            <p:cNvPr id="12" name="Metin kutusu 11"/>
            <p:cNvSpPr txBox="1"/>
            <p:nvPr/>
          </p:nvSpPr>
          <p:spPr>
            <a:xfrm>
              <a:off x="5426279" y="4185198"/>
              <a:ext cx="583796" cy="543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99</a:t>
              </a:r>
            </a:p>
          </p:txBody>
        </p:sp>
      </p:grpSp>
      <p:grpSp>
        <p:nvGrpSpPr>
          <p:cNvPr id="15" name="Grup 14"/>
          <p:cNvGrpSpPr/>
          <p:nvPr/>
        </p:nvGrpSpPr>
        <p:grpSpPr>
          <a:xfrm rot="5400000">
            <a:off x="3842467" y="3720980"/>
            <a:ext cx="4507066" cy="671914"/>
            <a:chOff x="3194302" y="1849616"/>
            <a:chExt cx="5390047" cy="671914"/>
          </a:xfrm>
        </p:grpSpPr>
        <p:grpSp>
          <p:nvGrpSpPr>
            <p:cNvPr id="16" name="Grup 15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44" name="Dikdörtgen 4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10</a:t>
                </a:r>
              </a:p>
            </p:txBody>
          </p:sp>
          <p:sp>
            <p:nvSpPr>
              <p:cNvPr id="45" name="Metin kutusu 44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42" name="Dikdörtgen 4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1</a:t>
                </a:r>
              </a:p>
            </p:txBody>
          </p:sp>
          <p:sp>
            <p:nvSpPr>
              <p:cNvPr id="43" name="Metin kutusu 42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40" name="Dikdörtgen 3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Metin kutusu 40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9" name="Grup 18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8" name="Dikdörtgen 37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Metin kutusu 38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20" name="Grup 19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36" name="Dikdörtgen 3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Metin kutusu 36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21" name="Grup 20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34" name="Dikdörtgen 33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tr-TR" dirty="0">
                    <a:solidFill>
                      <a:schemeClr val="tx1"/>
                    </a:solidFill>
                  </a:rPr>
                  <a:t>5</a:t>
                </a:r>
              </a:p>
            </p:txBody>
          </p:sp>
          <p:sp>
            <p:nvSpPr>
              <p:cNvPr id="35" name="Metin kutusu 34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22" name="Grup 21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32" name="Dikdörtgen 31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23" name="Grup 22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30" name="Dikdörtgen 2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30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24" name="Grup 23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8" name="Dikdörtgen 27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Metin kutusu 28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25" name="Grup 24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26" name="Dikdörtgen 25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" name="Metin kutusu 2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sp>
        <p:nvSpPr>
          <p:cNvPr id="46" name="Metin kutusu 45"/>
          <p:cNvSpPr txBox="1"/>
          <p:nvPr/>
        </p:nvSpPr>
        <p:spPr>
          <a:xfrm>
            <a:off x="7853082" y="1841503"/>
            <a:ext cx="1718740" cy="19902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1 % 10 = 1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10 % 10 = 0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26 % 10 = 6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99 % 10 = 9</a:t>
            </a:r>
          </a:p>
        </p:txBody>
      </p:sp>
      <p:cxnSp>
        <p:nvCxnSpPr>
          <p:cNvPr id="11" name="Düz Ok Bağlayıcısı 10"/>
          <p:cNvCxnSpPr>
            <a:endCxn id="35" idx="1"/>
          </p:cNvCxnSpPr>
          <p:nvPr/>
        </p:nvCxnSpPr>
        <p:spPr>
          <a:xfrm>
            <a:off x="2809565" y="3278385"/>
            <a:ext cx="2951647" cy="97812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Düz Ok Bağlayıcısı 46"/>
          <p:cNvCxnSpPr/>
          <p:nvPr/>
        </p:nvCxnSpPr>
        <p:spPr>
          <a:xfrm flipV="1">
            <a:off x="2809509" y="2516543"/>
            <a:ext cx="3002598" cy="108102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Düz Ok Bağlayıcısı 47"/>
          <p:cNvCxnSpPr/>
          <p:nvPr/>
        </p:nvCxnSpPr>
        <p:spPr>
          <a:xfrm flipV="1">
            <a:off x="2879277" y="2114147"/>
            <a:ext cx="2903367" cy="183909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Düz Ok Bağlayıcısı 48"/>
          <p:cNvCxnSpPr>
            <a:endCxn id="33" idx="1"/>
          </p:cNvCxnSpPr>
          <p:nvPr/>
        </p:nvCxnSpPr>
        <p:spPr>
          <a:xfrm>
            <a:off x="2885765" y="4359405"/>
            <a:ext cx="2874279" cy="35846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Düz Ok Bağlayıcısı 49"/>
          <p:cNvCxnSpPr>
            <a:endCxn id="27" idx="1"/>
          </p:cNvCxnSpPr>
          <p:nvPr/>
        </p:nvCxnSpPr>
        <p:spPr>
          <a:xfrm>
            <a:off x="2879277" y="4785547"/>
            <a:ext cx="2883162" cy="1284374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1" name="Content Placeholder 50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22281770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Basit Bir </a:t>
            </a:r>
            <a:r>
              <a:rPr lang="tr-TR" dirty="0" err="1"/>
              <a:t>Hash</a:t>
            </a:r>
            <a:r>
              <a:rPr lang="tr-TR" dirty="0"/>
              <a:t> Tablosu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0091491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up 14"/>
          <p:cNvGrpSpPr/>
          <p:nvPr/>
        </p:nvGrpSpPr>
        <p:grpSpPr>
          <a:xfrm rot="5400000">
            <a:off x="3842467" y="3720980"/>
            <a:ext cx="4507066" cy="671914"/>
            <a:chOff x="3194302" y="1849616"/>
            <a:chExt cx="5390047" cy="671914"/>
          </a:xfrm>
        </p:grpSpPr>
        <p:grpSp>
          <p:nvGrpSpPr>
            <p:cNvPr id="16" name="Grup 15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44" name="Dikdörtgen 4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5" name="Metin kutusu 44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42" name="Dikdörtgen 4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3" name="Metin kutusu 42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40" name="Dikdörtgen 3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Metin kutusu 40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9" name="Grup 18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8" name="Dikdörtgen 37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Metin kutusu 38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20" name="Grup 19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36" name="Dikdörtgen 3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Metin kutusu 36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21" name="Grup 20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34" name="Dikdörtgen 33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Metin kutusu 34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22" name="Grup 21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32" name="Dikdörtgen 31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23" name="Grup 22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30" name="Dikdörtgen 2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30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24" name="Grup 23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8" name="Dikdörtgen 27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Metin kutusu 28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25" name="Grup 24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26" name="Dikdörtgen 25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" name="Metin kutusu 2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grpSp>
        <p:nvGrpSpPr>
          <p:cNvPr id="4" name="Grup 3"/>
          <p:cNvGrpSpPr/>
          <p:nvPr/>
        </p:nvGrpSpPr>
        <p:grpSpPr>
          <a:xfrm>
            <a:off x="1327710" y="2338270"/>
            <a:ext cx="2671758" cy="3172601"/>
            <a:chOff x="1327710" y="2338270"/>
            <a:chExt cx="2671758" cy="3172601"/>
          </a:xfrm>
        </p:grpSpPr>
        <p:grpSp>
          <p:nvGrpSpPr>
            <p:cNvPr id="5" name="Grup 4"/>
            <p:cNvGrpSpPr/>
            <p:nvPr/>
          </p:nvGrpSpPr>
          <p:grpSpPr>
            <a:xfrm>
              <a:off x="1327710" y="2338270"/>
              <a:ext cx="2671758" cy="3172601"/>
              <a:chOff x="3963086" y="1130903"/>
              <a:chExt cx="3510183" cy="4334349"/>
            </a:xfrm>
          </p:grpSpPr>
          <p:grpSp>
            <p:nvGrpSpPr>
              <p:cNvPr id="6" name="Grup 5"/>
              <p:cNvGrpSpPr/>
              <p:nvPr/>
            </p:nvGrpSpPr>
            <p:grpSpPr>
              <a:xfrm>
                <a:off x="3963086" y="1130903"/>
                <a:ext cx="3510183" cy="4334349"/>
                <a:chOff x="3963086" y="1000277"/>
                <a:chExt cx="3510183" cy="4334349"/>
              </a:xfrm>
            </p:grpSpPr>
            <p:sp>
              <p:nvSpPr>
                <p:cNvPr id="13" name="Oval 12"/>
                <p:cNvSpPr/>
                <p:nvPr/>
              </p:nvSpPr>
              <p:spPr>
                <a:xfrm rot="5400000">
                  <a:off x="3904918" y="2202912"/>
                  <a:ext cx="3585422" cy="2678006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/>
                </a:p>
              </p:txBody>
            </p:sp>
            <p:sp>
              <p:nvSpPr>
                <p:cNvPr id="14" name="Metin kutusu 13"/>
                <p:cNvSpPr txBox="1"/>
                <p:nvPr/>
              </p:nvSpPr>
              <p:spPr>
                <a:xfrm>
                  <a:off x="3963086" y="1000277"/>
                  <a:ext cx="3510183" cy="58867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sz="2200" dirty="0"/>
                    <a:t>Anahtar - Değer Uzayı</a:t>
                  </a:r>
                </a:p>
              </p:txBody>
            </p:sp>
          </p:grpSp>
          <p:sp>
            <p:nvSpPr>
              <p:cNvPr id="7" name="Metin kutusu 6"/>
              <p:cNvSpPr txBox="1"/>
              <p:nvPr/>
            </p:nvSpPr>
            <p:spPr>
              <a:xfrm>
                <a:off x="5101865" y="2551009"/>
                <a:ext cx="123262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1, Tuna</a:t>
                </a:r>
              </a:p>
            </p:txBody>
          </p:sp>
          <p:sp>
            <p:nvSpPr>
              <p:cNvPr id="8" name="Metin kutusu 7"/>
              <p:cNvSpPr txBox="1"/>
              <p:nvPr/>
            </p:nvSpPr>
            <p:spPr>
              <a:xfrm>
                <a:off x="4996651" y="3052156"/>
                <a:ext cx="1443060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10, Leyla</a:t>
                </a:r>
              </a:p>
            </p:txBody>
          </p:sp>
          <p:sp>
            <p:nvSpPr>
              <p:cNvPr id="9" name="Metin kutusu 8"/>
              <p:cNvSpPr txBox="1"/>
              <p:nvPr/>
            </p:nvSpPr>
            <p:spPr>
              <a:xfrm>
                <a:off x="5255690" y="2101914"/>
                <a:ext cx="924975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5, Ali</a:t>
                </a:r>
              </a:p>
            </p:txBody>
          </p:sp>
          <p:sp>
            <p:nvSpPr>
              <p:cNvPr id="10" name="Metin kutusu 9"/>
              <p:cNvSpPr txBox="1"/>
              <p:nvPr/>
            </p:nvSpPr>
            <p:spPr>
              <a:xfrm>
                <a:off x="4943072" y="3592652"/>
                <a:ext cx="155021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26, Ceren</a:t>
                </a:r>
              </a:p>
            </p:txBody>
          </p:sp>
          <p:sp>
            <p:nvSpPr>
              <p:cNvPr id="12" name="Metin kutusu 11"/>
              <p:cNvSpPr txBox="1"/>
              <p:nvPr/>
            </p:nvSpPr>
            <p:spPr>
              <a:xfrm>
                <a:off x="5014551" y="4098445"/>
                <a:ext cx="1407258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99, Sena</a:t>
                </a:r>
              </a:p>
            </p:txBody>
          </p:sp>
        </p:grpSp>
        <p:sp>
          <p:nvSpPr>
            <p:cNvPr id="46" name="Metin kutusu 45"/>
            <p:cNvSpPr txBox="1"/>
            <p:nvPr/>
          </p:nvSpPr>
          <p:spPr>
            <a:xfrm>
              <a:off x="1992382" y="4883255"/>
              <a:ext cx="134241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105, Murat</a:t>
              </a:r>
            </a:p>
          </p:txBody>
        </p:sp>
      </p:grp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Content Placeholder 46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77689713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up 14"/>
          <p:cNvGrpSpPr/>
          <p:nvPr/>
        </p:nvGrpSpPr>
        <p:grpSpPr>
          <a:xfrm rot="5400000">
            <a:off x="3842467" y="3720980"/>
            <a:ext cx="4507066" cy="671914"/>
            <a:chOff x="3194302" y="1849616"/>
            <a:chExt cx="5390047" cy="671914"/>
          </a:xfrm>
        </p:grpSpPr>
        <p:grpSp>
          <p:nvGrpSpPr>
            <p:cNvPr id="16" name="Grup 15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44" name="Dikdörtgen 4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5" name="Metin kutusu 44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42" name="Dikdörtgen 4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3" name="Metin kutusu 42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40" name="Dikdörtgen 3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Metin kutusu 40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9" name="Grup 18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8" name="Dikdörtgen 37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Metin kutusu 38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20" name="Grup 19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36" name="Dikdörtgen 3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Metin kutusu 36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21" name="Grup 20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34" name="Dikdörtgen 33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Metin kutusu 34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22" name="Grup 21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32" name="Dikdörtgen 31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23" name="Grup 22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30" name="Dikdörtgen 2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30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24" name="Grup 23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8" name="Dikdörtgen 27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Metin kutusu 28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25" name="Grup 24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26" name="Dikdörtgen 25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" name="Metin kutusu 2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grpSp>
        <p:nvGrpSpPr>
          <p:cNvPr id="4" name="Grup 3"/>
          <p:cNvGrpSpPr/>
          <p:nvPr/>
        </p:nvGrpSpPr>
        <p:grpSpPr>
          <a:xfrm>
            <a:off x="1327710" y="2338270"/>
            <a:ext cx="2671758" cy="3172601"/>
            <a:chOff x="1327710" y="2338270"/>
            <a:chExt cx="2671758" cy="3172601"/>
          </a:xfrm>
        </p:grpSpPr>
        <p:grpSp>
          <p:nvGrpSpPr>
            <p:cNvPr id="5" name="Grup 4"/>
            <p:cNvGrpSpPr/>
            <p:nvPr/>
          </p:nvGrpSpPr>
          <p:grpSpPr>
            <a:xfrm>
              <a:off x="1327710" y="2338270"/>
              <a:ext cx="2671758" cy="3172601"/>
              <a:chOff x="3963086" y="1130903"/>
              <a:chExt cx="3510183" cy="4334349"/>
            </a:xfrm>
          </p:grpSpPr>
          <p:grpSp>
            <p:nvGrpSpPr>
              <p:cNvPr id="6" name="Grup 5"/>
              <p:cNvGrpSpPr/>
              <p:nvPr/>
            </p:nvGrpSpPr>
            <p:grpSpPr>
              <a:xfrm>
                <a:off x="3963086" y="1130903"/>
                <a:ext cx="3510183" cy="4334349"/>
                <a:chOff x="3963086" y="1000277"/>
                <a:chExt cx="3510183" cy="4334349"/>
              </a:xfrm>
            </p:grpSpPr>
            <p:sp>
              <p:nvSpPr>
                <p:cNvPr id="13" name="Oval 12"/>
                <p:cNvSpPr/>
                <p:nvPr/>
              </p:nvSpPr>
              <p:spPr>
                <a:xfrm rot="5400000">
                  <a:off x="3904918" y="2202912"/>
                  <a:ext cx="3585422" cy="2678006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/>
                </a:p>
              </p:txBody>
            </p:sp>
            <p:sp>
              <p:nvSpPr>
                <p:cNvPr id="14" name="Metin kutusu 13"/>
                <p:cNvSpPr txBox="1"/>
                <p:nvPr/>
              </p:nvSpPr>
              <p:spPr>
                <a:xfrm>
                  <a:off x="3963086" y="1000277"/>
                  <a:ext cx="3510183" cy="58867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sz="2200" dirty="0"/>
                    <a:t>Anahtar - Değer Uzayı</a:t>
                  </a:r>
                </a:p>
              </p:txBody>
            </p:sp>
          </p:grpSp>
          <p:sp>
            <p:nvSpPr>
              <p:cNvPr id="7" name="Metin kutusu 6"/>
              <p:cNvSpPr txBox="1"/>
              <p:nvPr/>
            </p:nvSpPr>
            <p:spPr>
              <a:xfrm>
                <a:off x="5101865" y="2551009"/>
                <a:ext cx="123262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1, Tuna</a:t>
                </a:r>
              </a:p>
            </p:txBody>
          </p:sp>
          <p:sp>
            <p:nvSpPr>
              <p:cNvPr id="8" name="Metin kutusu 7"/>
              <p:cNvSpPr txBox="1"/>
              <p:nvPr/>
            </p:nvSpPr>
            <p:spPr>
              <a:xfrm>
                <a:off x="4996651" y="3052156"/>
                <a:ext cx="1443060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10, Leyla</a:t>
                </a:r>
              </a:p>
            </p:txBody>
          </p:sp>
          <p:sp>
            <p:nvSpPr>
              <p:cNvPr id="9" name="Metin kutusu 8"/>
              <p:cNvSpPr txBox="1"/>
              <p:nvPr/>
            </p:nvSpPr>
            <p:spPr>
              <a:xfrm>
                <a:off x="5255690" y="2101914"/>
                <a:ext cx="924975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5, Ali</a:t>
                </a:r>
              </a:p>
            </p:txBody>
          </p:sp>
          <p:sp>
            <p:nvSpPr>
              <p:cNvPr id="10" name="Metin kutusu 9"/>
              <p:cNvSpPr txBox="1"/>
              <p:nvPr/>
            </p:nvSpPr>
            <p:spPr>
              <a:xfrm>
                <a:off x="4943072" y="3592652"/>
                <a:ext cx="155021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26, Ceren</a:t>
                </a:r>
              </a:p>
            </p:txBody>
          </p:sp>
          <p:sp>
            <p:nvSpPr>
              <p:cNvPr id="12" name="Metin kutusu 11"/>
              <p:cNvSpPr txBox="1"/>
              <p:nvPr/>
            </p:nvSpPr>
            <p:spPr>
              <a:xfrm>
                <a:off x="5014551" y="4098445"/>
                <a:ext cx="1407258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99, Sena</a:t>
                </a:r>
              </a:p>
            </p:txBody>
          </p:sp>
        </p:grpSp>
        <p:sp>
          <p:nvSpPr>
            <p:cNvPr id="46" name="Metin kutusu 45"/>
            <p:cNvSpPr txBox="1"/>
            <p:nvPr/>
          </p:nvSpPr>
          <p:spPr>
            <a:xfrm>
              <a:off x="1992382" y="4883255"/>
              <a:ext cx="134241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105, Murat</a:t>
              </a:r>
            </a:p>
          </p:txBody>
        </p:sp>
      </p:grpSp>
      <p:sp>
        <p:nvSpPr>
          <p:cNvPr id="47" name="Metin kutusu 46"/>
          <p:cNvSpPr txBox="1"/>
          <p:nvPr/>
        </p:nvSpPr>
        <p:spPr>
          <a:xfrm>
            <a:off x="9827021" y="1841503"/>
            <a:ext cx="157927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</p:txBody>
      </p:sp>
      <p:cxnSp>
        <p:nvCxnSpPr>
          <p:cNvPr id="48" name="Düz Ok Bağlayıcısı 47"/>
          <p:cNvCxnSpPr>
            <a:endCxn id="35" idx="1"/>
          </p:cNvCxnSpPr>
          <p:nvPr/>
        </p:nvCxnSpPr>
        <p:spPr>
          <a:xfrm>
            <a:off x="3015609" y="3259560"/>
            <a:ext cx="2745603" cy="99695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Düz Ok Bağlayıcısı 49"/>
          <p:cNvCxnSpPr/>
          <p:nvPr/>
        </p:nvCxnSpPr>
        <p:spPr>
          <a:xfrm flipV="1">
            <a:off x="6251956" y="4282484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196857" y="4007650"/>
            <a:ext cx="1337544" cy="544957"/>
            <a:chOff x="1166712" y="4680666"/>
            <a:chExt cx="2554387" cy="1364534"/>
          </a:xfrm>
        </p:grpSpPr>
        <p:sp>
          <p:nvSpPr>
            <p:cNvPr id="54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5" name="Dikdörtgen 54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56" name="Metin kutusu 55"/>
            <p:cNvSpPr txBox="1"/>
            <p:nvPr/>
          </p:nvSpPr>
          <p:spPr>
            <a:xfrm>
              <a:off x="2043515" y="5034939"/>
              <a:ext cx="789831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5, Ali</a:t>
              </a:r>
            </a:p>
          </p:txBody>
        </p:sp>
      </p:grp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Content Placeholder 4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25735122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up 14"/>
          <p:cNvGrpSpPr/>
          <p:nvPr/>
        </p:nvGrpSpPr>
        <p:grpSpPr>
          <a:xfrm rot="5400000">
            <a:off x="3842467" y="3720980"/>
            <a:ext cx="4507066" cy="671914"/>
            <a:chOff x="3194302" y="1849616"/>
            <a:chExt cx="5390047" cy="671914"/>
          </a:xfrm>
        </p:grpSpPr>
        <p:grpSp>
          <p:nvGrpSpPr>
            <p:cNvPr id="16" name="Grup 15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44" name="Dikdörtgen 4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5" name="Metin kutusu 44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42" name="Dikdörtgen 4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3" name="Metin kutusu 42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40" name="Dikdörtgen 3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Metin kutusu 40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9" name="Grup 18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8" name="Dikdörtgen 37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Metin kutusu 38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20" name="Grup 19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36" name="Dikdörtgen 3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Metin kutusu 36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21" name="Grup 20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34" name="Dikdörtgen 33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Metin kutusu 34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22" name="Grup 21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32" name="Dikdörtgen 31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23" name="Grup 22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30" name="Dikdörtgen 2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30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24" name="Grup 23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8" name="Dikdörtgen 27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Metin kutusu 28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25" name="Grup 24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26" name="Dikdörtgen 25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" name="Metin kutusu 2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grpSp>
        <p:nvGrpSpPr>
          <p:cNvPr id="4" name="Grup 3"/>
          <p:cNvGrpSpPr/>
          <p:nvPr/>
        </p:nvGrpSpPr>
        <p:grpSpPr>
          <a:xfrm>
            <a:off x="1327710" y="2338270"/>
            <a:ext cx="2671758" cy="3172601"/>
            <a:chOff x="1327710" y="2338270"/>
            <a:chExt cx="2671758" cy="3172601"/>
          </a:xfrm>
        </p:grpSpPr>
        <p:grpSp>
          <p:nvGrpSpPr>
            <p:cNvPr id="5" name="Grup 4"/>
            <p:cNvGrpSpPr/>
            <p:nvPr/>
          </p:nvGrpSpPr>
          <p:grpSpPr>
            <a:xfrm>
              <a:off x="1327710" y="2338270"/>
              <a:ext cx="2671758" cy="3172601"/>
              <a:chOff x="3963086" y="1130903"/>
              <a:chExt cx="3510183" cy="4334349"/>
            </a:xfrm>
          </p:grpSpPr>
          <p:grpSp>
            <p:nvGrpSpPr>
              <p:cNvPr id="6" name="Grup 5"/>
              <p:cNvGrpSpPr/>
              <p:nvPr/>
            </p:nvGrpSpPr>
            <p:grpSpPr>
              <a:xfrm>
                <a:off x="3963086" y="1130903"/>
                <a:ext cx="3510183" cy="4334349"/>
                <a:chOff x="3963086" y="1000277"/>
                <a:chExt cx="3510183" cy="4334349"/>
              </a:xfrm>
            </p:grpSpPr>
            <p:sp>
              <p:nvSpPr>
                <p:cNvPr id="13" name="Oval 12"/>
                <p:cNvSpPr/>
                <p:nvPr/>
              </p:nvSpPr>
              <p:spPr>
                <a:xfrm rot="5400000">
                  <a:off x="3904918" y="2202912"/>
                  <a:ext cx="3585422" cy="2678006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/>
                </a:p>
              </p:txBody>
            </p:sp>
            <p:sp>
              <p:nvSpPr>
                <p:cNvPr id="14" name="Metin kutusu 13"/>
                <p:cNvSpPr txBox="1"/>
                <p:nvPr/>
              </p:nvSpPr>
              <p:spPr>
                <a:xfrm>
                  <a:off x="3963086" y="1000277"/>
                  <a:ext cx="3510183" cy="58867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sz="2200" dirty="0"/>
                    <a:t>Anahtar - Değer Uzayı</a:t>
                  </a:r>
                </a:p>
              </p:txBody>
            </p:sp>
          </p:grpSp>
          <p:sp>
            <p:nvSpPr>
              <p:cNvPr id="7" name="Metin kutusu 6"/>
              <p:cNvSpPr txBox="1"/>
              <p:nvPr/>
            </p:nvSpPr>
            <p:spPr>
              <a:xfrm>
                <a:off x="5101865" y="2551009"/>
                <a:ext cx="123262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1, Tuna</a:t>
                </a:r>
              </a:p>
            </p:txBody>
          </p:sp>
          <p:sp>
            <p:nvSpPr>
              <p:cNvPr id="8" name="Metin kutusu 7"/>
              <p:cNvSpPr txBox="1"/>
              <p:nvPr/>
            </p:nvSpPr>
            <p:spPr>
              <a:xfrm>
                <a:off x="4996651" y="3052156"/>
                <a:ext cx="1443060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10, Leyla</a:t>
                </a:r>
              </a:p>
            </p:txBody>
          </p:sp>
          <p:sp>
            <p:nvSpPr>
              <p:cNvPr id="9" name="Metin kutusu 8"/>
              <p:cNvSpPr txBox="1"/>
              <p:nvPr/>
            </p:nvSpPr>
            <p:spPr>
              <a:xfrm>
                <a:off x="5255690" y="2101914"/>
                <a:ext cx="924975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5, Ali</a:t>
                </a:r>
              </a:p>
            </p:txBody>
          </p:sp>
          <p:sp>
            <p:nvSpPr>
              <p:cNvPr id="10" name="Metin kutusu 9"/>
              <p:cNvSpPr txBox="1"/>
              <p:nvPr/>
            </p:nvSpPr>
            <p:spPr>
              <a:xfrm>
                <a:off x="4943072" y="3592652"/>
                <a:ext cx="155021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26, Ceren</a:t>
                </a:r>
              </a:p>
            </p:txBody>
          </p:sp>
          <p:sp>
            <p:nvSpPr>
              <p:cNvPr id="12" name="Metin kutusu 11"/>
              <p:cNvSpPr txBox="1"/>
              <p:nvPr/>
            </p:nvSpPr>
            <p:spPr>
              <a:xfrm>
                <a:off x="5014551" y="4098445"/>
                <a:ext cx="1407258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99, Sena</a:t>
                </a:r>
              </a:p>
            </p:txBody>
          </p:sp>
        </p:grpSp>
        <p:sp>
          <p:nvSpPr>
            <p:cNvPr id="46" name="Metin kutusu 45"/>
            <p:cNvSpPr txBox="1"/>
            <p:nvPr/>
          </p:nvSpPr>
          <p:spPr>
            <a:xfrm>
              <a:off x="1992382" y="4883255"/>
              <a:ext cx="134241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105, Murat</a:t>
              </a:r>
            </a:p>
          </p:txBody>
        </p:sp>
      </p:grpSp>
      <p:sp>
        <p:nvSpPr>
          <p:cNvPr id="47" name="Metin kutusu 46"/>
          <p:cNvSpPr txBox="1"/>
          <p:nvPr/>
        </p:nvSpPr>
        <p:spPr>
          <a:xfrm>
            <a:off x="9827021" y="1841503"/>
            <a:ext cx="1579278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1 % 10 = 1</a:t>
            </a:r>
          </a:p>
        </p:txBody>
      </p:sp>
      <p:cxnSp>
        <p:nvCxnSpPr>
          <p:cNvPr id="48" name="Düz Ok Bağlayıcısı 47"/>
          <p:cNvCxnSpPr>
            <a:endCxn id="35" idx="1"/>
          </p:cNvCxnSpPr>
          <p:nvPr/>
        </p:nvCxnSpPr>
        <p:spPr>
          <a:xfrm>
            <a:off x="3015609" y="3259560"/>
            <a:ext cx="2745603" cy="99695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Düz Ok Bağlayıcısı 49"/>
          <p:cNvCxnSpPr/>
          <p:nvPr/>
        </p:nvCxnSpPr>
        <p:spPr>
          <a:xfrm flipV="1">
            <a:off x="6251956" y="4282484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196857" y="4007650"/>
            <a:ext cx="1337544" cy="544957"/>
            <a:chOff x="1166712" y="4680666"/>
            <a:chExt cx="2554387" cy="1364534"/>
          </a:xfrm>
        </p:grpSpPr>
        <p:sp>
          <p:nvSpPr>
            <p:cNvPr id="54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5" name="Dikdörtgen 54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56" name="Metin kutusu 55"/>
            <p:cNvSpPr txBox="1"/>
            <p:nvPr/>
          </p:nvSpPr>
          <p:spPr>
            <a:xfrm>
              <a:off x="2043515" y="5034939"/>
              <a:ext cx="789831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5, Ali</a:t>
              </a:r>
            </a:p>
          </p:txBody>
        </p:sp>
      </p:grpSp>
      <p:cxnSp>
        <p:nvCxnSpPr>
          <p:cNvPr id="57" name="Düz Ok Bağlayıcısı 56"/>
          <p:cNvCxnSpPr>
            <a:stCxn id="7" idx="3"/>
          </p:cNvCxnSpPr>
          <p:nvPr/>
        </p:nvCxnSpPr>
        <p:spPr>
          <a:xfrm flipV="1">
            <a:off x="3132693" y="2541191"/>
            <a:ext cx="2629743" cy="103660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Content Placeholder 4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72044605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up 14"/>
          <p:cNvGrpSpPr/>
          <p:nvPr/>
        </p:nvGrpSpPr>
        <p:grpSpPr>
          <a:xfrm rot="5400000">
            <a:off x="3842467" y="3720980"/>
            <a:ext cx="4507066" cy="671914"/>
            <a:chOff x="3194302" y="1849616"/>
            <a:chExt cx="5390047" cy="671914"/>
          </a:xfrm>
        </p:grpSpPr>
        <p:grpSp>
          <p:nvGrpSpPr>
            <p:cNvPr id="16" name="Grup 15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44" name="Dikdörtgen 4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5" name="Metin kutusu 44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42" name="Dikdörtgen 4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3" name="Metin kutusu 42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40" name="Dikdörtgen 3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Metin kutusu 40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9" name="Grup 18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8" name="Dikdörtgen 37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Metin kutusu 38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20" name="Grup 19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36" name="Dikdörtgen 3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Metin kutusu 36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21" name="Grup 20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34" name="Dikdörtgen 33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Metin kutusu 34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22" name="Grup 21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32" name="Dikdörtgen 31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23" name="Grup 22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30" name="Dikdörtgen 2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30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24" name="Grup 23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8" name="Dikdörtgen 27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Metin kutusu 28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25" name="Grup 24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26" name="Dikdörtgen 25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" name="Metin kutusu 2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grpSp>
        <p:nvGrpSpPr>
          <p:cNvPr id="4" name="Grup 3"/>
          <p:cNvGrpSpPr/>
          <p:nvPr/>
        </p:nvGrpSpPr>
        <p:grpSpPr>
          <a:xfrm>
            <a:off x="1327710" y="2338270"/>
            <a:ext cx="2671758" cy="3172601"/>
            <a:chOff x="1327710" y="2338270"/>
            <a:chExt cx="2671758" cy="3172601"/>
          </a:xfrm>
        </p:grpSpPr>
        <p:grpSp>
          <p:nvGrpSpPr>
            <p:cNvPr id="5" name="Grup 4"/>
            <p:cNvGrpSpPr/>
            <p:nvPr/>
          </p:nvGrpSpPr>
          <p:grpSpPr>
            <a:xfrm>
              <a:off x="1327710" y="2338270"/>
              <a:ext cx="2671758" cy="3172601"/>
              <a:chOff x="3963086" y="1130903"/>
              <a:chExt cx="3510183" cy="4334349"/>
            </a:xfrm>
          </p:grpSpPr>
          <p:grpSp>
            <p:nvGrpSpPr>
              <p:cNvPr id="6" name="Grup 5"/>
              <p:cNvGrpSpPr/>
              <p:nvPr/>
            </p:nvGrpSpPr>
            <p:grpSpPr>
              <a:xfrm>
                <a:off x="3963086" y="1130903"/>
                <a:ext cx="3510183" cy="4334349"/>
                <a:chOff x="3963086" y="1000277"/>
                <a:chExt cx="3510183" cy="4334349"/>
              </a:xfrm>
            </p:grpSpPr>
            <p:sp>
              <p:nvSpPr>
                <p:cNvPr id="13" name="Oval 12"/>
                <p:cNvSpPr/>
                <p:nvPr/>
              </p:nvSpPr>
              <p:spPr>
                <a:xfrm rot="5400000">
                  <a:off x="3904918" y="2202912"/>
                  <a:ext cx="3585422" cy="2678006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/>
                </a:p>
              </p:txBody>
            </p:sp>
            <p:sp>
              <p:nvSpPr>
                <p:cNvPr id="14" name="Metin kutusu 13"/>
                <p:cNvSpPr txBox="1"/>
                <p:nvPr/>
              </p:nvSpPr>
              <p:spPr>
                <a:xfrm>
                  <a:off x="3963086" y="1000277"/>
                  <a:ext cx="3510183" cy="58867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sz="2200" dirty="0"/>
                    <a:t>Anahtar - Değer Uzayı</a:t>
                  </a:r>
                </a:p>
              </p:txBody>
            </p:sp>
          </p:grpSp>
          <p:sp>
            <p:nvSpPr>
              <p:cNvPr id="7" name="Metin kutusu 6"/>
              <p:cNvSpPr txBox="1"/>
              <p:nvPr/>
            </p:nvSpPr>
            <p:spPr>
              <a:xfrm>
                <a:off x="5101865" y="2551009"/>
                <a:ext cx="123262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1, Tuna</a:t>
                </a:r>
              </a:p>
            </p:txBody>
          </p:sp>
          <p:sp>
            <p:nvSpPr>
              <p:cNvPr id="8" name="Metin kutusu 7"/>
              <p:cNvSpPr txBox="1"/>
              <p:nvPr/>
            </p:nvSpPr>
            <p:spPr>
              <a:xfrm>
                <a:off x="4996651" y="3052156"/>
                <a:ext cx="1443060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10, Leyla</a:t>
                </a:r>
              </a:p>
            </p:txBody>
          </p:sp>
          <p:sp>
            <p:nvSpPr>
              <p:cNvPr id="9" name="Metin kutusu 8"/>
              <p:cNvSpPr txBox="1"/>
              <p:nvPr/>
            </p:nvSpPr>
            <p:spPr>
              <a:xfrm>
                <a:off x="5255690" y="2101914"/>
                <a:ext cx="924975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5, Ali</a:t>
                </a:r>
              </a:p>
            </p:txBody>
          </p:sp>
          <p:sp>
            <p:nvSpPr>
              <p:cNvPr id="10" name="Metin kutusu 9"/>
              <p:cNvSpPr txBox="1"/>
              <p:nvPr/>
            </p:nvSpPr>
            <p:spPr>
              <a:xfrm>
                <a:off x="4943072" y="3592652"/>
                <a:ext cx="155021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26, Ceren</a:t>
                </a:r>
              </a:p>
            </p:txBody>
          </p:sp>
          <p:sp>
            <p:nvSpPr>
              <p:cNvPr id="12" name="Metin kutusu 11"/>
              <p:cNvSpPr txBox="1"/>
              <p:nvPr/>
            </p:nvSpPr>
            <p:spPr>
              <a:xfrm>
                <a:off x="5014551" y="4098445"/>
                <a:ext cx="1407258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99, Sena</a:t>
                </a:r>
              </a:p>
            </p:txBody>
          </p:sp>
        </p:grpSp>
        <p:sp>
          <p:nvSpPr>
            <p:cNvPr id="46" name="Metin kutusu 45"/>
            <p:cNvSpPr txBox="1"/>
            <p:nvPr/>
          </p:nvSpPr>
          <p:spPr>
            <a:xfrm>
              <a:off x="1992382" y="4883255"/>
              <a:ext cx="134241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105, Murat</a:t>
              </a:r>
            </a:p>
          </p:txBody>
        </p:sp>
      </p:grpSp>
      <p:sp>
        <p:nvSpPr>
          <p:cNvPr id="47" name="Metin kutusu 46"/>
          <p:cNvSpPr txBox="1"/>
          <p:nvPr/>
        </p:nvSpPr>
        <p:spPr>
          <a:xfrm>
            <a:off x="9827021" y="1841503"/>
            <a:ext cx="1579278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1 % 10 = 1</a:t>
            </a:r>
          </a:p>
        </p:txBody>
      </p:sp>
      <p:cxnSp>
        <p:nvCxnSpPr>
          <p:cNvPr id="48" name="Düz Ok Bağlayıcısı 47"/>
          <p:cNvCxnSpPr>
            <a:endCxn id="35" idx="1"/>
          </p:cNvCxnSpPr>
          <p:nvPr/>
        </p:nvCxnSpPr>
        <p:spPr>
          <a:xfrm>
            <a:off x="3015609" y="3259560"/>
            <a:ext cx="2745603" cy="99695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Düz Ok Bağlayıcısı 49"/>
          <p:cNvCxnSpPr/>
          <p:nvPr/>
        </p:nvCxnSpPr>
        <p:spPr>
          <a:xfrm flipV="1">
            <a:off x="6251956" y="4282484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196857" y="4007650"/>
            <a:ext cx="1337544" cy="544957"/>
            <a:chOff x="1166712" y="4680666"/>
            <a:chExt cx="2554387" cy="1364534"/>
          </a:xfrm>
        </p:grpSpPr>
        <p:sp>
          <p:nvSpPr>
            <p:cNvPr id="54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5" name="Dikdörtgen 54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56" name="Metin kutusu 55"/>
            <p:cNvSpPr txBox="1"/>
            <p:nvPr/>
          </p:nvSpPr>
          <p:spPr>
            <a:xfrm>
              <a:off x="2043515" y="5034939"/>
              <a:ext cx="789831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5, Ali</a:t>
              </a:r>
            </a:p>
          </p:txBody>
        </p:sp>
      </p:grpSp>
      <p:cxnSp>
        <p:nvCxnSpPr>
          <p:cNvPr id="57" name="Düz Ok Bağlayıcısı 56"/>
          <p:cNvCxnSpPr>
            <a:stCxn id="7" idx="3"/>
          </p:cNvCxnSpPr>
          <p:nvPr/>
        </p:nvCxnSpPr>
        <p:spPr>
          <a:xfrm flipV="1">
            <a:off x="3132693" y="2541191"/>
            <a:ext cx="2629743" cy="103660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Düz Ok Bağlayıcısı 57"/>
          <p:cNvCxnSpPr/>
          <p:nvPr/>
        </p:nvCxnSpPr>
        <p:spPr>
          <a:xfrm flipV="1">
            <a:off x="6251956" y="2460879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Grup 58"/>
          <p:cNvGrpSpPr/>
          <p:nvPr/>
        </p:nvGrpSpPr>
        <p:grpSpPr>
          <a:xfrm>
            <a:off x="7196857" y="2186045"/>
            <a:ext cx="1337544" cy="544957"/>
            <a:chOff x="1166712" y="4680666"/>
            <a:chExt cx="2554387" cy="1364534"/>
          </a:xfrm>
        </p:grpSpPr>
        <p:sp>
          <p:nvSpPr>
            <p:cNvPr id="60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61" name="Dikdörtgen 60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62" name="Metin kutusu 61"/>
            <p:cNvSpPr txBox="1"/>
            <p:nvPr/>
          </p:nvSpPr>
          <p:spPr>
            <a:xfrm>
              <a:off x="1864305" y="5034939"/>
              <a:ext cx="1148252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1, Tuna</a:t>
              </a:r>
            </a:p>
          </p:txBody>
        </p:sp>
      </p:grp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Content Placeholder 4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27343016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up 14"/>
          <p:cNvGrpSpPr/>
          <p:nvPr/>
        </p:nvGrpSpPr>
        <p:grpSpPr>
          <a:xfrm rot="5400000">
            <a:off x="3842467" y="3720980"/>
            <a:ext cx="4507066" cy="671914"/>
            <a:chOff x="3194302" y="1849616"/>
            <a:chExt cx="5390047" cy="671914"/>
          </a:xfrm>
        </p:grpSpPr>
        <p:grpSp>
          <p:nvGrpSpPr>
            <p:cNvPr id="16" name="Grup 15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44" name="Dikdörtgen 4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5" name="Metin kutusu 44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42" name="Dikdörtgen 4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3" name="Metin kutusu 42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40" name="Dikdörtgen 3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Metin kutusu 40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9" name="Grup 18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8" name="Dikdörtgen 37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Metin kutusu 38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20" name="Grup 19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36" name="Dikdörtgen 3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Metin kutusu 36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21" name="Grup 20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34" name="Dikdörtgen 33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Metin kutusu 34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22" name="Grup 21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32" name="Dikdörtgen 31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23" name="Grup 22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30" name="Dikdörtgen 2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30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24" name="Grup 23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8" name="Dikdörtgen 27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Metin kutusu 28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25" name="Grup 24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26" name="Dikdörtgen 25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" name="Metin kutusu 2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grpSp>
        <p:nvGrpSpPr>
          <p:cNvPr id="4" name="Grup 3"/>
          <p:cNvGrpSpPr/>
          <p:nvPr/>
        </p:nvGrpSpPr>
        <p:grpSpPr>
          <a:xfrm>
            <a:off x="1327710" y="2338270"/>
            <a:ext cx="2671758" cy="3172601"/>
            <a:chOff x="1327710" y="2338270"/>
            <a:chExt cx="2671758" cy="3172601"/>
          </a:xfrm>
        </p:grpSpPr>
        <p:grpSp>
          <p:nvGrpSpPr>
            <p:cNvPr id="5" name="Grup 4"/>
            <p:cNvGrpSpPr/>
            <p:nvPr/>
          </p:nvGrpSpPr>
          <p:grpSpPr>
            <a:xfrm>
              <a:off x="1327710" y="2338270"/>
              <a:ext cx="2671758" cy="3172601"/>
              <a:chOff x="3963086" y="1130903"/>
              <a:chExt cx="3510183" cy="4334349"/>
            </a:xfrm>
          </p:grpSpPr>
          <p:grpSp>
            <p:nvGrpSpPr>
              <p:cNvPr id="6" name="Grup 5"/>
              <p:cNvGrpSpPr/>
              <p:nvPr/>
            </p:nvGrpSpPr>
            <p:grpSpPr>
              <a:xfrm>
                <a:off x="3963086" y="1130903"/>
                <a:ext cx="3510183" cy="4334349"/>
                <a:chOff x="3963086" y="1000277"/>
                <a:chExt cx="3510183" cy="4334349"/>
              </a:xfrm>
            </p:grpSpPr>
            <p:sp>
              <p:nvSpPr>
                <p:cNvPr id="13" name="Oval 12"/>
                <p:cNvSpPr/>
                <p:nvPr/>
              </p:nvSpPr>
              <p:spPr>
                <a:xfrm rot="5400000">
                  <a:off x="3904918" y="2202912"/>
                  <a:ext cx="3585422" cy="2678006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/>
                </a:p>
              </p:txBody>
            </p:sp>
            <p:sp>
              <p:nvSpPr>
                <p:cNvPr id="14" name="Metin kutusu 13"/>
                <p:cNvSpPr txBox="1"/>
                <p:nvPr/>
              </p:nvSpPr>
              <p:spPr>
                <a:xfrm>
                  <a:off x="3963086" y="1000277"/>
                  <a:ext cx="3510183" cy="58867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sz="2200" dirty="0"/>
                    <a:t>Anahtar - Değer Uzayı</a:t>
                  </a:r>
                </a:p>
              </p:txBody>
            </p:sp>
          </p:grpSp>
          <p:sp>
            <p:nvSpPr>
              <p:cNvPr id="7" name="Metin kutusu 6"/>
              <p:cNvSpPr txBox="1"/>
              <p:nvPr/>
            </p:nvSpPr>
            <p:spPr>
              <a:xfrm>
                <a:off x="5101865" y="2551009"/>
                <a:ext cx="123262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1, Tuna</a:t>
                </a:r>
              </a:p>
            </p:txBody>
          </p:sp>
          <p:sp>
            <p:nvSpPr>
              <p:cNvPr id="8" name="Metin kutusu 7"/>
              <p:cNvSpPr txBox="1"/>
              <p:nvPr/>
            </p:nvSpPr>
            <p:spPr>
              <a:xfrm>
                <a:off x="4996651" y="3052156"/>
                <a:ext cx="1443060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10, Leyla</a:t>
                </a:r>
              </a:p>
            </p:txBody>
          </p:sp>
          <p:sp>
            <p:nvSpPr>
              <p:cNvPr id="9" name="Metin kutusu 8"/>
              <p:cNvSpPr txBox="1"/>
              <p:nvPr/>
            </p:nvSpPr>
            <p:spPr>
              <a:xfrm>
                <a:off x="5255690" y="2101914"/>
                <a:ext cx="924975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5, Ali</a:t>
                </a:r>
              </a:p>
            </p:txBody>
          </p:sp>
          <p:sp>
            <p:nvSpPr>
              <p:cNvPr id="10" name="Metin kutusu 9"/>
              <p:cNvSpPr txBox="1"/>
              <p:nvPr/>
            </p:nvSpPr>
            <p:spPr>
              <a:xfrm>
                <a:off x="4943072" y="3592652"/>
                <a:ext cx="155021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26, Ceren</a:t>
                </a:r>
              </a:p>
            </p:txBody>
          </p:sp>
          <p:sp>
            <p:nvSpPr>
              <p:cNvPr id="12" name="Metin kutusu 11"/>
              <p:cNvSpPr txBox="1"/>
              <p:nvPr/>
            </p:nvSpPr>
            <p:spPr>
              <a:xfrm>
                <a:off x="5014551" y="4098445"/>
                <a:ext cx="1407258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99, Sena</a:t>
                </a:r>
              </a:p>
            </p:txBody>
          </p:sp>
        </p:grpSp>
        <p:sp>
          <p:nvSpPr>
            <p:cNvPr id="46" name="Metin kutusu 45"/>
            <p:cNvSpPr txBox="1"/>
            <p:nvPr/>
          </p:nvSpPr>
          <p:spPr>
            <a:xfrm>
              <a:off x="1992382" y="4883255"/>
              <a:ext cx="134241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105, Murat</a:t>
              </a:r>
            </a:p>
          </p:txBody>
        </p:sp>
      </p:grpSp>
      <p:sp>
        <p:nvSpPr>
          <p:cNvPr id="47" name="Metin kutusu 46"/>
          <p:cNvSpPr txBox="1"/>
          <p:nvPr/>
        </p:nvSpPr>
        <p:spPr>
          <a:xfrm>
            <a:off x="9827021" y="1841503"/>
            <a:ext cx="1718740" cy="11798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1 % 10 = 1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10 % 10 = 0</a:t>
            </a:r>
          </a:p>
        </p:txBody>
      </p:sp>
      <p:cxnSp>
        <p:nvCxnSpPr>
          <p:cNvPr id="48" name="Düz Ok Bağlayıcısı 47"/>
          <p:cNvCxnSpPr>
            <a:endCxn id="35" idx="1"/>
          </p:cNvCxnSpPr>
          <p:nvPr/>
        </p:nvCxnSpPr>
        <p:spPr>
          <a:xfrm>
            <a:off x="3015609" y="3259560"/>
            <a:ext cx="2745603" cy="99695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Düz Ok Bağlayıcısı 49"/>
          <p:cNvCxnSpPr/>
          <p:nvPr/>
        </p:nvCxnSpPr>
        <p:spPr>
          <a:xfrm flipV="1">
            <a:off x="6251956" y="4282484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196857" y="4007650"/>
            <a:ext cx="1337544" cy="544957"/>
            <a:chOff x="1166712" y="4680666"/>
            <a:chExt cx="2554387" cy="1364534"/>
          </a:xfrm>
        </p:grpSpPr>
        <p:sp>
          <p:nvSpPr>
            <p:cNvPr id="54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5" name="Dikdörtgen 54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56" name="Metin kutusu 55"/>
            <p:cNvSpPr txBox="1"/>
            <p:nvPr/>
          </p:nvSpPr>
          <p:spPr>
            <a:xfrm>
              <a:off x="2043515" y="5034939"/>
              <a:ext cx="789831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5, Ali</a:t>
              </a:r>
            </a:p>
          </p:txBody>
        </p:sp>
      </p:grpSp>
      <p:cxnSp>
        <p:nvCxnSpPr>
          <p:cNvPr id="57" name="Düz Ok Bağlayıcısı 56"/>
          <p:cNvCxnSpPr>
            <a:stCxn id="7" idx="3"/>
          </p:cNvCxnSpPr>
          <p:nvPr/>
        </p:nvCxnSpPr>
        <p:spPr>
          <a:xfrm flipV="1">
            <a:off x="3132693" y="2541191"/>
            <a:ext cx="2629743" cy="103660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Düz Ok Bağlayıcısı 57"/>
          <p:cNvCxnSpPr/>
          <p:nvPr/>
        </p:nvCxnSpPr>
        <p:spPr>
          <a:xfrm flipV="1">
            <a:off x="6251956" y="2460879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Grup 58"/>
          <p:cNvGrpSpPr/>
          <p:nvPr/>
        </p:nvGrpSpPr>
        <p:grpSpPr>
          <a:xfrm>
            <a:off x="7196857" y="2186045"/>
            <a:ext cx="1337544" cy="544957"/>
            <a:chOff x="1166712" y="4680666"/>
            <a:chExt cx="2554387" cy="1364534"/>
          </a:xfrm>
        </p:grpSpPr>
        <p:sp>
          <p:nvSpPr>
            <p:cNvPr id="60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61" name="Dikdörtgen 60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62" name="Metin kutusu 61"/>
            <p:cNvSpPr txBox="1"/>
            <p:nvPr/>
          </p:nvSpPr>
          <p:spPr>
            <a:xfrm>
              <a:off x="1864305" y="5034939"/>
              <a:ext cx="1148252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1, Tuna</a:t>
              </a:r>
            </a:p>
          </p:txBody>
        </p:sp>
      </p:grp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Content Placeholder 4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00802145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up 14"/>
          <p:cNvGrpSpPr/>
          <p:nvPr/>
        </p:nvGrpSpPr>
        <p:grpSpPr>
          <a:xfrm rot="5400000">
            <a:off x="3842467" y="3720980"/>
            <a:ext cx="4507066" cy="671914"/>
            <a:chOff x="3194302" y="1849616"/>
            <a:chExt cx="5390047" cy="671914"/>
          </a:xfrm>
        </p:grpSpPr>
        <p:grpSp>
          <p:nvGrpSpPr>
            <p:cNvPr id="16" name="Grup 15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44" name="Dikdörtgen 4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5" name="Metin kutusu 44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42" name="Dikdörtgen 4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3" name="Metin kutusu 42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40" name="Dikdörtgen 3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Metin kutusu 40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9" name="Grup 18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8" name="Dikdörtgen 37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Metin kutusu 38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20" name="Grup 19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36" name="Dikdörtgen 3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Metin kutusu 36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21" name="Grup 20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34" name="Dikdörtgen 33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Metin kutusu 34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22" name="Grup 21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32" name="Dikdörtgen 31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23" name="Grup 22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30" name="Dikdörtgen 2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30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24" name="Grup 23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8" name="Dikdörtgen 27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Metin kutusu 28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25" name="Grup 24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26" name="Dikdörtgen 25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" name="Metin kutusu 2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grpSp>
        <p:nvGrpSpPr>
          <p:cNvPr id="4" name="Grup 3"/>
          <p:cNvGrpSpPr/>
          <p:nvPr/>
        </p:nvGrpSpPr>
        <p:grpSpPr>
          <a:xfrm>
            <a:off x="1327710" y="2338270"/>
            <a:ext cx="2671758" cy="3172601"/>
            <a:chOff x="1327710" y="2338270"/>
            <a:chExt cx="2671758" cy="3172601"/>
          </a:xfrm>
        </p:grpSpPr>
        <p:grpSp>
          <p:nvGrpSpPr>
            <p:cNvPr id="5" name="Grup 4"/>
            <p:cNvGrpSpPr/>
            <p:nvPr/>
          </p:nvGrpSpPr>
          <p:grpSpPr>
            <a:xfrm>
              <a:off x="1327710" y="2338270"/>
              <a:ext cx="2671758" cy="3172601"/>
              <a:chOff x="3963086" y="1130903"/>
              <a:chExt cx="3510183" cy="4334349"/>
            </a:xfrm>
          </p:grpSpPr>
          <p:grpSp>
            <p:nvGrpSpPr>
              <p:cNvPr id="6" name="Grup 5"/>
              <p:cNvGrpSpPr/>
              <p:nvPr/>
            </p:nvGrpSpPr>
            <p:grpSpPr>
              <a:xfrm>
                <a:off x="3963086" y="1130903"/>
                <a:ext cx="3510183" cy="4334349"/>
                <a:chOff x="3963086" y="1000277"/>
                <a:chExt cx="3510183" cy="4334349"/>
              </a:xfrm>
            </p:grpSpPr>
            <p:sp>
              <p:nvSpPr>
                <p:cNvPr id="13" name="Oval 12"/>
                <p:cNvSpPr/>
                <p:nvPr/>
              </p:nvSpPr>
              <p:spPr>
                <a:xfrm rot="5400000">
                  <a:off x="3904918" y="2202912"/>
                  <a:ext cx="3585422" cy="2678006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/>
                </a:p>
              </p:txBody>
            </p:sp>
            <p:sp>
              <p:nvSpPr>
                <p:cNvPr id="14" name="Metin kutusu 13"/>
                <p:cNvSpPr txBox="1"/>
                <p:nvPr/>
              </p:nvSpPr>
              <p:spPr>
                <a:xfrm>
                  <a:off x="3963086" y="1000277"/>
                  <a:ext cx="3510183" cy="58867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sz="2200" dirty="0"/>
                    <a:t>Anahtar - Değer Uzayı</a:t>
                  </a:r>
                </a:p>
              </p:txBody>
            </p:sp>
          </p:grpSp>
          <p:sp>
            <p:nvSpPr>
              <p:cNvPr id="7" name="Metin kutusu 6"/>
              <p:cNvSpPr txBox="1"/>
              <p:nvPr/>
            </p:nvSpPr>
            <p:spPr>
              <a:xfrm>
                <a:off x="5101865" y="2551009"/>
                <a:ext cx="123262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1, Tuna</a:t>
                </a:r>
              </a:p>
            </p:txBody>
          </p:sp>
          <p:sp>
            <p:nvSpPr>
              <p:cNvPr id="8" name="Metin kutusu 7"/>
              <p:cNvSpPr txBox="1"/>
              <p:nvPr/>
            </p:nvSpPr>
            <p:spPr>
              <a:xfrm>
                <a:off x="4996651" y="3052156"/>
                <a:ext cx="1443060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10, Leyla</a:t>
                </a:r>
              </a:p>
            </p:txBody>
          </p:sp>
          <p:sp>
            <p:nvSpPr>
              <p:cNvPr id="9" name="Metin kutusu 8"/>
              <p:cNvSpPr txBox="1"/>
              <p:nvPr/>
            </p:nvSpPr>
            <p:spPr>
              <a:xfrm>
                <a:off x="5255690" y="2101914"/>
                <a:ext cx="924975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5, Ali</a:t>
                </a:r>
              </a:p>
            </p:txBody>
          </p:sp>
          <p:sp>
            <p:nvSpPr>
              <p:cNvPr id="10" name="Metin kutusu 9"/>
              <p:cNvSpPr txBox="1"/>
              <p:nvPr/>
            </p:nvSpPr>
            <p:spPr>
              <a:xfrm>
                <a:off x="4943072" y="3592652"/>
                <a:ext cx="155021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26, Ceren</a:t>
                </a:r>
              </a:p>
            </p:txBody>
          </p:sp>
          <p:sp>
            <p:nvSpPr>
              <p:cNvPr id="12" name="Metin kutusu 11"/>
              <p:cNvSpPr txBox="1"/>
              <p:nvPr/>
            </p:nvSpPr>
            <p:spPr>
              <a:xfrm>
                <a:off x="5014551" y="4098445"/>
                <a:ext cx="1407258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99, Sena</a:t>
                </a:r>
              </a:p>
            </p:txBody>
          </p:sp>
        </p:grpSp>
        <p:sp>
          <p:nvSpPr>
            <p:cNvPr id="46" name="Metin kutusu 45"/>
            <p:cNvSpPr txBox="1"/>
            <p:nvPr/>
          </p:nvSpPr>
          <p:spPr>
            <a:xfrm>
              <a:off x="1992382" y="4883255"/>
              <a:ext cx="134241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105, Murat</a:t>
              </a:r>
            </a:p>
          </p:txBody>
        </p:sp>
      </p:grpSp>
      <p:sp>
        <p:nvSpPr>
          <p:cNvPr id="47" name="Metin kutusu 46"/>
          <p:cNvSpPr txBox="1"/>
          <p:nvPr/>
        </p:nvSpPr>
        <p:spPr>
          <a:xfrm>
            <a:off x="9827021" y="1841503"/>
            <a:ext cx="1718740" cy="11798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1 % 10 = 1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10 % 10 = 0</a:t>
            </a:r>
          </a:p>
        </p:txBody>
      </p:sp>
      <p:cxnSp>
        <p:nvCxnSpPr>
          <p:cNvPr id="48" name="Düz Ok Bağlayıcısı 47"/>
          <p:cNvCxnSpPr>
            <a:endCxn id="35" idx="1"/>
          </p:cNvCxnSpPr>
          <p:nvPr/>
        </p:nvCxnSpPr>
        <p:spPr>
          <a:xfrm>
            <a:off x="3015609" y="3259560"/>
            <a:ext cx="2745603" cy="99695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Düz Ok Bağlayıcısı 49"/>
          <p:cNvCxnSpPr/>
          <p:nvPr/>
        </p:nvCxnSpPr>
        <p:spPr>
          <a:xfrm flipV="1">
            <a:off x="6251956" y="4282484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196857" y="4007650"/>
            <a:ext cx="1337544" cy="544957"/>
            <a:chOff x="1166712" y="4680666"/>
            <a:chExt cx="2554387" cy="1364534"/>
          </a:xfrm>
        </p:grpSpPr>
        <p:sp>
          <p:nvSpPr>
            <p:cNvPr id="54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5" name="Dikdörtgen 54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56" name="Metin kutusu 55"/>
            <p:cNvSpPr txBox="1"/>
            <p:nvPr/>
          </p:nvSpPr>
          <p:spPr>
            <a:xfrm>
              <a:off x="2043515" y="5034939"/>
              <a:ext cx="789831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5, Ali</a:t>
              </a:r>
            </a:p>
          </p:txBody>
        </p:sp>
      </p:grpSp>
      <p:cxnSp>
        <p:nvCxnSpPr>
          <p:cNvPr id="57" name="Düz Ok Bağlayıcısı 56"/>
          <p:cNvCxnSpPr>
            <a:stCxn id="7" idx="3"/>
          </p:cNvCxnSpPr>
          <p:nvPr/>
        </p:nvCxnSpPr>
        <p:spPr>
          <a:xfrm flipV="1">
            <a:off x="3132693" y="2541191"/>
            <a:ext cx="2629743" cy="103660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Düz Ok Bağlayıcısı 57"/>
          <p:cNvCxnSpPr/>
          <p:nvPr/>
        </p:nvCxnSpPr>
        <p:spPr>
          <a:xfrm flipV="1">
            <a:off x="6251956" y="2460879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Grup 58"/>
          <p:cNvGrpSpPr/>
          <p:nvPr/>
        </p:nvGrpSpPr>
        <p:grpSpPr>
          <a:xfrm>
            <a:off x="7196857" y="2186045"/>
            <a:ext cx="1337544" cy="544957"/>
            <a:chOff x="1166712" y="4680666"/>
            <a:chExt cx="2554387" cy="1364534"/>
          </a:xfrm>
        </p:grpSpPr>
        <p:sp>
          <p:nvSpPr>
            <p:cNvPr id="60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61" name="Dikdörtgen 60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62" name="Metin kutusu 61"/>
            <p:cNvSpPr txBox="1"/>
            <p:nvPr/>
          </p:nvSpPr>
          <p:spPr>
            <a:xfrm>
              <a:off x="1864305" y="5034939"/>
              <a:ext cx="1148252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1, Tuna</a:t>
              </a:r>
            </a:p>
          </p:txBody>
        </p:sp>
      </p:grpSp>
      <p:cxnSp>
        <p:nvCxnSpPr>
          <p:cNvPr id="63" name="Düz Ok Bağlayıcısı 62"/>
          <p:cNvCxnSpPr/>
          <p:nvPr/>
        </p:nvCxnSpPr>
        <p:spPr>
          <a:xfrm flipV="1">
            <a:off x="3190529" y="2118210"/>
            <a:ext cx="2561624" cy="1827674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Düz Ok Bağlayıcısı 63"/>
          <p:cNvCxnSpPr/>
          <p:nvPr/>
        </p:nvCxnSpPr>
        <p:spPr>
          <a:xfrm flipV="1">
            <a:off x="6251956" y="2019325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5" name="Grup 64"/>
          <p:cNvGrpSpPr/>
          <p:nvPr/>
        </p:nvGrpSpPr>
        <p:grpSpPr>
          <a:xfrm>
            <a:off x="7196857" y="1744491"/>
            <a:ext cx="1337544" cy="544957"/>
            <a:chOff x="1166712" y="4680666"/>
            <a:chExt cx="2554387" cy="1364534"/>
          </a:xfrm>
        </p:grpSpPr>
        <p:sp>
          <p:nvSpPr>
            <p:cNvPr id="66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67" name="Dikdörtgen 66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68" name="Metin kutusu 67"/>
            <p:cNvSpPr txBox="1"/>
            <p:nvPr/>
          </p:nvSpPr>
          <p:spPr>
            <a:xfrm>
              <a:off x="1740138" y="5034939"/>
              <a:ext cx="1396588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10, Leyla</a:t>
              </a:r>
            </a:p>
          </p:txBody>
        </p:sp>
      </p:grp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Content Placeholder 4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07816790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up 14"/>
          <p:cNvGrpSpPr/>
          <p:nvPr/>
        </p:nvGrpSpPr>
        <p:grpSpPr>
          <a:xfrm rot="5400000">
            <a:off x="3842467" y="3720980"/>
            <a:ext cx="4507066" cy="671914"/>
            <a:chOff x="3194302" y="1849616"/>
            <a:chExt cx="5390047" cy="671914"/>
          </a:xfrm>
        </p:grpSpPr>
        <p:grpSp>
          <p:nvGrpSpPr>
            <p:cNvPr id="16" name="Grup 15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44" name="Dikdörtgen 4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5" name="Metin kutusu 44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42" name="Dikdörtgen 4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3" name="Metin kutusu 42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40" name="Dikdörtgen 3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Metin kutusu 40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9" name="Grup 18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8" name="Dikdörtgen 37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Metin kutusu 38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20" name="Grup 19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36" name="Dikdörtgen 3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Metin kutusu 36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21" name="Grup 20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34" name="Dikdörtgen 33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Metin kutusu 34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22" name="Grup 21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32" name="Dikdörtgen 31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23" name="Grup 22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30" name="Dikdörtgen 2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30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24" name="Grup 23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8" name="Dikdörtgen 27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Metin kutusu 28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25" name="Grup 24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26" name="Dikdörtgen 25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" name="Metin kutusu 2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grpSp>
        <p:nvGrpSpPr>
          <p:cNvPr id="4" name="Grup 3"/>
          <p:cNvGrpSpPr/>
          <p:nvPr/>
        </p:nvGrpSpPr>
        <p:grpSpPr>
          <a:xfrm>
            <a:off x="1327710" y="2338270"/>
            <a:ext cx="2671758" cy="3172601"/>
            <a:chOff x="1327710" y="2338270"/>
            <a:chExt cx="2671758" cy="3172601"/>
          </a:xfrm>
        </p:grpSpPr>
        <p:grpSp>
          <p:nvGrpSpPr>
            <p:cNvPr id="5" name="Grup 4"/>
            <p:cNvGrpSpPr/>
            <p:nvPr/>
          </p:nvGrpSpPr>
          <p:grpSpPr>
            <a:xfrm>
              <a:off x="1327710" y="2338270"/>
              <a:ext cx="2671758" cy="3172601"/>
              <a:chOff x="3963086" y="1130903"/>
              <a:chExt cx="3510183" cy="4334349"/>
            </a:xfrm>
          </p:grpSpPr>
          <p:grpSp>
            <p:nvGrpSpPr>
              <p:cNvPr id="6" name="Grup 5"/>
              <p:cNvGrpSpPr/>
              <p:nvPr/>
            </p:nvGrpSpPr>
            <p:grpSpPr>
              <a:xfrm>
                <a:off x="3963086" y="1130903"/>
                <a:ext cx="3510183" cy="4334349"/>
                <a:chOff x="3963086" y="1000277"/>
                <a:chExt cx="3510183" cy="4334349"/>
              </a:xfrm>
            </p:grpSpPr>
            <p:sp>
              <p:nvSpPr>
                <p:cNvPr id="13" name="Oval 12"/>
                <p:cNvSpPr/>
                <p:nvPr/>
              </p:nvSpPr>
              <p:spPr>
                <a:xfrm rot="5400000">
                  <a:off x="3904918" y="2202912"/>
                  <a:ext cx="3585422" cy="2678006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/>
                </a:p>
              </p:txBody>
            </p:sp>
            <p:sp>
              <p:nvSpPr>
                <p:cNvPr id="14" name="Metin kutusu 13"/>
                <p:cNvSpPr txBox="1"/>
                <p:nvPr/>
              </p:nvSpPr>
              <p:spPr>
                <a:xfrm>
                  <a:off x="3963086" y="1000277"/>
                  <a:ext cx="3510183" cy="58867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sz="2200" dirty="0"/>
                    <a:t>Anahtar - Değer Uzayı</a:t>
                  </a:r>
                </a:p>
              </p:txBody>
            </p:sp>
          </p:grpSp>
          <p:sp>
            <p:nvSpPr>
              <p:cNvPr id="7" name="Metin kutusu 6"/>
              <p:cNvSpPr txBox="1"/>
              <p:nvPr/>
            </p:nvSpPr>
            <p:spPr>
              <a:xfrm>
                <a:off x="5101865" y="2551009"/>
                <a:ext cx="123262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1, Tuna</a:t>
                </a:r>
              </a:p>
            </p:txBody>
          </p:sp>
          <p:sp>
            <p:nvSpPr>
              <p:cNvPr id="8" name="Metin kutusu 7"/>
              <p:cNvSpPr txBox="1"/>
              <p:nvPr/>
            </p:nvSpPr>
            <p:spPr>
              <a:xfrm>
                <a:off x="4996651" y="3052156"/>
                <a:ext cx="1443060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10, Leyla</a:t>
                </a:r>
              </a:p>
            </p:txBody>
          </p:sp>
          <p:sp>
            <p:nvSpPr>
              <p:cNvPr id="9" name="Metin kutusu 8"/>
              <p:cNvSpPr txBox="1"/>
              <p:nvPr/>
            </p:nvSpPr>
            <p:spPr>
              <a:xfrm>
                <a:off x="5255690" y="2101914"/>
                <a:ext cx="924975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5, Ali</a:t>
                </a:r>
              </a:p>
            </p:txBody>
          </p:sp>
          <p:sp>
            <p:nvSpPr>
              <p:cNvPr id="10" name="Metin kutusu 9"/>
              <p:cNvSpPr txBox="1"/>
              <p:nvPr/>
            </p:nvSpPr>
            <p:spPr>
              <a:xfrm>
                <a:off x="4943072" y="3592652"/>
                <a:ext cx="155021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26, Ceren</a:t>
                </a:r>
              </a:p>
            </p:txBody>
          </p:sp>
          <p:sp>
            <p:nvSpPr>
              <p:cNvPr id="12" name="Metin kutusu 11"/>
              <p:cNvSpPr txBox="1"/>
              <p:nvPr/>
            </p:nvSpPr>
            <p:spPr>
              <a:xfrm>
                <a:off x="5014551" y="4098445"/>
                <a:ext cx="1407258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99, Sena</a:t>
                </a:r>
              </a:p>
            </p:txBody>
          </p:sp>
        </p:grpSp>
        <p:sp>
          <p:nvSpPr>
            <p:cNvPr id="46" name="Metin kutusu 45"/>
            <p:cNvSpPr txBox="1"/>
            <p:nvPr/>
          </p:nvSpPr>
          <p:spPr>
            <a:xfrm>
              <a:off x="1992382" y="4883255"/>
              <a:ext cx="134241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105, Murat</a:t>
              </a:r>
            </a:p>
          </p:txBody>
        </p:sp>
      </p:grpSp>
      <p:sp>
        <p:nvSpPr>
          <p:cNvPr id="47" name="Metin kutusu 46"/>
          <p:cNvSpPr txBox="1"/>
          <p:nvPr/>
        </p:nvSpPr>
        <p:spPr>
          <a:xfrm>
            <a:off x="9827021" y="1841503"/>
            <a:ext cx="1718740" cy="15850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1 % 10 = 1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10 % 10 = 0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26 % 10 = 6</a:t>
            </a:r>
          </a:p>
        </p:txBody>
      </p:sp>
      <p:cxnSp>
        <p:nvCxnSpPr>
          <p:cNvPr id="48" name="Düz Ok Bağlayıcısı 47"/>
          <p:cNvCxnSpPr>
            <a:endCxn id="35" idx="1"/>
          </p:cNvCxnSpPr>
          <p:nvPr/>
        </p:nvCxnSpPr>
        <p:spPr>
          <a:xfrm>
            <a:off x="3015609" y="3259560"/>
            <a:ext cx="2745603" cy="99695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Düz Ok Bağlayıcısı 49"/>
          <p:cNvCxnSpPr/>
          <p:nvPr/>
        </p:nvCxnSpPr>
        <p:spPr>
          <a:xfrm flipV="1">
            <a:off x="6251956" y="4282484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196857" y="4007650"/>
            <a:ext cx="1337544" cy="544957"/>
            <a:chOff x="1166712" y="4680666"/>
            <a:chExt cx="2554387" cy="1364534"/>
          </a:xfrm>
        </p:grpSpPr>
        <p:sp>
          <p:nvSpPr>
            <p:cNvPr id="54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5" name="Dikdörtgen 54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56" name="Metin kutusu 55"/>
            <p:cNvSpPr txBox="1"/>
            <p:nvPr/>
          </p:nvSpPr>
          <p:spPr>
            <a:xfrm>
              <a:off x="2043515" y="5034939"/>
              <a:ext cx="789831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5, Ali</a:t>
              </a:r>
            </a:p>
          </p:txBody>
        </p:sp>
      </p:grpSp>
      <p:cxnSp>
        <p:nvCxnSpPr>
          <p:cNvPr id="57" name="Düz Ok Bağlayıcısı 56"/>
          <p:cNvCxnSpPr>
            <a:stCxn id="7" idx="3"/>
          </p:cNvCxnSpPr>
          <p:nvPr/>
        </p:nvCxnSpPr>
        <p:spPr>
          <a:xfrm flipV="1">
            <a:off x="3132693" y="2541191"/>
            <a:ext cx="2629743" cy="103660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Düz Ok Bağlayıcısı 57"/>
          <p:cNvCxnSpPr/>
          <p:nvPr/>
        </p:nvCxnSpPr>
        <p:spPr>
          <a:xfrm flipV="1">
            <a:off x="6251956" y="2460879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Grup 58"/>
          <p:cNvGrpSpPr/>
          <p:nvPr/>
        </p:nvGrpSpPr>
        <p:grpSpPr>
          <a:xfrm>
            <a:off x="7196857" y="2186045"/>
            <a:ext cx="1337544" cy="544957"/>
            <a:chOff x="1166712" y="4680666"/>
            <a:chExt cx="2554387" cy="1364534"/>
          </a:xfrm>
        </p:grpSpPr>
        <p:sp>
          <p:nvSpPr>
            <p:cNvPr id="60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61" name="Dikdörtgen 60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62" name="Metin kutusu 61"/>
            <p:cNvSpPr txBox="1"/>
            <p:nvPr/>
          </p:nvSpPr>
          <p:spPr>
            <a:xfrm>
              <a:off x="1864305" y="5034939"/>
              <a:ext cx="1148252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1, Tuna</a:t>
              </a:r>
            </a:p>
          </p:txBody>
        </p:sp>
      </p:grpSp>
      <p:cxnSp>
        <p:nvCxnSpPr>
          <p:cNvPr id="63" name="Düz Ok Bağlayıcısı 62"/>
          <p:cNvCxnSpPr/>
          <p:nvPr/>
        </p:nvCxnSpPr>
        <p:spPr>
          <a:xfrm flipV="1">
            <a:off x="3190529" y="2118210"/>
            <a:ext cx="2561624" cy="1827674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Düz Ok Bağlayıcısı 63"/>
          <p:cNvCxnSpPr/>
          <p:nvPr/>
        </p:nvCxnSpPr>
        <p:spPr>
          <a:xfrm flipV="1">
            <a:off x="6251956" y="2019325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5" name="Grup 64"/>
          <p:cNvGrpSpPr/>
          <p:nvPr/>
        </p:nvGrpSpPr>
        <p:grpSpPr>
          <a:xfrm>
            <a:off x="7196857" y="1744491"/>
            <a:ext cx="1337544" cy="544957"/>
            <a:chOff x="1166712" y="4680666"/>
            <a:chExt cx="2554387" cy="1364534"/>
          </a:xfrm>
        </p:grpSpPr>
        <p:sp>
          <p:nvSpPr>
            <p:cNvPr id="66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67" name="Dikdörtgen 66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68" name="Metin kutusu 67"/>
            <p:cNvSpPr txBox="1"/>
            <p:nvPr/>
          </p:nvSpPr>
          <p:spPr>
            <a:xfrm>
              <a:off x="1740138" y="5034939"/>
              <a:ext cx="1396588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10, Leyla</a:t>
              </a:r>
            </a:p>
          </p:txBody>
        </p:sp>
      </p:grpSp>
      <p:cxnSp>
        <p:nvCxnSpPr>
          <p:cNvPr id="69" name="Düz Ok Bağlayıcısı 68"/>
          <p:cNvCxnSpPr>
            <a:endCxn id="33" idx="1"/>
          </p:cNvCxnSpPr>
          <p:nvPr/>
        </p:nvCxnSpPr>
        <p:spPr>
          <a:xfrm>
            <a:off x="3252175" y="4311327"/>
            <a:ext cx="2507869" cy="40654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Düz Ok Bağlayıcısı 69"/>
          <p:cNvCxnSpPr/>
          <p:nvPr/>
        </p:nvCxnSpPr>
        <p:spPr>
          <a:xfrm flipV="1">
            <a:off x="6251956" y="4740446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1" name="Grup 70"/>
          <p:cNvGrpSpPr/>
          <p:nvPr/>
        </p:nvGrpSpPr>
        <p:grpSpPr>
          <a:xfrm>
            <a:off x="7196857" y="4465612"/>
            <a:ext cx="1337544" cy="544957"/>
            <a:chOff x="1166712" y="4680666"/>
            <a:chExt cx="2554387" cy="1364534"/>
          </a:xfrm>
        </p:grpSpPr>
        <p:sp>
          <p:nvSpPr>
            <p:cNvPr id="72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73" name="Dikdörtgen 72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74" name="Metin kutusu 73"/>
            <p:cNvSpPr txBox="1"/>
            <p:nvPr/>
          </p:nvSpPr>
          <p:spPr>
            <a:xfrm>
              <a:off x="1677196" y="5034939"/>
              <a:ext cx="1522472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26, Ceren</a:t>
              </a:r>
            </a:p>
          </p:txBody>
        </p:sp>
      </p:grp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Content Placeholder 4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24481649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up 14"/>
          <p:cNvGrpSpPr/>
          <p:nvPr/>
        </p:nvGrpSpPr>
        <p:grpSpPr>
          <a:xfrm rot="5400000">
            <a:off x="3842467" y="3720980"/>
            <a:ext cx="4507066" cy="671914"/>
            <a:chOff x="3194302" y="1849616"/>
            <a:chExt cx="5390047" cy="671914"/>
          </a:xfrm>
        </p:grpSpPr>
        <p:grpSp>
          <p:nvGrpSpPr>
            <p:cNvPr id="16" name="Grup 15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44" name="Dikdörtgen 4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5" name="Metin kutusu 44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42" name="Dikdörtgen 4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3" name="Metin kutusu 42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40" name="Dikdörtgen 3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Metin kutusu 40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9" name="Grup 18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8" name="Dikdörtgen 37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Metin kutusu 38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20" name="Grup 19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36" name="Dikdörtgen 3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Metin kutusu 36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21" name="Grup 20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34" name="Dikdörtgen 33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Metin kutusu 34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22" name="Grup 21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32" name="Dikdörtgen 31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23" name="Grup 22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30" name="Dikdörtgen 2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30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24" name="Grup 23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8" name="Dikdörtgen 27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Metin kutusu 28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25" name="Grup 24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26" name="Dikdörtgen 25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" name="Metin kutusu 2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grpSp>
        <p:nvGrpSpPr>
          <p:cNvPr id="4" name="Grup 3"/>
          <p:cNvGrpSpPr/>
          <p:nvPr/>
        </p:nvGrpSpPr>
        <p:grpSpPr>
          <a:xfrm>
            <a:off x="1327710" y="2338270"/>
            <a:ext cx="2671758" cy="3172601"/>
            <a:chOff x="1327710" y="2338270"/>
            <a:chExt cx="2671758" cy="3172601"/>
          </a:xfrm>
        </p:grpSpPr>
        <p:grpSp>
          <p:nvGrpSpPr>
            <p:cNvPr id="5" name="Grup 4"/>
            <p:cNvGrpSpPr/>
            <p:nvPr/>
          </p:nvGrpSpPr>
          <p:grpSpPr>
            <a:xfrm>
              <a:off x="1327710" y="2338270"/>
              <a:ext cx="2671758" cy="3172601"/>
              <a:chOff x="3963086" y="1130903"/>
              <a:chExt cx="3510183" cy="4334349"/>
            </a:xfrm>
          </p:grpSpPr>
          <p:grpSp>
            <p:nvGrpSpPr>
              <p:cNvPr id="6" name="Grup 5"/>
              <p:cNvGrpSpPr/>
              <p:nvPr/>
            </p:nvGrpSpPr>
            <p:grpSpPr>
              <a:xfrm>
                <a:off x="3963086" y="1130903"/>
                <a:ext cx="3510183" cy="4334349"/>
                <a:chOff x="3963086" y="1000277"/>
                <a:chExt cx="3510183" cy="4334349"/>
              </a:xfrm>
            </p:grpSpPr>
            <p:sp>
              <p:nvSpPr>
                <p:cNvPr id="13" name="Oval 12"/>
                <p:cNvSpPr/>
                <p:nvPr/>
              </p:nvSpPr>
              <p:spPr>
                <a:xfrm rot="5400000">
                  <a:off x="3904918" y="2202912"/>
                  <a:ext cx="3585422" cy="2678006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/>
                </a:p>
              </p:txBody>
            </p:sp>
            <p:sp>
              <p:nvSpPr>
                <p:cNvPr id="14" name="Metin kutusu 13"/>
                <p:cNvSpPr txBox="1"/>
                <p:nvPr/>
              </p:nvSpPr>
              <p:spPr>
                <a:xfrm>
                  <a:off x="3963086" y="1000277"/>
                  <a:ext cx="3510183" cy="58867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sz="2200" dirty="0"/>
                    <a:t>Anahtar - Değer Uzayı</a:t>
                  </a:r>
                </a:p>
              </p:txBody>
            </p:sp>
          </p:grpSp>
          <p:sp>
            <p:nvSpPr>
              <p:cNvPr id="7" name="Metin kutusu 6"/>
              <p:cNvSpPr txBox="1"/>
              <p:nvPr/>
            </p:nvSpPr>
            <p:spPr>
              <a:xfrm>
                <a:off x="5101865" y="2551009"/>
                <a:ext cx="123262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1, Tuna</a:t>
                </a:r>
              </a:p>
            </p:txBody>
          </p:sp>
          <p:sp>
            <p:nvSpPr>
              <p:cNvPr id="8" name="Metin kutusu 7"/>
              <p:cNvSpPr txBox="1"/>
              <p:nvPr/>
            </p:nvSpPr>
            <p:spPr>
              <a:xfrm>
                <a:off x="4996651" y="3052156"/>
                <a:ext cx="1443060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10, Leyla</a:t>
                </a:r>
              </a:p>
            </p:txBody>
          </p:sp>
          <p:sp>
            <p:nvSpPr>
              <p:cNvPr id="9" name="Metin kutusu 8"/>
              <p:cNvSpPr txBox="1"/>
              <p:nvPr/>
            </p:nvSpPr>
            <p:spPr>
              <a:xfrm>
                <a:off x="5255690" y="2101914"/>
                <a:ext cx="924975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5, Ali</a:t>
                </a:r>
              </a:p>
            </p:txBody>
          </p:sp>
          <p:sp>
            <p:nvSpPr>
              <p:cNvPr id="10" name="Metin kutusu 9"/>
              <p:cNvSpPr txBox="1"/>
              <p:nvPr/>
            </p:nvSpPr>
            <p:spPr>
              <a:xfrm>
                <a:off x="4943072" y="3592652"/>
                <a:ext cx="155021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26, Ceren</a:t>
                </a:r>
              </a:p>
            </p:txBody>
          </p:sp>
          <p:sp>
            <p:nvSpPr>
              <p:cNvPr id="12" name="Metin kutusu 11"/>
              <p:cNvSpPr txBox="1"/>
              <p:nvPr/>
            </p:nvSpPr>
            <p:spPr>
              <a:xfrm>
                <a:off x="5014551" y="4098445"/>
                <a:ext cx="1407258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99, Sena</a:t>
                </a:r>
              </a:p>
            </p:txBody>
          </p:sp>
        </p:grpSp>
        <p:sp>
          <p:nvSpPr>
            <p:cNvPr id="46" name="Metin kutusu 45"/>
            <p:cNvSpPr txBox="1"/>
            <p:nvPr/>
          </p:nvSpPr>
          <p:spPr>
            <a:xfrm>
              <a:off x="1992382" y="4883255"/>
              <a:ext cx="134241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105, Murat</a:t>
              </a:r>
            </a:p>
          </p:txBody>
        </p:sp>
      </p:grpSp>
      <p:sp>
        <p:nvSpPr>
          <p:cNvPr id="47" name="Metin kutusu 46"/>
          <p:cNvSpPr txBox="1"/>
          <p:nvPr/>
        </p:nvSpPr>
        <p:spPr>
          <a:xfrm>
            <a:off x="9827021" y="1841503"/>
            <a:ext cx="1718740" cy="19902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1 % 10 = 1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10 % 10 = 0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26 % 10 = 6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99 % 10 = 9</a:t>
            </a:r>
          </a:p>
        </p:txBody>
      </p:sp>
      <p:cxnSp>
        <p:nvCxnSpPr>
          <p:cNvPr id="48" name="Düz Ok Bağlayıcısı 47"/>
          <p:cNvCxnSpPr>
            <a:endCxn id="35" idx="1"/>
          </p:cNvCxnSpPr>
          <p:nvPr/>
        </p:nvCxnSpPr>
        <p:spPr>
          <a:xfrm>
            <a:off x="3015609" y="3259560"/>
            <a:ext cx="2745603" cy="99695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Düz Ok Bağlayıcısı 49"/>
          <p:cNvCxnSpPr/>
          <p:nvPr/>
        </p:nvCxnSpPr>
        <p:spPr>
          <a:xfrm flipV="1">
            <a:off x="6251956" y="4282484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196857" y="4007650"/>
            <a:ext cx="1337544" cy="544957"/>
            <a:chOff x="1166712" y="4680666"/>
            <a:chExt cx="2554387" cy="1364534"/>
          </a:xfrm>
        </p:grpSpPr>
        <p:sp>
          <p:nvSpPr>
            <p:cNvPr id="54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5" name="Dikdörtgen 54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56" name="Metin kutusu 55"/>
            <p:cNvSpPr txBox="1"/>
            <p:nvPr/>
          </p:nvSpPr>
          <p:spPr>
            <a:xfrm>
              <a:off x="2043515" y="5034939"/>
              <a:ext cx="789831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5, Ali</a:t>
              </a:r>
            </a:p>
          </p:txBody>
        </p:sp>
      </p:grpSp>
      <p:cxnSp>
        <p:nvCxnSpPr>
          <p:cNvPr id="57" name="Düz Ok Bağlayıcısı 56"/>
          <p:cNvCxnSpPr>
            <a:stCxn id="7" idx="3"/>
          </p:cNvCxnSpPr>
          <p:nvPr/>
        </p:nvCxnSpPr>
        <p:spPr>
          <a:xfrm flipV="1">
            <a:off x="3132693" y="2541191"/>
            <a:ext cx="2629743" cy="103660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Düz Ok Bağlayıcısı 57"/>
          <p:cNvCxnSpPr/>
          <p:nvPr/>
        </p:nvCxnSpPr>
        <p:spPr>
          <a:xfrm flipV="1">
            <a:off x="6251956" y="2460879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Grup 58"/>
          <p:cNvGrpSpPr/>
          <p:nvPr/>
        </p:nvGrpSpPr>
        <p:grpSpPr>
          <a:xfrm>
            <a:off x="7196857" y="2186045"/>
            <a:ext cx="1337544" cy="544957"/>
            <a:chOff x="1166712" y="4680666"/>
            <a:chExt cx="2554387" cy="1364534"/>
          </a:xfrm>
        </p:grpSpPr>
        <p:sp>
          <p:nvSpPr>
            <p:cNvPr id="60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61" name="Dikdörtgen 60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62" name="Metin kutusu 61"/>
            <p:cNvSpPr txBox="1"/>
            <p:nvPr/>
          </p:nvSpPr>
          <p:spPr>
            <a:xfrm>
              <a:off x="1864305" y="5034939"/>
              <a:ext cx="1148252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1, Tuna</a:t>
              </a:r>
            </a:p>
          </p:txBody>
        </p:sp>
      </p:grpSp>
      <p:cxnSp>
        <p:nvCxnSpPr>
          <p:cNvPr id="63" name="Düz Ok Bağlayıcısı 62"/>
          <p:cNvCxnSpPr/>
          <p:nvPr/>
        </p:nvCxnSpPr>
        <p:spPr>
          <a:xfrm flipV="1">
            <a:off x="3190529" y="2118210"/>
            <a:ext cx="2561624" cy="1827674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Düz Ok Bağlayıcısı 63"/>
          <p:cNvCxnSpPr/>
          <p:nvPr/>
        </p:nvCxnSpPr>
        <p:spPr>
          <a:xfrm flipV="1">
            <a:off x="6251956" y="2019325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5" name="Grup 64"/>
          <p:cNvGrpSpPr/>
          <p:nvPr/>
        </p:nvGrpSpPr>
        <p:grpSpPr>
          <a:xfrm>
            <a:off x="7196857" y="1744491"/>
            <a:ext cx="1337544" cy="544957"/>
            <a:chOff x="1166712" y="4680666"/>
            <a:chExt cx="2554387" cy="1364534"/>
          </a:xfrm>
        </p:grpSpPr>
        <p:sp>
          <p:nvSpPr>
            <p:cNvPr id="66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67" name="Dikdörtgen 66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68" name="Metin kutusu 67"/>
            <p:cNvSpPr txBox="1"/>
            <p:nvPr/>
          </p:nvSpPr>
          <p:spPr>
            <a:xfrm>
              <a:off x="1740138" y="5034939"/>
              <a:ext cx="1396588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10, Leyla</a:t>
              </a:r>
            </a:p>
          </p:txBody>
        </p:sp>
      </p:grpSp>
      <p:cxnSp>
        <p:nvCxnSpPr>
          <p:cNvPr id="69" name="Düz Ok Bağlayıcısı 68"/>
          <p:cNvCxnSpPr>
            <a:endCxn id="33" idx="1"/>
          </p:cNvCxnSpPr>
          <p:nvPr/>
        </p:nvCxnSpPr>
        <p:spPr>
          <a:xfrm>
            <a:off x="3252175" y="4311327"/>
            <a:ext cx="2507869" cy="40654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Düz Ok Bağlayıcısı 69"/>
          <p:cNvCxnSpPr/>
          <p:nvPr/>
        </p:nvCxnSpPr>
        <p:spPr>
          <a:xfrm flipV="1">
            <a:off x="6251956" y="4740446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1" name="Grup 70"/>
          <p:cNvGrpSpPr/>
          <p:nvPr/>
        </p:nvGrpSpPr>
        <p:grpSpPr>
          <a:xfrm>
            <a:off x="7196857" y="4465612"/>
            <a:ext cx="1337544" cy="544957"/>
            <a:chOff x="1166712" y="4680666"/>
            <a:chExt cx="2554387" cy="1364534"/>
          </a:xfrm>
        </p:grpSpPr>
        <p:sp>
          <p:nvSpPr>
            <p:cNvPr id="72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73" name="Dikdörtgen 72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74" name="Metin kutusu 73"/>
            <p:cNvSpPr txBox="1"/>
            <p:nvPr/>
          </p:nvSpPr>
          <p:spPr>
            <a:xfrm>
              <a:off x="1677196" y="5034939"/>
              <a:ext cx="1522472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26, Ceren</a:t>
              </a:r>
            </a:p>
          </p:txBody>
        </p:sp>
      </p:grpSp>
      <p:cxnSp>
        <p:nvCxnSpPr>
          <p:cNvPr id="75" name="Düz Ok Bağlayıcısı 74"/>
          <p:cNvCxnSpPr>
            <a:endCxn id="27" idx="1"/>
          </p:cNvCxnSpPr>
          <p:nvPr/>
        </p:nvCxnSpPr>
        <p:spPr>
          <a:xfrm>
            <a:off x="3247061" y="4738090"/>
            <a:ext cx="2515378" cy="133183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Düz Ok Bağlayıcısı 75"/>
          <p:cNvCxnSpPr/>
          <p:nvPr/>
        </p:nvCxnSpPr>
        <p:spPr>
          <a:xfrm flipV="1">
            <a:off x="6251956" y="6070098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Grup 76"/>
          <p:cNvGrpSpPr/>
          <p:nvPr/>
        </p:nvGrpSpPr>
        <p:grpSpPr>
          <a:xfrm>
            <a:off x="7196857" y="5795264"/>
            <a:ext cx="1337544" cy="544957"/>
            <a:chOff x="1166712" y="4680666"/>
            <a:chExt cx="2554387" cy="1364534"/>
          </a:xfrm>
        </p:grpSpPr>
        <p:sp>
          <p:nvSpPr>
            <p:cNvPr id="78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79" name="Dikdörtgen 78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80" name="Metin kutusu 79"/>
            <p:cNvSpPr txBox="1"/>
            <p:nvPr/>
          </p:nvSpPr>
          <p:spPr>
            <a:xfrm>
              <a:off x="1761875" y="5034939"/>
              <a:ext cx="1353118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99, Sena</a:t>
              </a:r>
            </a:p>
          </p:txBody>
        </p:sp>
      </p:grp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Content Placeholder 4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1009862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up 14"/>
          <p:cNvGrpSpPr/>
          <p:nvPr/>
        </p:nvGrpSpPr>
        <p:grpSpPr>
          <a:xfrm rot="5400000">
            <a:off x="3842467" y="3720980"/>
            <a:ext cx="4507066" cy="671914"/>
            <a:chOff x="3194302" y="1849616"/>
            <a:chExt cx="5390047" cy="671914"/>
          </a:xfrm>
        </p:grpSpPr>
        <p:grpSp>
          <p:nvGrpSpPr>
            <p:cNvPr id="16" name="Grup 15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44" name="Dikdörtgen 4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5" name="Metin kutusu 44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42" name="Dikdörtgen 4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3" name="Metin kutusu 42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40" name="Dikdörtgen 3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Metin kutusu 40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9" name="Grup 18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8" name="Dikdörtgen 37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Metin kutusu 38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20" name="Grup 19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36" name="Dikdörtgen 3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Metin kutusu 36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21" name="Grup 20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34" name="Dikdörtgen 33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Metin kutusu 34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22" name="Grup 21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32" name="Dikdörtgen 31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23" name="Grup 22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30" name="Dikdörtgen 2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30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24" name="Grup 23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8" name="Dikdörtgen 27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Metin kutusu 28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25" name="Grup 24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26" name="Dikdörtgen 25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" name="Metin kutusu 2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grpSp>
        <p:nvGrpSpPr>
          <p:cNvPr id="4" name="Grup 3"/>
          <p:cNvGrpSpPr/>
          <p:nvPr/>
        </p:nvGrpSpPr>
        <p:grpSpPr>
          <a:xfrm>
            <a:off x="1327710" y="2338270"/>
            <a:ext cx="2671758" cy="3172601"/>
            <a:chOff x="1327710" y="2338270"/>
            <a:chExt cx="2671758" cy="3172601"/>
          </a:xfrm>
        </p:grpSpPr>
        <p:grpSp>
          <p:nvGrpSpPr>
            <p:cNvPr id="5" name="Grup 4"/>
            <p:cNvGrpSpPr/>
            <p:nvPr/>
          </p:nvGrpSpPr>
          <p:grpSpPr>
            <a:xfrm>
              <a:off x="1327710" y="2338270"/>
              <a:ext cx="2671758" cy="3172601"/>
              <a:chOff x="3963086" y="1130903"/>
              <a:chExt cx="3510183" cy="4334349"/>
            </a:xfrm>
          </p:grpSpPr>
          <p:grpSp>
            <p:nvGrpSpPr>
              <p:cNvPr id="6" name="Grup 5"/>
              <p:cNvGrpSpPr/>
              <p:nvPr/>
            </p:nvGrpSpPr>
            <p:grpSpPr>
              <a:xfrm>
                <a:off x="3963086" y="1130903"/>
                <a:ext cx="3510183" cy="4334349"/>
                <a:chOff x="3963086" y="1000277"/>
                <a:chExt cx="3510183" cy="4334349"/>
              </a:xfrm>
            </p:grpSpPr>
            <p:sp>
              <p:nvSpPr>
                <p:cNvPr id="13" name="Oval 12"/>
                <p:cNvSpPr/>
                <p:nvPr/>
              </p:nvSpPr>
              <p:spPr>
                <a:xfrm rot="5400000">
                  <a:off x="3904918" y="2202912"/>
                  <a:ext cx="3585422" cy="2678006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/>
                </a:p>
              </p:txBody>
            </p:sp>
            <p:sp>
              <p:nvSpPr>
                <p:cNvPr id="14" name="Metin kutusu 13"/>
                <p:cNvSpPr txBox="1"/>
                <p:nvPr/>
              </p:nvSpPr>
              <p:spPr>
                <a:xfrm>
                  <a:off x="3963086" y="1000277"/>
                  <a:ext cx="3510183" cy="58867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sz="2200" dirty="0"/>
                    <a:t>Anahtar - Değer Uzayı</a:t>
                  </a:r>
                </a:p>
              </p:txBody>
            </p:sp>
          </p:grpSp>
          <p:sp>
            <p:nvSpPr>
              <p:cNvPr id="7" name="Metin kutusu 6"/>
              <p:cNvSpPr txBox="1"/>
              <p:nvPr/>
            </p:nvSpPr>
            <p:spPr>
              <a:xfrm>
                <a:off x="5101865" y="2551009"/>
                <a:ext cx="123262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1, Tuna</a:t>
                </a:r>
              </a:p>
            </p:txBody>
          </p:sp>
          <p:sp>
            <p:nvSpPr>
              <p:cNvPr id="8" name="Metin kutusu 7"/>
              <p:cNvSpPr txBox="1"/>
              <p:nvPr/>
            </p:nvSpPr>
            <p:spPr>
              <a:xfrm>
                <a:off x="4996651" y="3052156"/>
                <a:ext cx="1443060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10, Leyla</a:t>
                </a:r>
              </a:p>
            </p:txBody>
          </p:sp>
          <p:sp>
            <p:nvSpPr>
              <p:cNvPr id="9" name="Metin kutusu 8"/>
              <p:cNvSpPr txBox="1"/>
              <p:nvPr/>
            </p:nvSpPr>
            <p:spPr>
              <a:xfrm>
                <a:off x="5255690" y="2101914"/>
                <a:ext cx="924975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5, Ali</a:t>
                </a:r>
              </a:p>
            </p:txBody>
          </p:sp>
          <p:sp>
            <p:nvSpPr>
              <p:cNvPr id="10" name="Metin kutusu 9"/>
              <p:cNvSpPr txBox="1"/>
              <p:nvPr/>
            </p:nvSpPr>
            <p:spPr>
              <a:xfrm>
                <a:off x="4943072" y="3592652"/>
                <a:ext cx="155021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26, Ceren</a:t>
                </a:r>
              </a:p>
            </p:txBody>
          </p:sp>
          <p:sp>
            <p:nvSpPr>
              <p:cNvPr id="12" name="Metin kutusu 11"/>
              <p:cNvSpPr txBox="1"/>
              <p:nvPr/>
            </p:nvSpPr>
            <p:spPr>
              <a:xfrm>
                <a:off x="5014551" y="4098445"/>
                <a:ext cx="1407258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99, Sena</a:t>
                </a:r>
              </a:p>
            </p:txBody>
          </p:sp>
        </p:grpSp>
        <p:sp>
          <p:nvSpPr>
            <p:cNvPr id="46" name="Metin kutusu 45"/>
            <p:cNvSpPr txBox="1"/>
            <p:nvPr/>
          </p:nvSpPr>
          <p:spPr>
            <a:xfrm>
              <a:off x="1992382" y="4883255"/>
              <a:ext cx="134241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105, Murat</a:t>
              </a:r>
            </a:p>
          </p:txBody>
        </p:sp>
      </p:grpSp>
      <p:sp>
        <p:nvSpPr>
          <p:cNvPr id="47" name="Metin kutusu 46"/>
          <p:cNvSpPr txBox="1"/>
          <p:nvPr/>
        </p:nvSpPr>
        <p:spPr>
          <a:xfrm>
            <a:off x="9827021" y="1841503"/>
            <a:ext cx="1858201" cy="239552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1 % 10 = 1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10 % 10 = 0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26 % 10 = 6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99 % 10 = 9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105 % 10 = 5</a:t>
            </a:r>
          </a:p>
        </p:txBody>
      </p:sp>
      <p:cxnSp>
        <p:nvCxnSpPr>
          <p:cNvPr id="48" name="Düz Ok Bağlayıcısı 47"/>
          <p:cNvCxnSpPr>
            <a:endCxn id="35" idx="1"/>
          </p:cNvCxnSpPr>
          <p:nvPr/>
        </p:nvCxnSpPr>
        <p:spPr>
          <a:xfrm>
            <a:off x="3015609" y="3259560"/>
            <a:ext cx="2745603" cy="99695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Düz Ok Bağlayıcısı 49"/>
          <p:cNvCxnSpPr/>
          <p:nvPr/>
        </p:nvCxnSpPr>
        <p:spPr>
          <a:xfrm flipV="1">
            <a:off x="6251956" y="4282484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196857" y="4007650"/>
            <a:ext cx="1337544" cy="544957"/>
            <a:chOff x="1166712" y="4680666"/>
            <a:chExt cx="2554387" cy="1364534"/>
          </a:xfrm>
        </p:grpSpPr>
        <p:sp>
          <p:nvSpPr>
            <p:cNvPr id="54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5" name="Dikdörtgen 54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56" name="Metin kutusu 55"/>
            <p:cNvSpPr txBox="1"/>
            <p:nvPr/>
          </p:nvSpPr>
          <p:spPr>
            <a:xfrm>
              <a:off x="2043515" y="5034939"/>
              <a:ext cx="789831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5, Ali</a:t>
              </a:r>
            </a:p>
          </p:txBody>
        </p:sp>
      </p:grpSp>
      <p:cxnSp>
        <p:nvCxnSpPr>
          <p:cNvPr id="57" name="Düz Ok Bağlayıcısı 56"/>
          <p:cNvCxnSpPr>
            <a:stCxn id="7" idx="3"/>
          </p:cNvCxnSpPr>
          <p:nvPr/>
        </p:nvCxnSpPr>
        <p:spPr>
          <a:xfrm flipV="1">
            <a:off x="3132693" y="2541191"/>
            <a:ext cx="2629743" cy="103660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Düz Ok Bağlayıcısı 57"/>
          <p:cNvCxnSpPr/>
          <p:nvPr/>
        </p:nvCxnSpPr>
        <p:spPr>
          <a:xfrm flipV="1">
            <a:off x="6251956" y="2460879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Grup 58"/>
          <p:cNvGrpSpPr/>
          <p:nvPr/>
        </p:nvGrpSpPr>
        <p:grpSpPr>
          <a:xfrm>
            <a:off x="7196857" y="2186045"/>
            <a:ext cx="1337544" cy="544957"/>
            <a:chOff x="1166712" y="4680666"/>
            <a:chExt cx="2554387" cy="1364534"/>
          </a:xfrm>
        </p:grpSpPr>
        <p:sp>
          <p:nvSpPr>
            <p:cNvPr id="60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61" name="Dikdörtgen 60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62" name="Metin kutusu 61"/>
            <p:cNvSpPr txBox="1"/>
            <p:nvPr/>
          </p:nvSpPr>
          <p:spPr>
            <a:xfrm>
              <a:off x="1864305" y="5034939"/>
              <a:ext cx="1148252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1, Tuna</a:t>
              </a:r>
            </a:p>
          </p:txBody>
        </p:sp>
      </p:grpSp>
      <p:cxnSp>
        <p:nvCxnSpPr>
          <p:cNvPr id="63" name="Düz Ok Bağlayıcısı 62"/>
          <p:cNvCxnSpPr/>
          <p:nvPr/>
        </p:nvCxnSpPr>
        <p:spPr>
          <a:xfrm flipV="1">
            <a:off x="3190529" y="2118210"/>
            <a:ext cx="2561624" cy="1827674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Düz Ok Bağlayıcısı 63"/>
          <p:cNvCxnSpPr/>
          <p:nvPr/>
        </p:nvCxnSpPr>
        <p:spPr>
          <a:xfrm flipV="1">
            <a:off x="6251956" y="2019325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5" name="Grup 64"/>
          <p:cNvGrpSpPr/>
          <p:nvPr/>
        </p:nvGrpSpPr>
        <p:grpSpPr>
          <a:xfrm>
            <a:off x="7196857" y="1744491"/>
            <a:ext cx="1337544" cy="544957"/>
            <a:chOff x="1166712" y="4680666"/>
            <a:chExt cx="2554387" cy="1364534"/>
          </a:xfrm>
        </p:grpSpPr>
        <p:sp>
          <p:nvSpPr>
            <p:cNvPr id="66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67" name="Dikdörtgen 66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68" name="Metin kutusu 67"/>
            <p:cNvSpPr txBox="1"/>
            <p:nvPr/>
          </p:nvSpPr>
          <p:spPr>
            <a:xfrm>
              <a:off x="1740138" y="5034939"/>
              <a:ext cx="1396588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10, Leyla</a:t>
              </a:r>
            </a:p>
          </p:txBody>
        </p:sp>
      </p:grpSp>
      <p:cxnSp>
        <p:nvCxnSpPr>
          <p:cNvPr id="69" name="Düz Ok Bağlayıcısı 68"/>
          <p:cNvCxnSpPr>
            <a:endCxn id="33" idx="1"/>
          </p:cNvCxnSpPr>
          <p:nvPr/>
        </p:nvCxnSpPr>
        <p:spPr>
          <a:xfrm>
            <a:off x="3252175" y="4311327"/>
            <a:ext cx="2507869" cy="40654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Düz Ok Bağlayıcısı 69"/>
          <p:cNvCxnSpPr/>
          <p:nvPr/>
        </p:nvCxnSpPr>
        <p:spPr>
          <a:xfrm flipV="1">
            <a:off x="6251956" y="4740446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1" name="Grup 70"/>
          <p:cNvGrpSpPr/>
          <p:nvPr/>
        </p:nvGrpSpPr>
        <p:grpSpPr>
          <a:xfrm>
            <a:off x="7196857" y="4465612"/>
            <a:ext cx="1337544" cy="544957"/>
            <a:chOff x="1166712" y="4680666"/>
            <a:chExt cx="2554387" cy="1364534"/>
          </a:xfrm>
        </p:grpSpPr>
        <p:sp>
          <p:nvSpPr>
            <p:cNvPr id="72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73" name="Dikdörtgen 72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74" name="Metin kutusu 73"/>
            <p:cNvSpPr txBox="1"/>
            <p:nvPr/>
          </p:nvSpPr>
          <p:spPr>
            <a:xfrm>
              <a:off x="1677196" y="5034939"/>
              <a:ext cx="1522472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26, Ceren</a:t>
              </a:r>
            </a:p>
          </p:txBody>
        </p:sp>
      </p:grpSp>
      <p:cxnSp>
        <p:nvCxnSpPr>
          <p:cNvPr id="75" name="Düz Ok Bağlayıcısı 74"/>
          <p:cNvCxnSpPr>
            <a:endCxn id="27" idx="1"/>
          </p:cNvCxnSpPr>
          <p:nvPr/>
        </p:nvCxnSpPr>
        <p:spPr>
          <a:xfrm>
            <a:off x="3247061" y="4738090"/>
            <a:ext cx="2515378" cy="133183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Düz Ok Bağlayıcısı 75"/>
          <p:cNvCxnSpPr/>
          <p:nvPr/>
        </p:nvCxnSpPr>
        <p:spPr>
          <a:xfrm flipV="1">
            <a:off x="6251956" y="6070098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Grup 76"/>
          <p:cNvGrpSpPr/>
          <p:nvPr/>
        </p:nvGrpSpPr>
        <p:grpSpPr>
          <a:xfrm>
            <a:off x="7196857" y="5795264"/>
            <a:ext cx="1337544" cy="544957"/>
            <a:chOff x="1166712" y="4680666"/>
            <a:chExt cx="2554387" cy="1364534"/>
          </a:xfrm>
        </p:grpSpPr>
        <p:sp>
          <p:nvSpPr>
            <p:cNvPr id="78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79" name="Dikdörtgen 78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80" name="Metin kutusu 79"/>
            <p:cNvSpPr txBox="1"/>
            <p:nvPr/>
          </p:nvSpPr>
          <p:spPr>
            <a:xfrm>
              <a:off x="1761875" y="5034939"/>
              <a:ext cx="1353118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99, Sena</a:t>
              </a:r>
            </a:p>
          </p:txBody>
        </p:sp>
      </p:grp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Content Placeholder 4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41028194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up 14"/>
          <p:cNvGrpSpPr/>
          <p:nvPr/>
        </p:nvGrpSpPr>
        <p:grpSpPr>
          <a:xfrm rot="5400000">
            <a:off x="3842467" y="3720980"/>
            <a:ext cx="4507066" cy="671914"/>
            <a:chOff x="3194302" y="1849616"/>
            <a:chExt cx="5390047" cy="671914"/>
          </a:xfrm>
        </p:grpSpPr>
        <p:grpSp>
          <p:nvGrpSpPr>
            <p:cNvPr id="16" name="Grup 15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44" name="Dikdörtgen 4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5" name="Metin kutusu 44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42" name="Dikdörtgen 4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3" name="Metin kutusu 42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40" name="Dikdörtgen 3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Metin kutusu 40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9" name="Grup 18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8" name="Dikdörtgen 37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Metin kutusu 38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20" name="Grup 19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36" name="Dikdörtgen 3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Metin kutusu 36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21" name="Grup 20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34" name="Dikdörtgen 33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Metin kutusu 34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22" name="Grup 21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32" name="Dikdörtgen 31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23" name="Grup 22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30" name="Dikdörtgen 2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30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24" name="Grup 23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8" name="Dikdörtgen 27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Metin kutusu 28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25" name="Grup 24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26" name="Dikdörtgen 25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" name="Metin kutusu 2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grpSp>
        <p:nvGrpSpPr>
          <p:cNvPr id="4" name="Grup 3"/>
          <p:cNvGrpSpPr/>
          <p:nvPr/>
        </p:nvGrpSpPr>
        <p:grpSpPr>
          <a:xfrm>
            <a:off x="1327710" y="2338270"/>
            <a:ext cx="2671758" cy="3172601"/>
            <a:chOff x="1327710" y="2338270"/>
            <a:chExt cx="2671758" cy="3172601"/>
          </a:xfrm>
        </p:grpSpPr>
        <p:grpSp>
          <p:nvGrpSpPr>
            <p:cNvPr id="5" name="Grup 4"/>
            <p:cNvGrpSpPr/>
            <p:nvPr/>
          </p:nvGrpSpPr>
          <p:grpSpPr>
            <a:xfrm>
              <a:off x="1327710" y="2338270"/>
              <a:ext cx="2671758" cy="3172601"/>
              <a:chOff x="3963086" y="1130903"/>
              <a:chExt cx="3510183" cy="4334349"/>
            </a:xfrm>
          </p:grpSpPr>
          <p:grpSp>
            <p:nvGrpSpPr>
              <p:cNvPr id="6" name="Grup 5"/>
              <p:cNvGrpSpPr/>
              <p:nvPr/>
            </p:nvGrpSpPr>
            <p:grpSpPr>
              <a:xfrm>
                <a:off x="3963086" y="1130903"/>
                <a:ext cx="3510183" cy="4334349"/>
                <a:chOff x="3963086" y="1000277"/>
                <a:chExt cx="3510183" cy="4334349"/>
              </a:xfrm>
            </p:grpSpPr>
            <p:sp>
              <p:nvSpPr>
                <p:cNvPr id="13" name="Oval 12"/>
                <p:cNvSpPr/>
                <p:nvPr/>
              </p:nvSpPr>
              <p:spPr>
                <a:xfrm rot="5400000">
                  <a:off x="3904918" y="2202912"/>
                  <a:ext cx="3585422" cy="2678006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/>
                </a:p>
              </p:txBody>
            </p:sp>
            <p:sp>
              <p:nvSpPr>
                <p:cNvPr id="14" name="Metin kutusu 13"/>
                <p:cNvSpPr txBox="1"/>
                <p:nvPr/>
              </p:nvSpPr>
              <p:spPr>
                <a:xfrm>
                  <a:off x="3963086" y="1000277"/>
                  <a:ext cx="3510183" cy="58867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sz="2200" dirty="0"/>
                    <a:t>Anahtar - Değer Uzayı</a:t>
                  </a:r>
                </a:p>
              </p:txBody>
            </p:sp>
          </p:grpSp>
          <p:sp>
            <p:nvSpPr>
              <p:cNvPr id="7" name="Metin kutusu 6"/>
              <p:cNvSpPr txBox="1"/>
              <p:nvPr/>
            </p:nvSpPr>
            <p:spPr>
              <a:xfrm>
                <a:off x="5101865" y="2551009"/>
                <a:ext cx="123262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1, Tuna</a:t>
                </a:r>
              </a:p>
            </p:txBody>
          </p:sp>
          <p:sp>
            <p:nvSpPr>
              <p:cNvPr id="8" name="Metin kutusu 7"/>
              <p:cNvSpPr txBox="1"/>
              <p:nvPr/>
            </p:nvSpPr>
            <p:spPr>
              <a:xfrm>
                <a:off x="4996651" y="3052156"/>
                <a:ext cx="1443060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10, Leyla</a:t>
                </a:r>
              </a:p>
            </p:txBody>
          </p:sp>
          <p:sp>
            <p:nvSpPr>
              <p:cNvPr id="9" name="Metin kutusu 8"/>
              <p:cNvSpPr txBox="1"/>
              <p:nvPr/>
            </p:nvSpPr>
            <p:spPr>
              <a:xfrm>
                <a:off x="5255690" y="2101914"/>
                <a:ext cx="924975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5, Ali</a:t>
                </a:r>
              </a:p>
            </p:txBody>
          </p:sp>
          <p:sp>
            <p:nvSpPr>
              <p:cNvPr id="10" name="Metin kutusu 9"/>
              <p:cNvSpPr txBox="1"/>
              <p:nvPr/>
            </p:nvSpPr>
            <p:spPr>
              <a:xfrm>
                <a:off x="4943072" y="3592652"/>
                <a:ext cx="155021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26, Ceren</a:t>
                </a:r>
              </a:p>
            </p:txBody>
          </p:sp>
          <p:sp>
            <p:nvSpPr>
              <p:cNvPr id="12" name="Metin kutusu 11"/>
              <p:cNvSpPr txBox="1"/>
              <p:nvPr/>
            </p:nvSpPr>
            <p:spPr>
              <a:xfrm>
                <a:off x="5014551" y="4098445"/>
                <a:ext cx="1407258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99, Sena</a:t>
                </a:r>
              </a:p>
            </p:txBody>
          </p:sp>
        </p:grpSp>
        <p:sp>
          <p:nvSpPr>
            <p:cNvPr id="46" name="Metin kutusu 45"/>
            <p:cNvSpPr txBox="1"/>
            <p:nvPr/>
          </p:nvSpPr>
          <p:spPr>
            <a:xfrm>
              <a:off x="1992382" y="4883255"/>
              <a:ext cx="134241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105, Murat</a:t>
              </a:r>
            </a:p>
          </p:txBody>
        </p:sp>
      </p:grpSp>
      <p:sp>
        <p:nvSpPr>
          <p:cNvPr id="47" name="Metin kutusu 46"/>
          <p:cNvSpPr txBox="1"/>
          <p:nvPr/>
        </p:nvSpPr>
        <p:spPr>
          <a:xfrm>
            <a:off x="9827021" y="1841503"/>
            <a:ext cx="1858201" cy="239552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1 % 10 = 1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10 % 10 = 0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26 % 10 = 6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99 % 10 = 9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105 % 10 = 5</a:t>
            </a:r>
          </a:p>
        </p:txBody>
      </p:sp>
      <p:cxnSp>
        <p:nvCxnSpPr>
          <p:cNvPr id="48" name="Düz Ok Bağlayıcısı 47"/>
          <p:cNvCxnSpPr>
            <a:endCxn id="35" idx="1"/>
          </p:cNvCxnSpPr>
          <p:nvPr/>
        </p:nvCxnSpPr>
        <p:spPr>
          <a:xfrm>
            <a:off x="3015609" y="3259560"/>
            <a:ext cx="2745603" cy="99695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Düz Ok Bağlayıcısı 49"/>
          <p:cNvCxnSpPr/>
          <p:nvPr/>
        </p:nvCxnSpPr>
        <p:spPr>
          <a:xfrm flipV="1">
            <a:off x="6251956" y="4282484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196857" y="4007650"/>
            <a:ext cx="1337544" cy="544957"/>
            <a:chOff x="1166712" y="4680666"/>
            <a:chExt cx="2554387" cy="1364534"/>
          </a:xfrm>
        </p:grpSpPr>
        <p:sp>
          <p:nvSpPr>
            <p:cNvPr id="54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5" name="Dikdörtgen 54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56" name="Metin kutusu 55"/>
            <p:cNvSpPr txBox="1"/>
            <p:nvPr/>
          </p:nvSpPr>
          <p:spPr>
            <a:xfrm>
              <a:off x="2043515" y="5034939"/>
              <a:ext cx="789831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5, Ali</a:t>
              </a:r>
            </a:p>
          </p:txBody>
        </p:sp>
      </p:grpSp>
      <p:cxnSp>
        <p:nvCxnSpPr>
          <p:cNvPr id="57" name="Düz Ok Bağlayıcısı 56"/>
          <p:cNvCxnSpPr>
            <a:stCxn id="7" idx="3"/>
          </p:cNvCxnSpPr>
          <p:nvPr/>
        </p:nvCxnSpPr>
        <p:spPr>
          <a:xfrm flipV="1">
            <a:off x="3132693" y="2541191"/>
            <a:ext cx="2629743" cy="103660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Düz Ok Bağlayıcısı 57"/>
          <p:cNvCxnSpPr/>
          <p:nvPr/>
        </p:nvCxnSpPr>
        <p:spPr>
          <a:xfrm flipV="1">
            <a:off x="6251956" y="2460879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Grup 58"/>
          <p:cNvGrpSpPr/>
          <p:nvPr/>
        </p:nvGrpSpPr>
        <p:grpSpPr>
          <a:xfrm>
            <a:off x="7196857" y="2186045"/>
            <a:ext cx="1337544" cy="544957"/>
            <a:chOff x="1166712" y="4680666"/>
            <a:chExt cx="2554387" cy="1364534"/>
          </a:xfrm>
        </p:grpSpPr>
        <p:sp>
          <p:nvSpPr>
            <p:cNvPr id="60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61" name="Dikdörtgen 60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62" name="Metin kutusu 61"/>
            <p:cNvSpPr txBox="1"/>
            <p:nvPr/>
          </p:nvSpPr>
          <p:spPr>
            <a:xfrm>
              <a:off x="1864305" y="5034939"/>
              <a:ext cx="1148252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1, Tuna</a:t>
              </a:r>
            </a:p>
          </p:txBody>
        </p:sp>
      </p:grpSp>
      <p:cxnSp>
        <p:nvCxnSpPr>
          <p:cNvPr id="63" name="Düz Ok Bağlayıcısı 62"/>
          <p:cNvCxnSpPr/>
          <p:nvPr/>
        </p:nvCxnSpPr>
        <p:spPr>
          <a:xfrm flipV="1">
            <a:off x="3190529" y="2118210"/>
            <a:ext cx="2561624" cy="1827674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Düz Ok Bağlayıcısı 63"/>
          <p:cNvCxnSpPr/>
          <p:nvPr/>
        </p:nvCxnSpPr>
        <p:spPr>
          <a:xfrm flipV="1">
            <a:off x="6251956" y="2019325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5" name="Grup 64"/>
          <p:cNvGrpSpPr/>
          <p:nvPr/>
        </p:nvGrpSpPr>
        <p:grpSpPr>
          <a:xfrm>
            <a:off x="7196857" y="1744491"/>
            <a:ext cx="1337544" cy="544957"/>
            <a:chOff x="1166712" y="4680666"/>
            <a:chExt cx="2554387" cy="1364534"/>
          </a:xfrm>
        </p:grpSpPr>
        <p:sp>
          <p:nvSpPr>
            <p:cNvPr id="66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67" name="Dikdörtgen 66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68" name="Metin kutusu 67"/>
            <p:cNvSpPr txBox="1"/>
            <p:nvPr/>
          </p:nvSpPr>
          <p:spPr>
            <a:xfrm>
              <a:off x="1740138" y="5034939"/>
              <a:ext cx="1396588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10, Leyla</a:t>
              </a:r>
            </a:p>
          </p:txBody>
        </p:sp>
      </p:grpSp>
      <p:cxnSp>
        <p:nvCxnSpPr>
          <p:cNvPr id="69" name="Düz Ok Bağlayıcısı 68"/>
          <p:cNvCxnSpPr>
            <a:endCxn id="33" idx="1"/>
          </p:cNvCxnSpPr>
          <p:nvPr/>
        </p:nvCxnSpPr>
        <p:spPr>
          <a:xfrm>
            <a:off x="3252175" y="4311327"/>
            <a:ext cx="2507869" cy="40654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Düz Ok Bağlayıcısı 69"/>
          <p:cNvCxnSpPr/>
          <p:nvPr/>
        </p:nvCxnSpPr>
        <p:spPr>
          <a:xfrm flipV="1">
            <a:off x="6251956" y="4740446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1" name="Grup 70"/>
          <p:cNvGrpSpPr/>
          <p:nvPr/>
        </p:nvGrpSpPr>
        <p:grpSpPr>
          <a:xfrm>
            <a:off x="7196857" y="4465612"/>
            <a:ext cx="1337544" cy="544957"/>
            <a:chOff x="1166712" y="4680666"/>
            <a:chExt cx="2554387" cy="1364534"/>
          </a:xfrm>
        </p:grpSpPr>
        <p:sp>
          <p:nvSpPr>
            <p:cNvPr id="72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73" name="Dikdörtgen 72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74" name="Metin kutusu 73"/>
            <p:cNvSpPr txBox="1"/>
            <p:nvPr/>
          </p:nvSpPr>
          <p:spPr>
            <a:xfrm>
              <a:off x="1677196" y="5034939"/>
              <a:ext cx="1522472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26, Ceren</a:t>
              </a:r>
            </a:p>
          </p:txBody>
        </p:sp>
      </p:grpSp>
      <p:cxnSp>
        <p:nvCxnSpPr>
          <p:cNvPr id="75" name="Düz Ok Bağlayıcısı 74"/>
          <p:cNvCxnSpPr>
            <a:endCxn id="27" idx="1"/>
          </p:cNvCxnSpPr>
          <p:nvPr/>
        </p:nvCxnSpPr>
        <p:spPr>
          <a:xfrm>
            <a:off x="3247061" y="4738090"/>
            <a:ext cx="2515378" cy="133183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Düz Ok Bağlayıcısı 75"/>
          <p:cNvCxnSpPr/>
          <p:nvPr/>
        </p:nvCxnSpPr>
        <p:spPr>
          <a:xfrm flipV="1">
            <a:off x="6251956" y="6070098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Grup 76"/>
          <p:cNvGrpSpPr/>
          <p:nvPr/>
        </p:nvGrpSpPr>
        <p:grpSpPr>
          <a:xfrm>
            <a:off x="7196857" y="5795264"/>
            <a:ext cx="1337544" cy="544957"/>
            <a:chOff x="1166712" y="4680666"/>
            <a:chExt cx="2554387" cy="1364534"/>
          </a:xfrm>
        </p:grpSpPr>
        <p:sp>
          <p:nvSpPr>
            <p:cNvPr id="78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79" name="Dikdörtgen 78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80" name="Metin kutusu 79"/>
            <p:cNvSpPr txBox="1"/>
            <p:nvPr/>
          </p:nvSpPr>
          <p:spPr>
            <a:xfrm>
              <a:off x="1761875" y="5034939"/>
              <a:ext cx="1353118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99, Sena</a:t>
              </a:r>
            </a:p>
          </p:txBody>
        </p:sp>
      </p:grpSp>
      <p:cxnSp>
        <p:nvCxnSpPr>
          <p:cNvPr id="81" name="Düz Ok Bağlayıcısı 80"/>
          <p:cNvCxnSpPr/>
          <p:nvPr/>
        </p:nvCxnSpPr>
        <p:spPr>
          <a:xfrm flipV="1">
            <a:off x="3302477" y="4328893"/>
            <a:ext cx="2243481" cy="744402"/>
          </a:xfrm>
          <a:prstGeom prst="straightConnector1">
            <a:avLst/>
          </a:prstGeom>
          <a:ln w="190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Metin kutusu 48"/>
          <p:cNvSpPr txBox="1"/>
          <p:nvPr/>
        </p:nvSpPr>
        <p:spPr>
          <a:xfrm>
            <a:off x="5152984" y="4053775"/>
            <a:ext cx="31611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>
                <a:solidFill>
                  <a:srgbClr val="FF0000"/>
                </a:solidFill>
              </a:rPr>
              <a:t>?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1" name="Content Placeholder 50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405175601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up 14"/>
          <p:cNvGrpSpPr/>
          <p:nvPr/>
        </p:nvGrpSpPr>
        <p:grpSpPr>
          <a:xfrm rot="5400000">
            <a:off x="3842467" y="3720980"/>
            <a:ext cx="4507066" cy="671914"/>
            <a:chOff x="3194302" y="1849616"/>
            <a:chExt cx="5390047" cy="671914"/>
          </a:xfrm>
        </p:grpSpPr>
        <p:grpSp>
          <p:nvGrpSpPr>
            <p:cNvPr id="16" name="Grup 15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44" name="Dikdörtgen 4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5" name="Metin kutusu 44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42" name="Dikdörtgen 4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3" name="Metin kutusu 42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40" name="Dikdörtgen 3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Metin kutusu 40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9" name="Grup 18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8" name="Dikdörtgen 37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Metin kutusu 38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20" name="Grup 19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36" name="Dikdörtgen 3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Metin kutusu 36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21" name="Grup 20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34" name="Dikdörtgen 33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Metin kutusu 34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22" name="Grup 21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32" name="Dikdörtgen 31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23" name="Grup 22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30" name="Dikdörtgen 2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30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24" name="Grup 23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8" name="Dikdörtgen 27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Metin kutusu 28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25" name="Grup 24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26" name="Dikdörtgen 25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" name="Metin kutusu 2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grpSp>
        <p:nvGrpSpPr>
          <p:cNvPr id="4" name="Grup 3"/>
          <p:cNvGrpSpPr/>
          <p:nvPr/>
        </p:nvGrpSpPr>
        <p:grpSpPr>
          <a:xfrm>
            <a:off x="1327710" y="2338270"/>
            <a:ext cx="2671758" cy="3172601"/>
            <a:chOff x="1327710" y="2338270"/>
            <a:chExt cx="2671758" cy="3172601"/>
          </a:xfrm>
        </p:grpSpPr>
        <p:grpSp>
          <p:nvGrpSpPr>
            <p:cNvPr id="5" name="Grup 4"/>
            <p:cNvGrpSpPr/>
            <p:nvPr/>
          </p:nvGrpSpPr>
          <p:grpSpPr>
            <a:xfrm>
              <a:off x="1327710" y="2338270"/>
              <a:ext cx="2671758" cy="3172601"/>
              <a:chOff x="3963086" y="1130903"/>
              <a:chExt cx="3510183" cy="4334349"/>
            </a:xfrm>
          </p:grpSpPr>
          <p:grpSp>
            <p:nvGrpSpPr>
              <p:cNvPr id="6" name="Grup 5"/>
              <p:cNvGrpSpPr/>
              <p:nvPr/>
            </p:nvGrpSpPr>
            <p:grpSpPr>
              <a:xfrm>
                <a:off x="3963086" y="1130903"/>
                <a:ext cx="3510183" cy="4334349"/>
                <a:chOff x="3963086" y="1000277"/>
                <a:chExt cx="3510183" cy="4334349"/>
              </a:xfrm>
            </p:grpSpPr>
            <p:sp>
              <p:nvSpPr>
                <p:cNvPr id="13" name="Oval 12"/>
                <p:cNvSpPr/>
                <p:nvPr/>
              </p:nvSpPr>
              <p:spPr>
                <a:xfrm rot="5400000">
                  <a:off x="3904918" y="2202912"/>
                  <a:ext cx="3585422" cy="2678006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/>
                </a:p>
              </p:txBody>
            </p:sp>
            <p:sp>
              <p:nvSpPr>
                <p:cNvPr id="14" name="Metin kutusu 13"/>
                <p:cNvSpPr txBox="1"/>
                <p:nvPr/>
              </p:nvSpPr>
              <p:spPr>
                <a:xfrm>
                  <a:off x="3963086" y="1000277"/>
                  <a:ext cx="3510183" cy="58867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sz="2200" dirty="0"/>
                    <a:t>Anahtar - Değer Uzayı</a:t>
                  </a:r>
                </a:p>
              </p:txBody>
            </p:sp>
          </p:grpSp>
          <p:sp>
            <p:nvSpPr>
              <p:cNvPr id="7" name="Metin kutusu 6"/>
              <p:cNvSpPr txBox="1"/>
              <p:nvPr/>
            </p:nvSpPr>
            <p:spPr>
              <a:xfrm>
                <a:off x="5101865" y="2551009"/>
                <a:ext cx="123262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1, Tuna</a:t>
                </a:r>
              </a:p>
            </p:txBody>
          </p:sp>
          <p:sp>
            <p:nvSpPr>
              <p:cNvPr id="8" name="Metin kutusu 7"/>
              <p:cNvSpPr txBox="1"/>
              <p:nvPr/>
            </p:nvSpPr>
            <p:spPr>
              <a:xfrm>
                <a:off x="4996651" y="3052156"/>
                <a:ext cx="1443060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10, Leyla</a:t>
                </a:r>
              </a:p>
            </p:txBody>
          </p:sp>
          <p:sp>
            <p:nvSpPr>
              <p:cNvPr id="9" name="Metin kutusu 8"/>
              <p:cNvSpPr txBox="1"/>
              <p:nvPr/>
            </p:nvSpPr>
            <p:spPr>
              <a:xfrm>
                <a:off x="5255690" y="2101914"/>
                <a:ext cx="924975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5, Ali</a:t>
                </a:r>
              </a:p>
            </p:txBody>
          </p:sp>
          <p:sp>
            <p:nvSpPr>
              <p:cNvPr id="10" name="Metin kutusu 9"/>
              <p:cNvSpPr txBox="1"/>
              <p:nvPr/>
            </p:nvSpPr>
            <p:spPr>
              <a:xfrm>
                <a:off x="4943072" y="3592652"/>
                <a:ext cx="155021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26, Ceren</a:t>
                </a:r>
              </a:p>
            </p:txBody>
          </p:sp>
          <p:sp>
            <p:nvSpPr>
              <p:cNvPr id="12" name="Metin kutusu 11"/>
              <p:cNvSpPr txBox="1"/>
              <p:nvPr/>
            </p:nvSpPr>
            <p:spPr>
              <a:xfrm>
                <a:off x="5014551" y="4098445"/>
                <a:ext cx="1407258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99, Sena</a:t>
                </a:r>
              </a:p>
            </p:txBody>
          </p:sp>
        </p:grpSp>
        <p:sp>
          <p:nvSpPr>
            <p:cNvPr id="46" name="Metin kutusu 45"/>
            <p:cNvSpPr txBox="1"/>
            <p:nvPr/>
          </p:nvSpPr>
          <p:spPr>
            <a:xfrm>
              <a:off x="1992382" y="4883255"/>
              <a:ext cx="134241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105, Murat</a:t>
              </a:r>
            </a:p>
          </p:txBody>
        </p:sp>
      </p:grpSp>
      <p:sp>
        <p:nvSpPr>
          <p:cNvPr id="47" name="Metin kutusu 46"/>
          <p:cNvSpPr txBox="1"/>
          <p:nvPr/>
        </p:nvSpPr>
        <p:spPr>
          <a:xfrm>
            <a:off x="9827021" y="1841503"/>
            <a:ext cx="1858201" cy="239552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1 % 10 = 1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10 % 10 = 0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26 % 10 = 6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99 % 10 = 9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105 % 10 = 5</a:t>
            </a:r>
          </a:p>
        </p:txBody>
      </p:sp>
      <p:cxnSp>
        <p:nvCxnSpPr>
          <p:cNvPr id="48" name="Düz Ok Bağlayıcısı 47"/>
          <p:cNvCxnSpPr>
            <a:endCxn id="35" idx="1"/>
          </p:cNvCxnSpPr>
          <p:nvPr/>
        </p:nvCxnSpPr>
        <p:spPr>
          <a:xfrm>
            <a:off x="3015609" y="3259560"/>
            <a:ext cx="2745603" cy="99695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Düz Ok Bağlayıcısı 49"/>
          <p:cNvCxnSpPr/>
          <p:nvPr/>
        </p:nvCxnSpPr>
        <p:spPr>
          <a:xfrm flipV="1">
            <a:off x="6251956" y="4282484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196857" y="4007650"/>
            <a:ext cx="1337544" cy="544957"/>
            <a:chOff x="1166712" y="4680666"/>
            <a:chExt cx="2554387" cy="1364534"/>
          </a:xfrm>
        </p:grpSpPr>
        <p:sp>
          <p:nvSpPr>
            <p:cNvPr id="54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5" name="Dikdörtgen 54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56" name="Metin kutusu 55"/>
            <p:cNvSpPr txBox="1"/>
            <p:nvPr/>
          </p:nvSpPr>
          <p:spPr>
            <a:xfrm>
              <a:off x="2043515" y="5034939"/>
              <a:ext cx="789831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5, Ali</a:t>
              </a:r>
            </a:p>
          </p:txBody>
        </p:sp>
      </p:grpSp>
      <p:cxnSp>
        <p:nvCxnSpPr>
          <p:cNvPr id="57" name="Düz Ok Bağlayıcısı 56"/>
          <p:cNvCxnSpPr>
            <a:stCxn id="7" idx="3"/>
          </p:cNvCxnSpPr>
          <p:nvPr/>
        </p:nvCxnSpPr>
        <p:spPr>
          <a:xfrm flipV="1">
            <a:off x="3132693" y="2541191"/>
            <a:ext cx="2629743" cy="103660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Düz Ok Bağlayıcısı 57"/>
          <p:cNvCxnSpPr/>
          <p:nvPr/>
        </p:nvCxnSpPr>
        <p:spPr>
          <a:xfrm flipV="1">
            <a:off x="6251956" y="2460879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Grup 58"/>
          <p:cNvGrpSpPr/>
          <p:nvPr/>
        </p:nvGrpSpPr>
        <p:grpSpPr>
          <a:xfrm>
            <a:off x="7196857" y="2186045"/>
            <a:ext cx="1337544" cy="544957"/>
            <a:chOff x="1166712" y="4680666"/>
            <a:chExt cx="2554387" cy="1364534"/>
          </a:xfrm>
        </p:grpSpPr>
        <p:sp>
          <p:nvSpPr>
            <p:cNvPr id="60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61" name="Dikdörtgen 60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62" name="Metin kutusu 61"/>
            <p:cNvSpPr txBox="1"/>
            <p:nvPr/>
          </p:nvSpPr>
          <p:spPr>
            <a:xfrm>
              <a:off x="1864305" y="5034939"/>
              <a:ext cx="1148252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1, Tuna</a:t>
              </a:r>
            </a:p>
          </p:txBody>
        </p:sp>
      </p:grpSp>
      <p:cxnSp>
        <p:nvCxnSpPr>
          <p:cNvPr id="63" name="Düz Ok Bağlayıcısı 62"/>
          <p:cNvCxnSpPr/>
          <p:nvPr/>
        </p:nvCxnSpPr>
        <p:spPr>
          <a:xfrm flipV="1">
            <a:off x="3190529" y="2118210"/>
            <a:ext cx="2561624" cy="1827674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Düz Ok Bağlayıcısı 63"/>
          <p:cNvCxnSpPr/>
          <p:nvPr/>
        </p:nvCxnSpPr>
        <p:spPr>
          <a:xfrm flipV="1">
            <a:off x="6251956" y="2019325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5" name="Grup 64"/>
          <p:cNvGrpSpPr/>
          <p:nvPr/>
        </p:nvGrpSpPr>
        <p:grpSpPr>
          <a:xfrm>
            <a:off x="7196857" y="1744491"/>
            <a:ext cx="1337544" cy="544957"/>
            <a:chOff x="1166712" y="4680666"/>
            <a:chExt cx="2554387" cy="1364534"/>
          </a:xfrm>
        </p:grpSpPr>
        <p:sp>
          <p:nvSpPr>
            <p:cNvPr id="66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67" name="Dikdörtgen 66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68" name="Metin kutusu 67"/>
            <p:cNvSpPr txBox="1"/>
            <p:nvPr/>
          </p:nvSpPr>
          <p:spPr>
            <a:xfrm>
              <a:off x="1740138" y="5034939"/>
              <a:ext cx="1396588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10, Leyla</a:t>
              </a:r>
            </a:p>
          </p:txBody>
        </p:sp>
      </p:grpSp>
      <p:cxnSp>
        <p:nvCxnSpPr>
          <p:cNvPr id="69" name="Düz Ok Bağlayıcısı 68"/>
          <p:cNvCxnSpPr>
            <a:endCxn id="33" idx="1"/>
          </p:cNvCxnSpPr>
          <p:nvPr/>
        </p:nvCxnSpPr>
        <p:spPr>
          <a:xfrm>
            <a:off x="3252175" y="4311327"/>
            <a:ext cx="2507869" cy="40654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Düz Ok Bağlayıcısı 69"/>
          <p:cNvCxnSpPr/>
          <p:nvPr/>
        </p:nvCxnSpPr>
        <p:spPr>
          <a:xfrm flipV="1">
            <a:off x="6251956" y="4740446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1" name="Grup 70"/>
          <p:cNvGrpSpPr/>
          <p:nvPr/>
        </p:nvGrpSpPr>
        <p:grpSpPr>
          <a:xfrm>
            <a:off x="7196857" y="4465612"/>
            <a:ext cx="1337544" cy="544957"/>
            <a:chOff x="1166712" y="4680666"/>
            <a:chExt cx="2554387" cy="1364534"/>
          </a:xfrm>
        </p:grpSpPr>
        <p:sp>
          <p:nvSpPr>
            <p:cNvPr id="72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73" name="Dikdörtgen 72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74" name="Metin kutusu 73"/>
            <p:cNvSpPr txBox="1"/>
            <p:nvPr/>
          </p:nvSpPr>
          <p:spPr>
            <a:xfrm>
              <a:off x="1677196" y="5034939"/>
              <a:ext cx="1522472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26, Ceren</a:t>
              </a:r>
            </a:p>
          </p:txBody>
        </p:sp>
      </p:grpSp>
      <p:cxnSp>
        <p:nvCxnSpPr>
          <p:cNvPr id="75" name="Düz Ok Bağlayıcısı 74"/>
          <p:cNvCxnSpPr>
            <a:endCxn id="27" idx="1"/>
          </p:cNvCxnSpPr>
          <p:nvPr/>
        </p:nvCxnSpPr>
        <p:spPr>
          <a:xfrm>
            <a:off x="3247061" y="4738090"/>
            <a:ext cx="2515378" cy="133183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Düz Ok Bağlayıcısı 75"/>
          <p:cNvCxnSpPr/>
          <p:nvPr/>
        </p:nvCxnSpPr>
        <p:spPr>
          <a:xfrm flipV="1">
            <a:off x="6251956" y="6070098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Grup 76"/>
          <p:cNvGrpSpPr/>
          <p:nvPr/>
        </p:nvGrpSpPr>
        <p:grpSpPr>
          <a:xfrm>
            <a:off x="7196857" y="5795264"/>
            <a:ext cx="1337544" cy="544957"/>
            <a:chOff x="1166712" y="4680666"/>
            <a:chExt cx="2554387" cy="1364534"/>
          </a:xfrm>
        </p:grpSpPr>
        <p:sp>
          <p:nvSpPr>
            <p:cNvPr id="78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79" name="Dikdörtgen 78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80" name="Metin kutusu 79"/>
            <p:cNvSpPr txBox="1"/>
            <p:nvPr/>
          </p:nvSpPr>
          <p:spPr>
            <a:xfrm>
              <a:off x="1761875" y="5034939"/>
              <a:ext cx="1353118" cy="61652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chemeClr val="bg1">
                      <a:lumMod val="95000"/>
                    </a:schemeClr>
                  </a:solidFill>
                </a:rPr>
                <a:t>99, Sena</a:t>
              </a:r>
            </a:p>
          </p:txBody>
        </p:sp>
      </p:grpSp>
      <p:cxnSp>
        <p:nvCxnSpPr>
          <p:cNvPr id="81" name="Düz Ok Bağlayıcısı 80"/>
          <p:cNvCxnSpPr/>
          <p:nvPr/>
        </p:nvCxnSpPr>
        <p:spPr>
          <a:xfrm flipV="1">
            <a:off x="3302477" y="4328893"/>
            <a:ext cx="2243481" cy="744402"/>
          </a:xfrm>
          <a:prstGeom prst="straightConnector1">
            <a:avLst/>
          </a:prstGeom>
          <a:ln w="190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Metin kutusu 48"/>
          <p:cNvSpPr txBox="1"/>
          <p:nvPr/>
        </p:nvSpPr>
        <p:spPr>
          <a:xfrm>
            <a:off x="5152984" y="4053775"/>
            <a:ext cx="31611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>
                <a:solidFill>
                  <a:srgbClr val="FF0000"/>
                </a:solidFill>
              </a:rPr>
              <a:t>?</a:t>
            </a:r>
          </a:p>
        </p:txBody>
      </p:sp>
      <p:grpSp>
        <p:nvGrpSpPr>
          <p:cNvPr id="82" name="Grup 81"/>
          <p:cNvGrpSpPr/>
          <p:nvPr/>
        </p:nvGrpSpPr>
        <p:grpSpPr>
          <a:xfrm>
            <a:off x="3802770" y="4003132"/>
            <a:ext cx="1337544" cy="544957"/>
            <a:chOff x="1166712" y="4680666"/>
            <a:chExt cx="2554387" cy="1364534"/>
          </a:xfrm>
          <a:solidFill>
            <a:srgbClr val="DEEBF7"/>
          </a:solidFill>
        </p:grpSpPr>
        <p:sp>
          <p:nvSpPr>
            <p:cNvPr id="83" name="Bulut Belirtme Çizgisi 2"/>
            <p:cNvSpPr/>
            <p:nvPr/>
          </p:nvSpPr>
          <p:spPr>
            <a:xfrm>
              <a:off x="1166712" y="4680666"/>
              <a:ext cx="2554387" cy="136453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1179208 w 2251880"/>
                <a:gd name="connsiteY0" fmla="*/ 1081581 h 1119116"/>
                <a:gd name="connsiteX1" fmla="*/ 1148121 w 2251880"/>
                <a:gd name="connsiteY1" fmla="*/ 1112668 h 1119116"/>
                <a:gd name="connsiteX2" fmla="*/ 1117034 w 2251880"/>
                <a:gd name="connsiteY2" fmla="*/ 1081581 h 1119116"/>
                <a:gd name="connsiteX3" fmla="*/ 1148121 w 2251880"/>
                <a:gd name="connsiteY3" fmla="*/ 1050494 h 1119116"/>
                <a:gd name="connsiteX4" fmla="*/ 1179208 w 2251880"/>
                <a:gd name="connsiteY4" fmla="*/ 1081581 h 1119116"/>
                <a:gd name="connsiteX0" fmla="*/ 1209944 w 2251880"/>
                <a:gd name="connsiteY0" fmla="*/ 1073345 h 1119116"/>
                <a:gd name="connsiteX1" fmla="*/ 1147771 w 2251880"/>
                <a:gd name="connsiteY1" fmla="*/ 1135518 h 1119116"/>
                <a:gd name="connsiteX2" fmla="*/ 1085598 w 2251880"/>
                <a:gd name="connsiteY2" fmla="*/ 1073345 h 1119116"/>
                <a:gd name="connsiteX3" fmla="*/ 1147771 w 2251880"/>
                <a:gd name="connsiteY3" fmla="*/ 1011172 h 1119116"/>
                <a:gd name="connsiteX4" fmla="*/ 1209944 w 2251880"/>
                <a:gd name="connsiteY4" fmla="*/ 1073345 h 1119116"/>
                <a:gd name="connsiteX0" fmla="*/ 1243320 w 2251880"/>
                <a:gd name="connsiteY0" fmla="*/ 1127227 h 1119116"/>
                <a:gd name="connsiteX1" fmla="*/ 1150060 w 2251880"/>
                <a:gd name="connsiteY1" fmla="*/ 1220487 h 1119116"/>
                <a:gd name="connsiteX2" fmla="*/ 1056800 w 2251880"/>
                <a:gd name="connsiteY2" fmla="*/ 1127227 h 1119116"/>
                <a:gd name="connsiteX3" fmla="*/ 1150060 w 2251880"/>
                <a:gd name="connsiteY3" fmla="*/ 1033967 h 1119116"/>
                <a:gd name="connsiteX4" fmla="*/ 1243320 w 2251880"/>
                <a:gd name="connsiteY4" fmla="*/ 1127227 h 1119116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149648 w 2254800"/>
                <a:gd name="connsiteY1" fmla="*/ 1131865 h 1216834"/>
                <a:gd name="connsiteX2" fmla="*/ 1087475 w 2254800"/>
                <a:gd name="connsiteY2" fmla="*/ 1069692 h 1216834"/>
                <a:gd name="connsiteX3" fmla="*/ 1149648 w 2254800"/>
                <a:gd name="connsiteY3" fmla="*/ 1007519 h 1216834"/>
                <a:gd name="connsiteX4" fmla="*/ 1211821 w 2254800"/>
                <a:gd name="connsiteY4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211821 w 2254800"/>
                <a:gd name="connsiteY0" fmla="*/ 1069692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3" fmla="*/ 1211821 w 2254800"/>
                <a:gd name="connsiteY3" fmla="*/ 1069692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6972"/>
                <a:gd name="connsiteX1" fmla="*/ 5659 w 43256"/>
                <a:gd name="connsiteY1" fmla="*/ 6766 h 46972"/>
                <a:gd name="connsiteX2" fmla="*/ 14041 w 43256"/>
                <a:gd name="connsiteY2" fmla="*/ 5061 h 46972"/>
                <a:gd name="connsiteX3" fmla="*/ 22492 w 43256"/>
                <a:gd name="connsiteY3" fmla="*/ 3291 h 46972"/>
                <a:gd name="connsiteX4" fmla="*/ 25785 w 43256"/>
                <a:gd name="connsiteY4" fmla="*/ 59 h 46972"/>
                <a:gd name="connsiteX5" fmla="*/ 29869 w 43256"/>
                <a:gd name="connsiteY5" fmla="*/ 2340 h 46972"/>
                <a:gd name="connsiteX6" fmla="*/ 35499 w 43256"/>
                <a:gd name="connsiteY6" fmla="*/ 549 h 46972"/>
                <a:gd name="connsiteX7" fmla="*/ 38354 w 43256"/>
                <a:gd name="connsiteY7" fmla="*/ 5435 h 46972"/>
                <a:gd name="connsiteX8" fmla="*/ 42018 w 43256"/>
                <a:gd name="connsiteY8" fmla="*/ 10177 h 46972"/>
                <a:gd name="connsiteX9" fmla="*/ 41854 w 43256"/>
                <a:gd name="connsiteY9" fmla="*/ 15319 h 46972"/>
                <a:gd name="connsiteX10" fmla="*/ 43052 w 43256"/>
                <a:gd name="connsiteY10" fmla="*/ 23181 h 46972"/>
                <a:gd name="connsiteX11" fmla="*/ 37440 w 43256"/>
                <a:gd name="connsiteY11" fmla="*/ 30063 h 46972"/>
                <a:gd name="connsiteX12" fmla="*/ 35431 w 43256"/>
                <a:gd name="connsiteY12" fmla="*/ 35960 h 46972"/>
                <a:gd name="connsiteX13" fmla="*/ 28591 w 43256"/>
                <a:gd name="connsiteY13" fmla="*/ 36674 h 46972"/>
                <a:gd name="connsiteX14" fmla="*/ 23703 w 43256"/>
                <a:gd name="connsiteY14" fmla="*/ 42965 h 46972"/>
                <a:gd name="connsiteX15" fmla="*/ 16516 w 43256"/>
                <a:gd name="connsiteY15" fmla="*/ 39125 h 46972"/>
                <a:gd name="connsiteX16" fmla="*/ 5840 w 43256"/>
                <a:gd name="connsiteY16" fmla="*/ 35331 h 46972"/>
                <a:gd name="connsiteX17" fmla="*/ 1146 w 43256"/>
                <a:gd name="connsiteY17" fmla="*/ 31109 h 46972"/>
                <a:gd name="connsiteX18" fmla="*/ 2149 w 43256"/>
                <a:gd name="connsiteY18" fmla="*/ 25410 h 46972"/>
                <a:gd name="connsiteX19" fmla="*/ 31 w 43256"/>
                <a:gd name="connsiteY19" fmla="*/ 19563 h 46972"/>
                <a:gd name="connsiteX20" fmla="*/ 3899 w 43256"/>
                <a:gd name="connsiteY20" fmla="*/ 14366 h 46972"/>
                <a:gd name="connsiteX21" fmla="*/ 3936 w 43256"/>
                <a:gd name="connsiteY21" fmla="*/ 14229 h 46972"/>
                <a:gd name="connsiteX0" fmla="*/ 1149998 w 2254800"/>
                <a:gd name="connsiteY0" fmla="*/ 1046841 h 1216834"/>
                <a:gd name="connsiteX1" fmla="*/ 1149998 w 2254800"/>
                <a:gd name="connsiteY1" fmla="*/ 1109015 h 1216834"/>
                <a:gd name="connsiteX2" fmla="*/ 1118911 w 2254800"/>
                <a:gd name="connsiteY2" fmla="*/ 1077928 h 1216834"/>
                <a:gd name="connsiteX3" fmla="*/ 1149998 w 2254800"/>
                <a:gd name="connsiteY3" fmla="*/ 1046841 h 1216834"/>
                <a:gd name="connsiteX0" fmla="*/ 1149648 w 2254800"/>
                <a:gd name="connsiteY0" fmla="*/ 1007519 h 1216834"/>
                <a:gd name="connsiteX1" fmla="*/ 1087475 w 2254800"/>
                <a:gd name="connsiteY1" fmla="*/ 1069692 h 1216834"/>
                <a:gd name="connsiteX2" fmla="*/ 1149648 w 2254800"/>
                <a:gd name="connsiteY2" fmla="*/ 1007519 h 1216834"/>
                <a:gd name="connsiteX0" fmla="*/ 1245197 w 2254800"/>
                <a:gd name="connsiteY0" fmla="*/ 1123574 h 1216834"/>
                <a:gd name="connsiteX1" fmla="*/ 1151937 w 2254800"/>
                <a:gd name="connsiteY1" fmla="*/ 1216834 h 1216834"/>
                <a:gd name="connsiteX2" fmla="*/ 1058677 w 2254800"/>
                <a:gd name="connsiteY2" fmla="*/ 1123574 h 1216834"/>
                <a:gd name="connsiteX3" fmla="*/ 1151937 w 2254800"/>
                <a:gd name="connsiteY3" fmla="*/ 1030314 h 1216834"/>
                <a:gd name="connsiteX4" fmla="*/ 1245197 w 2254800"/>
                <a:gd name="connsiteY4" fmla="*/ 1123574 h 1216834"/>
                <a:gd name="connsiteX0" fmla="*/ 4729 w 43256"/>
                <a:gd name="connsiteY0" fmla="*/ 26036 h 46972"/>
                <a:gd name="connsiteX1" fmla="*/ 2196 w 43256"/>
                <a:gd name="connsiteY1" fmla="*/ 25239 h 46972"/>
                <a:gd name="connsiteX2" fmla="*/ 6964 w 43256"/>
                <a:gd name="connsiteY2" fmla="*/ 34758 h 46972"/>
                <a:gd name="connsiteX3" fmla="*/ 5856 w 43256"/>
                <a:gd name="connsiteY3" fmla="*/ 35139 h 46972"/>
                <a:gd name="connsiteX4" fmla="*/ 16514 w 43256"/>
                <a:gd name="connsiteY4" fmla="*/ 38949 h 46972"/>
                <a:gd name="connsiteX5" fmla="*/ 15846 w 43256"/>
                <a:gd name="connsiteY5" fmla="*/ 37209 h 46972"/>
                <a:gd name="connsiteX6" fmla="*/ 28863 w 43256"/>
                <a:gd name="connsiteY6" fmla="*/ 34610 h 46972"/>
                <a:gd name="connsiteX7" fmla="*/ 28596 w 43256"/>
                <a:gd name="connsiteY7" fmla="*/ 36519 h 46972"/>
                <a:gd name="connsiteX8" fmla="*/ 34165 w 43256"/>
                <a:gd name="connsiteY8" fmla="*/ 22813 h 46972"/>
                <a:gd name="connsiteX9" fmla="*/ 37416 w 43256"/>
                <a:gd name="connsiteY9" fmla="*/ 29949 h 46972"/>
                <a:gd name="connsiteX10" fmla="*/ 41834 w 43256"/>
                <a:gd name="connsiteY10" fmla="*/ 15213 h 46972"/>
                <a:gd name="connsiteX11" fmla="*/ 40386 w 43256"/>
                <a:gd name="connsiteY11" fmla="*/ 17889 h 46972"/>
                <a:gd name="connsiteX12" fmla="*/ 38360 w 43256"/>
                <a:gd name="connsiteY12" fmla="*/ 5285 h 46972"/>
                <a:gd name="connsiteX13" fmla="*/ 38436 w 43256"/>
                <a:gd name="connsiteY13" fmla="*/ 6549 h 46972"/>
                <a:gd name="connsiteX14" fmla="*/ 29114 w 43256"/>
                <a:gd name="connsiteY14" fmla="*/ 3811 h 46972"/>
                <a:gd name="connsiteX15" fmla="*/ 29856 w 43256"/>
                <a:gd name="connsiteY15" fmla="*/ 2199 h 46972"/>
                <a:gd name="connsiteX16" fmla="*/ 22177 w 43256"/>
                <a:gd name="connsiteY16" fmla="*/ 4579 h 46972"/>
                <a:gd name="connsiteX17" fmla="*/ 22536 w 43256"/>
                <a:gd name="connsiteY17" fmla="*/ 3189 h 46972"/>
                <a:gd name="connsiteX18" fmla="*/ 14036 w 43256"/>
                <a:gd name="connsiteY18" fmla="*/ 5051 h 46972"/>
                <a:gd name="connsiteX19" fmla="*/ 15336 w 43256"/>
                <a:gd name="connsiteY19" fmla="*/ 6399 h 46972"/>
                <a:gd name="connsiteX20" fmla="*/ 4163 w 43256"/>
                <a:gd name="connsiteY20" fmla="*/ 15648 h 46972"/>
                <a:gd name="connsiteX21" fmla="*/ 3936 w 43256"/>
                <a:gd name="connsiteY21" fmla="*/ 14229 h 46972"/>
                <a:gd name="connsiteX0" fmla="*/ 3936 w 43256"/>
                <a:gd name="connsiteY0" fmla="*/ 14229 h 47072"/>
                <a:gd name="connsiteX1" fmla="*/ 5659 w 43256"/>
                <a:gd name="connsiteY1" fmla="*/ 6766 h 47072"/>
                <a:gd name="connsiteX2" fmla="*/ 14041 w 43256"/>
                <a:gd name="connsiteY2" fmla="*/ 5061 h 47072"/>
                <a:gd name="connsiteX3" fmla="*/ 22492 w 43256"/>
                <a:gd name="connsiteY3" fmla="*/ 3291 h 47072"/>
                <a:gd name="connsiteX4" fmla="*/ 25785 w 43256"/>
                <a:gd name="connsiteY4" fmla="*/ 59 h 47072"/>
                <a:gd name="connsiteX5" fmla="*/ 29869 w 43256"/>
                <a:gd name="connsiteY5" fmla="*/ 2340 h 47072"/>
                <a:gd name="connsiteX6" fmla="*/ 35499 w 43256"/>
                <a:gd name="connsiteY6" fmla="*/ 549 h 47072"/>
                <a:gd name="connsiteX7" fmla="*/ 38354 w 43256"/>
                <a:gd name="connsiteY7" fmla="*/ 5435 h 47072"/>
                <a:gd name="connsiteX8" fmla="*/ 42018 w 43256"/>
                <a:gd name="connsiteY8" fmla="*/ 10177 h 47072"/>
                <a:gd name="connsiteX9" fmla="*/ 41854 w 43256"/>
                <a:gd name="connsiteY9" fmla="*/ 15319 h 47072"/>
                <a:gd name="connsiteX10" fmla="*/ 43052 w 43256"/>
                <a:gd name="connsiteY10" fmla="*/ 23181 h 47072"/>
                <a:gd name="connsiteX11" fmla="*/ 37440 w 43256"/>
                <a:gd name="connsiteY11" fmla="*/ 30063 h 47072"/>
                <a:gd name="connsiteX12" fmla="*/ 35431 w 43256"/>
                <a:gd name="connsiteY12" fmla="*/ 35960 h 47072"/>
                <a:gd name="connsiteX13" fmla="*/ 28591 w 43256"/>
                <a:gd name="connsiteY13" fmla="*/ 36674 h 47072"/>
                <a:gd name="connsiteX14" fmla="*/ 23703 w 43256"/>
                <a:gd name="connsiteY14" fmla="*/ 42965 h 47072"/>
                <a:gd name="connsiteX15" fmla="*/ 16516 w 43256"/>
                <a:gd name="connsiteY15" fmla="*/ 39125 h 47072"/>
                <a:gd name="connsiteX16" fmla="*/ 5840 w 43256"/>
                <a:gd name="connsiteY16" fmla="*/ 35331 h 47072"/>
                <a:gd name="connsiteX17" fmla="*/ 1146 w 43256"/>
                <a:gd name="connsiteY17" fmla="*/ 31109 h 47072"/>
                <a:gd name="connsiteX18" fmla="*/ 2149 w 43256"/>
                <a:gd name="connsiteY18" fmla="*/ 25410 h 47072"/>
                <a:gd name="connsiteX19" fmla="*/ 31 w 43256"/>
                <a:gd name="connsiteY19" fmla="*/ 19563 h 47072"/>
                <a:gd name="connsiteX20" fmla="*/ 3899 w 43256"/>
                <a:gd name="connsiteY20" fmla="*/ 14366 h 47072"/>
                <a:gd name="connsiteX21" fmla="*/ 3936 w 43256"/>
                <a:gd name="connsiteY21" fmla="*/ 14229 h 47072"/>
                <a:gd name="connsiteX0" fmla="*/ 1149998 w 2254800"/>
                <a:gd name="connsiteY0" fmla="*/ 1046841 h 1219426"/>
                <a:gd name="connsiteX1" fmla="*/ 1149998 w 2254800"/>
                <a:gd name="connsiteY1" fmla="*/ 1109015 h 1219426"/>
                <a:gd name="connsiteX2" fmla="*/ 1118911 w 2254800"/>
                <a:gd name="connsiteY2" fmla="*/ 1077928 h 1219426"/>
                <a:gd name="connsiteX3" fmla="*/ 1149998 w 2254800"/>
                <a:gd name="connsiteY3" fmla="*/ 1046841 h 1219426"/>
                <a:gd name="connsiteX0" fmla="*/ 1149648 w 2254800"/>
                <a:gd name="connsiteY0" fmla="*/ 1007519 h 1219426"/>
                <a:gd name="connsiteX1" fmla="*/ 1087475 w 2254800"/>
                <a:gd name="connsiteY1" fmla="*/ 1069692 h 1219426"/>
                <a:gd name="connsiteX2" fmla="*/ 1149648 w 2254800"/>
                <a:gd name="connsiteY2" fmla="*/ 1007519 h 1219426"/>
                <a:gd name="connsiteX0" fmla="*/ 1245197 w 2254800"/>
                <a:gd name="connsiteY0" fmla="*/ 1123574 h 1219426"/>
                <a:gd name="connsiteX1" fmla="*/ 1151937 w 2254800"/>
                <a:gd name="connsiteY1" fmla="*/ 1216834 h 1219426"/>
                <a:gd name="connsiteX2" fmla="*/ 1151937 w 2254800"/>
                <a:gd name="connsiteY2" fmla="*/ 1030314 h 1219426"/>
                <a:gd name="connsiteX3" fmla="*/ 1245197 w 2254800"/>
                <a:gd name="connsiteY3" fmla="*/ 1123574 h 1219426"/>
                <a:gd name="connsiteX0" fmla="*/ 4729 w 43256"/>
                <a:gd name="connsiteY0" fmla="*/ 26036 h 47072"/>
                <a:gd name="connsiteX1" fmla="*/ 2196 w 43256"/>
                <a:gd name="connsiteY1" fmla="*/ 25239 h 47072"/>
                <a:gd name="connsiteX2" fmla="*/ 6964 w 43256"/>
                <a:gd name="connsiteY2" fmla="*/ 34758 h 47072"/>
                <a:gd name="connsiteX3" fmla="*/ 5856 w 43256"/>
                <a:gd name="connsiteY3" fmla="*/ 35139 h 47072"/>
                <a:gd name="connsiteX4" fmla="*/ 16514 w 43256"/>
                <a:gd name="connsiteY4" fmla="*/ 38949 h 47072"/>
                <a:gd name="connsiteX5" fmla="*/ 15846 w 43256"/>
                <a:gd name="connsiteY5" fmla="*/ 37209 h 47072"/>
                <a:gd name="connsiteX6" fmla="*/ 28863 w 43256"/>
                <a:gd name="connsiteY6" fmla="*/ 34610 h 47072"/>
                <a:gd name="connsiteX7" fmla="*/ 28596 w 43256"/>
                <a:gd name="connsiteY7" fmla="*/ 36519 h 47072"/>
                <a:gd name="connsiteX8" fmla="*/ 34165 w 43256"/>
                <a:gd name="connsiteY8" fmla="*/ 22813 h 47072"/>
                <a:gd name="connsiteX9" fmla="*/ 37416 w 43256"/>
                <a:gd name="connsiteY9" fmla="*/ 29949 h 47072"/>
                <a:gd name="connsiteX10" fmla="*/ 41834 w 43256"/>
                <a:gd name="connsiteY10" fmla="*/ 15213 h 47072"/>
                <a:gd name="connsiteX11" fmla="*/ 40386 w 43256"/>
                <a:gd name="connsiteY11" fmla="*/ 17889 h 47072"/>
                <a:gd name="connsiteX12" fmla="*/ 38360 w 43256"/>
                <a:gd name="connsiteY12" fmla="*/ 5285 h 47072"/>
                <a:gd name="connsiteX13" fmla="*/ 38436 w 43256"/>
                <a:gd name="connsiteY13" fmla="*/ 6549 h 47072"/>
                <a:gd name="connsiteX14" fmla="*/ 29114 w 43256"/>
                <a:gd name="connsiteY14" fmla="*/ 3811 h 47072"/>
                <a:gd name="connsiteX15" fmla="*/ 29856 w 43256"/>
                <a:gd name="connsiteY15" fmla="*/ 2199 h 47072"/>
                <a:gd name="connsiteX16" fmla="*/ 22177 w 43256"/>
                <a:gd name="connsiteY16" fmla="*/ 4579 h 47072"/>
                <a:gd name="connsiteX17" fmla="*/ 22536 w 43256"/>
                <a:gd name="connsiteY17" fmla="*/ 3189 h 47072"/>
                <a:gd name="connsiteX18" fmla="*/ 14036 w 43256"/>
                <a:gd name="connsiteY18" fmla="*/ 5051 h 47072"/>
                <a:gd name="connsiteX19" fmla="*/ 15336 w 43256"/>
                <a:gd name="connsiteY19" fmla="*/ 6399 h 47072"/>
                <a:gd name="connsiteX20" fmla="*/ 4163 w 43256"/>
                <a:gd name="connsiteY20" fmla="*/ 15648 h 47072"/>
                <a:gd name="connsiteX21" fmla="*/ 3936 w 43256"/>
                <a:gd name="connsiteY21" fmla="*/ 14229 h 470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49998 w 2254800"/>
                <a:gd name="connsiteY1" fmla="*/ 1109015 h 1123574"/>
                <a:gd name="connsiteX2" fmla="*/ 1118911 w 2254800"/>
                <a:gd name="connsiteY2" fmla="*/ 1077928 h 1123574"/>
                <a:gd name="connsiteX3" fmla="*/ 1149998 w 2254800"/>
                <a:gd name="connsiteY3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149998 w 2254800"/>
                <a:gd name="connsiteY0" fmla="*/ 1046841 h 1123574"/>
                <a:gd name="connsiteX1" fmla="*/ 1118911 w 2254800"/>
                <a:gd name="connsiteY1" fmla="*/ 1077928 h 1123574"/>
                <a:gd name="connsiteX2" fmla="*/ 1149998 w 2254800"/>
                <a:gd name="connsiteY2" fmla="*/ 104684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223817 w 2254800"/>
                <a:gd name="connsiteY0" fmla="*/ 1103991 h 1123574"/>
                <a:gd name="connsiteX1" fmla="*/ 1118911 w 2254800"/>
                <a:gd name="connsiteY1" fmla="*/ 1077928 h 1123574"/>
                <a:gd name="connsiteX2" fmla="*/ 1223817 w 2254800"/>
                <a:gd name="connsiteY2" fmla="*/ 1103991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8345"/>
                <a:gd name="connsiteX1" fmla="*/ 5659 w 43256"/>
                <a:gd name="connsiteY1" fmla="*/ 6766 h 48345"/>
                <a:gd name="connsiteX2" fmla="*/ 14041 w 43256"/>
                <a:gd name="connsiteY2" fmla="*/ 5061 h 48345"/>
                <a:gd name="connsiteX3" fmla="*/ 22492 w 43256"/>
                <a:gd name="connsiteY3" fmla="*/ 3291 h 48345"/>
                <a:gd name="connsiteX4" fmla="*/ 25785 w 43256"/>
                <a:gd name="connsiteY4" fmla="*/ 59 h 48345"/>
                <a:gd name="connsiteX5" fmla="*/ 29869 w 43256"/>
                <a:gd name="connsiteY5" fmla="*/ 2340 h 48345"/>
                <a:gd name="connsiteX6" fmla="*/ 35499 w 43256"/>
                <a:gd name="connsiteY6" fmla="*/ 549 h 48345"/>
                <a:gd name="connsiteX7" fmla="*/ 38354 w 43256"/>
                <a:gd name="connsiteY7" fmla="*/ 5435 h 48345"/>
                <a:gd name="connsiteX8" fmla="*/ 42018 w 43256"/>
                <a:gd name="connsiteY8" fmla="*/ 10177 h 48345"/>
                <a:gd name="connsiteX9" fmla="*/ 41854 w 43256"/>
                <a:gd name="connsiteY9" fmla="*/ 15319 h 48345"/>
                <a:gd name="connsiteX10" fmla="*/ 43052 w 43256"/>
                <a:gd name="connsiteY10" fmla="*/ 23181 h 48345"/>
                <a:gd name="connsiteX11" fmla="*/ 37440 w 43256"/>
                <a:gd name="connsiteY11" fmla="*/ 30063 h 48345"/>
                <a:gd name="connsiteX12" fmla="*/ 35431 w 43256"/>
                <a:gd name="connsiteY12" fmla="*/ 35960 h 48345"/>
                <a:gd name="connsiteX13" fmla="*/ 28591 w 43256"/>
                <a:gd name="connsiteY13" fmla="*/ 36674 h 48345"/>
                <a:gd name="connsiteX14" fmla="*/ 23703 w 43256"/>
                <a:gd name="connsiteY14" fmla="*/ 42965 h 48345"/>
                <a:gd name="connsiteX15" fmla="*/ 16516 w 43256"/>
                <a:gd name="connsiteY15" fmla="*/ 39125 h 48345"/>
                <a:gd name="connsiteX16" fmla="*/ 5840 w 43256"/>
                <a:gd name="connsiteY16" fmla="*/ 35331 h 48345"/>
                <a:gd name="connsiteX17" fmla="*/ 1146 w 43256"/>
                <a:gd name="connsiteY17" fmla="*/ 31109 h 48345"/>
                <a:gd name="connsiteX18" fmla="*/ 2149 w 43256"/>
                <a:gd name="connsiteY18" fmla="*/ 25410 h 48345"/>
                <a:gd name="connsiteX19" fmla="*/ 31 w 43256"/>
                <a:gd name="connsiteY19" fmla="*/ 19563 h 48345"/>
                <a:gd name="connsiteX20" fmla="*/ 3899 w 43256"/>
                <a:gd name="connsiteY20" fmla="*/ 14366 h 48345"/>
                <a:gd name="connsiteX21" fmla="*/ 3936 w 43256"/>
                <a:gd name="connsiteY21" fmla="*/ 14229 h 48345"/>
                <a:gd name="connsiteX0" fmla="*/ 1223817 w 2254800"/>
                <a:gd name="connsiteY0" fmla="*/ 1103991 h 1252397"/>
                <a:gd name="connsiteX1" fmla="*/ 1118911 w 2254800"/>
                <a:gd name="connsiteY1" fmla="*/ 1077928 h 1252397"/>
                <a:gd name="connsiteX2" fmla="*/ 1223817 w 2254800"/>
                <a:gd name="connsiteY2" fmla="*/ 1103991 h 1252397"/>
                <a:gd name="connsiteX0" fmla="*/ 1149648 w 2254800"/>
                <a:gd name="connsiteY0" fmla="*/ 1007519 h 1252397"/>
                <a:gd name="connsiteX1" fmla="*/ 1087475 w 2254800"/>
                <a:gd name="connsiteY1" fmla="*/ 1069692 h 1252397"/>
                <a:gd name="connsiteX2" fmla="*/ 1149648 w 2254800"/>
                <a:gd name="connsiteY2" fmla="*/ 1007519 h 1252397"/>
                <a:gd name="connsiteX0" fmla="*/ 1245197 w 2254800"/>
                <a:gd name="connsiteY0" fmla="*/ 1123574 h 1252397"/>
                <a:gd name="connsiteX1" fmla="*/ 1151937 w 2254800"/>
                <a:gd name="connsiteY1" fmla="*/ 1030314 h 1252397"/>
                <a:gd name="connsiteX2" fmla="*/ 1245197 w 2254800"/>
                <a:gd name="connsiteY2" fmla="*/ 1123574 h 1252397"/>
                <a:gd name="connsiteX0" fmla="*/ 4729 w 43256"/>
                <a:gd name="connsiteY0" fmla="*/ 26036 h 48345"/>
                <a:gd name="connsiteX1" fmla="*/ 2196 w 43256"/>
                <a:gd name="connsiteY1" fmla="*/ 25239 h 48345"/>
                <a:gd name="connsiteX2" fmla="*/ 6964 w 43256"/>
                <a:gd name="connsiteY2" fmla="*/ 34758 h 48345"/>
                <a:gd name="connsiteX3" fmla="*/ 5856 w 43256"/>
                <a:gd name="connsiteY3" fmla="*/ 35139 h 48345"/>
                <a:gd name="connsiteX4" fmla="*/ 16514 w 43256"/>
                <a:gd name="connsiteY4" fmla="*/ 38949 h 48345"/>
                <a:gd name="connsiteX5" fmla="*/ 15846 w 43256"/>
                <a:gd name="connsiteY5" fmla="*/ 37209 h 48345"/>
                <a:gd name="connsiteX6" fmla="*/ 28863 w 43256"/>
                <a:gd name="connsiteY6" fmla="*/ 34610 h 48345"/>
                <a:gd name="connsiteX7" fmla="*/ 28596 w 43256"/>
                <a:gd name="connsiteY7" fmla="*/ 36519 h 48345"/>
                <a:gd name="connsiteX8" fmla="*/ 34165 w 43256"/>
                <a:gd name="connsiteY8" fmla="*/ 22813 h 48345"/>
                <a:gd name="connsiteX9" fmla="*/ 37416 w 43256"/>
                <a:gd name="connsiteY9" fmla="*/ 29949 h 48345"/>
                <a:gd name="connsiteX10" fmla="*/ 41834 w 43256"/>
                <a:gd name="connsiteY10" fmla="*/ 15213 h 48345"/>
                <a:gd name="connsiteX11" fmla="*/ 40386 w 43256"/>
                <a:gd name="connsiteY11" fmla="*/ 17889 h 48345"/>
                <a:gd name="connsiteX12" fmla="*/ 38360 w 43256"/>
                <a:gd name="connsiteY12" fmla="*/ 5285 h 48345"/>
                <a:gd name="connsiteX13" fmla="*/ 38436 w 43256"/>
                <a:gd name="connsiteY13" fmla="*/ 6549 h 48345"/>
                <a:gd name="connsiteX14" fmla="*/ 29114 w 43256"/>
                <a:gd name="connsiteY14" fmla="*/ 3811 h 48345"/>
                <a:gd name="connsiteX15" fmla="*/ 29856 w 43256"/>
                <a:gd name="connsiteY15" fmla="*/ 2199 h 48345"/>
                <a:gd name="connsiteX16" fmla="*/ 22177 w 43256"/>
                <a:gd name="connsiteY16" fmla="*/ 4579 h 48345"/>
                <a:gd name="connsiteX17" fmla="*/ 22536 w 43256"/>
                <a:gd name="connsiteY17" fmla="*/ 3189 h 48345"/>
                <a:gd name="connsiteX18" fmla="*/ 14036 w 43256"/>
                <a:gd name="connsiteY18" fmla="*/ 5051 h 48345"/>
                <a:gd name="connsiteX19" fmla="*/ 15336 w 43256"/>
                <a:gd name="connsiteY19" fmla="*/ 6399 h 48345"/>
                <a:gd name="connsiteX20" fmla="*/ 4163 w 43256"/>
                <a:gd name="connsiteY20" fmla="*/ 15648 h 48345"/>
                <a:gd name="connsiteX21" fmla="*/ 3936 w 43256"/>
                <a:gd name="connsiteY21" fmla="*/ 14229 h 48345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118911 w 2254800"/>
                <a:gd name="connsiteY1" fmla="*/ 1077928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149648 w 2254800"/>
                <a:gd name="connsiteY0" fmla="*/ 1007519 h 1123574"/>
                <a:gd name="connsiteX1" fmla="*/ 1087475 w 2254800"/>
                <a:gd name="connsiteY1" fmla="*/ 1069692 h 1123574"/>
                <a:gd name="connsiteX2" fmla="*/ 1149648 w 2254800"/>
                <a:gd name="connsiteY2" fmla="*/ 10075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51937 w 2254800"/>
                <a:gd name="connsiteY1" fmla="*/ 1030314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1087475 w 2254800"/>
                <a:gd name="connsiteY1" fmla="*/ 1069692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372"/>
                <a:gd name="connsiteX1" fmla="*/ 5659 w 43256"/>
                <a:gd name="connsiteY1" fmla="*/ 6766 h 43372"/>
                <a:gd name="connsiteX2" fmla="*/ 14041 w 43256"/>
                <a:gd name="connsiteY2" fmla="*/ 5061 h 43372"/>
                <a:gd name="connsiteX3" fmla="*/ 22492 w 43256"/>
                <a:gd name="connsiteY3" fmla="*/ 3291 h 43372"/>
                <a:gd name="connsiteX4" fmla="*/ 25785 w 43256"/>
                <a:gd name="connsiteY4" fmla="*/ 59 h 43372"/>
                <a:gd name="connsiteX5" fmla="*/ 29869 w 43256"/>
                <a:gd name="connsiteY5" fmla="*/ 2340 h 43372"/>
                <a:gd name="connsiteX6" fmla="*/ 35499 w 43256"/>
                <a:gd name="connsiteY6" fmla="*/ 549 h 43372"/>
                <a:gd name="connsiteX7" fmla="*/ 38354 w 43256"/>
                <a:gd name="connsiteY7" fmla="*/ 5435 h 43372"/>
                <a:gd name="connsiteX8" fmla="*/ 42018 w 43256"/>
                <a:gd name="connsiteY8" fmla="*/ 10177 h 43372"/>
                <a:gd name="connsiteX9" fmla="*/ 41854 w 43256"/>
                <a:gd name="connsiteY9" fmla="*/ 15319 h 43372"/>
                <a:gd name="connsiteX10" fmla="*/ 43052 w 43256"/>
                <a:gd name="connsiteY10" fmla="*/ 23181 h 43372"/>
                <a:gd name="connsiteX11" fmla="*/ 37440 w 43256"/>
                <a:gd name="connsiteY11" fmla="*/ 30063 h 43372"/>
                <a:gd name="connsiteX12" fmla="*/ 35431 w 43256"/>
                <a:gd name="connsiteY12" fmla="*/ 35960 h 43372"/>
                <a:gd name="connsiteX13" fmla="*/ 28591 w 43256"/>
                <a:gd name="connsiteY13" fmla="*/ 36674 h 43372"/>
                <a:gd name="connsiteX14" fmla="*/ 23703 w 43256"/>
                <a:gd name="connsiteY14" fmla="*/ 42965 h 43372"/>
                <a:gd name="connsiteX15" fmla="*/ 16516 w 43256"/>
                <a:gd name="connsiteY15" fmla="*/ 39125 h 43372"/>
                <a:gd name="connsiteX16" fmla="*/ 5840 w 43256"/>
                <a:gd name="connsiteY16" fmla="*/ 35331 h 43372"/>
                <a:gd name="connsiteX17" fmla="*/ 1146 w 43256"/>
                <a:gd name="connsiteY17" fmla="*/ 31109 h 43372"/>
                <a:gd name="connsiteX18" fmla="*/ 2149 w 43256"/>
                <a:gd name="connsiteY18" fmla="*/ 25410 h 43372"/>
                <a:gd name="connsiteX19" fmla="*/ 31 w 43256"/>
                <a:gd name="connsiteY19" fmla="*/ 19563 h 43372"/>
                <a:gd name="connsiteX20" fmla="*/ 3899 w 43256"/>
                <a:gd name="connsiteY20" fmla="*/ 14366 h 43372"/>
                <a:gd name="connsiteX21" fmla="*/ 3936 w 43256"/>
                <a:gd name="connsiteY21" fmla="*/ 14229 h 43372"/>
                <a:gd name="connsiteX0" fmla="*/ 1097611 w 2254800"/>
                <a:gd name="connsiteY0" fmla="*/ 582497 h 1123574"/>
                <a:gd name="connsiteX1" fmla="*/ 1276073 w 2254800"/>
                <a:gd name="connsiteY1" fmla="*/ 637397 h 1123574"/>
                <a:gd name="connsiteX2" fmla="*/ 1097611 w 2254800"/>
                <a:gd name="connsiteY2" fmla="*/ 582497 h 1123574"/>
                <a:gd name="connsiteX0" fmla="*/ 1035348 w 2254800"/>
                <a:gd name="connsiteY0" fmla="*/ 702719 h 1123574"/>
                <a:gd name="connsiteX1" fmla="*/ 935075 w 2254800"/>
                <a:gd name="connsiteY1" fmla="*/ 695836 h 1123574"/>
                <a:gd name="connsiteX2" fmla="*/ 1035348 w 2254800"/>
                <a:gd name="connsiteY2" fmla="*/ 702719 h 1123574"/>
                <a:gd name="connsiteX0" fmla="*/ 1245197 w 2254800"/>
                <a:gd name="connsiteY0" fmla="*/ 1123574 h 1123574"/>
                <a:gd name="connsiteX1" fmla="*/ 1111456 w 2254800"/>
                <a:gd name="connsiteY1" fmla="*/ 682652 h 1123574"/>
                <a:gd name="connsiteX2" fmla="*/ 1245197 w 2254800"/>
                <a:gd name="connsiteY2" fmla="*/ 1123574 h 1123574"/>
                <a:gd name="connsiteX0" fmla="*/ 4729 w 43256"/>
                <a:gd name="connsiteY0" fmla="*/ 26036 h 43372"/>
                <a:gd name="connsiteX1" fmla="*/ 2196 w 43256"/>
                <a:gd name="connsiteY1" fmla="*/ 25239 h 43372"/>
                <a:gd name="connsiteX2" fmla="*/ 6964 w 43256"/>
                <a:gd name="connsiteY2" fmla="*/ 34758 h 43372"/>
                <a:gd name="connsiteX3" fmla="*/ 5856 w 43256"/>
                <a:gd name="connsiteY3" fmla="*/ 35139 h 43372"/>
                <a:gd name="connsiteX4" fmla="*/ 16514 w 43256"/>
                <a:gd name="connsiteY4" fmla="*/ 38949 h 43372"/>
                <a:gd name="connsiteX5" fmla="*/ 15846 w 43256"/>
                <a:gd name="connsiteY5" fmla="*/ 37209 h 43372"/>
                <a:gd name="connsiteX6" fmla="*/ 28863 w 43256"/>
                <a:gd name="connsiteY6" fmla="*/ 34610 h 43372"/>
                <a:gd name="connsiteX7" fmla="*/ 28596 w 43256"/>
                <a:gd name="connsiteY7" fmla="*/ 36519 h 43372"/>
                <a:gd name="connsiteX8" fmla="*/ 34165 w 43256"/>
                <a:gd name="connsiteY8" fmla="*/ 22813 h 43372"/>
                <a:gd name="connsiteX9" fmla="*/ 37416 w 43256"/>
                <a:gd name="connsiteY9" fmla="*/ 29949 h 43372"/>
                <a:gd name="connsiteX10" fmla="*/ 41834 w 43256"/>
                <a:gd name="connsiteY10" fmla="*/ 15213 h 43372"/>
                <a:gd name="connsiteX11" fmla="*/ 40386 w 43256"/>
                <a:gd name="connsiteY11" fmla="*/ 17889 h 43372"/>
                <a:gd name="connsiteX12" fmla="*/ 38360 w 43256"/>
                <a:gd name="connsiteY12" fmla="*/ 5285 h 43372"/>
                <a:gd name="connsiteX13" fmla="*/ 38436 w 43256"/>
                <a:gd name="connsiteY13" fmla="*/ 6549 h 43372"/>
                <a:gd name="connsiteX14" fmla="*/ 29114 w 43256"/>
                <a:gd name="connsiteY14" fmla="*/ 3811 h 43372"/>
                <a:gd name="connsiteX15" fmla="*/ 29856 w 43256"/>
                <a:gd name="connsiteY15" fmla="*/ 2199 h 43372"/>
                <a:gd name="connsiteX16" fmla="*/ 22177 w 43256"/>
                <a:gd name="connsiteY16" fmla="*/ 4579 h 43372"/>
                <a:gd name="connsiteX17" fmla="*/ 22536 w 43256"/>
                <a:gd name="connsiteY17" fmla="*/ 3189 h 43372"/>
                <a:gd name="connsiteX18" fmla="*/ 14036 w 43256"/>
                <a:gd name="connsiteY18" fmla="*/ 5051 h 43372"/>
                <a:gd name="connsiteX19" fmla="*/ 15336 w 43256"/>
                <a:gd name="connsiteY19" fmla="*/ 6399 h 43372"/>
                <a:gd name="connsiteX20" fmla="*/ 4163 w 43256"/>
                <a:gd name="connsiteY20" fmla="*/ 15648 h 43372"/>
                <a:gd name="connsiteX21" fmla="*/ 3936 w 43256"/>
                <a:gd name="connsiteY21" fmla="*/ 14229 h 43372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1035348 w 2254800"/>
                <a:gd name="connsiteY0" fmla="*/ 702719 h 1119610"/>
                <a:gd name="connsiteX1" fmla="*/ 935075 w 2254800"/>
                <a:gd name="connsiteY1" fmla="*/ 695836 h 1119610"/>
                <a:gd name="connsiteX2" fmla="*/ 1035348 w 2254800"/>
                <a:gd name="connsiteY2" fmla="*/ 702719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249960 w 2254800"/>
                <a:gd name="connsiteY0" fmla="*/ 759243 h 1119610"/>
                <a:gd name="connsiteX1" fmla="*/ 1111456 w 2254800"/>
                <a:gd name="connsiteY1" fmla="*/ 682652 h 1119610"/>
                <a:gd name="connsiteX2" fmla="*/ 1249960 w 2254800"/>
                <a:gd name="connsiteY2" fmla="*/ 7592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276073 w 2254800"/>
                <a:gd name="connsiteY1" fmla="*/ 6373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1097611 w 2254800"/>
                <a:gd name="connsiteY0" fmla="*/ 582497 h 1119610"/>
                <a:gd name="connsiteX1" fmla="*/ 1099860 w 2254800"/>
                <a:gd name="connsiteY1" fmla="*/ 599297 h 1119610"/>
                <a:gd name="connsiteX2" fmla="*/ 1097611 w 2254800"/>
                <a:gd name="connsiteY2" fmla="*/ 582497 h 1119610"/>
                <a:gd name="connsiteX0" fmla="*/ 937716 w 2254800"/>
                <a:gd name="connsiteY0" fmla="*/ 700337 h 1119610"/>
                <a:gd name="connsiteX1" fmla="*/ 935075 w 2254800"/>
                <a:gd name="connsiteY1" fmla="*/ 695836 h 1119610"/>
                <a:gd name="connsiteX2" fmla="*/ 937716 w 2254800"/>
                <a:gd name="connsiteY2" fmla="*/ 700337 h 1119610"/>
                <a:gd name="connsiteX0" fmla="*/ 1109466 w 2254800"/>
                <a:gd name="connsiteY0" fmla="*/ 683043 h 1119610"/>
                <a:gd name="connsiteX1" fmla="*/ 1111456 w 2254800"/>
                <a:gd name="connsiteY1" fmla="*/ 682652 h 1119610"/>
                <a:gd name="connsiteX2" fmla="*/ 1109466 w 2254800"/>
                <a:gd name="connsiteY2" fmla="*/ 683043 h 1119610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34165 w 43256"/>
                <a:gd name="connsiteY8" fmla="*/ 22813 h 43219"/>
                <a:gd name="connsiteX9" fmla="*/ 37416 w 43256"/>
                <a:gd name="connsiteY9" fmla="*/ 29949 h 43219"/>
                <a:gd name="connsiteX10" fmla="*/ 41834 w 43256"/>
                <a:gd name="connsiteY10" fmla="*/ 15213 h 43219"/>
                <a:gd name="connsiteX11" fmla="*/ 40386 w 43256"/>
                <a:gd name="connsiteY11" fmla="*/ 17889 h 43219"/>
                <a:gd name="connsiteX12" fmla="*/ 38360 w 43256"/>
                <a:gd name="connsiteY12" fmla="*/ 5285 h 43219"/>
                <a:gd name="connsiteX13" fmla="*/ 38436 w 43256"/>
                <a:gd name="connsiteY13" fmla="*/ 6549 h 43219"/>
                <a:gd name="connsiteX14" fmla="*/ 29114 w 43256"/>
                <a:gd name="connsiteY14" fmla="*/ 3811 h 43219"/>
                <a:gd name="connsiteX15" fmla="*/ 29856 w 43256"/>
                <a:gd name="connsiteY15" fmla="*/ 2199 h 43219"/>
                <a:gd name="connsiteX16" fmla="*/ 22177 w 43256"/>
                <a:gd name="connsiteY16" fmla="*/ 4579 h 43219"/>
                <a:gd name="connsiteX17" fmla="*/ 22536 w 43256"/>
                <a:gd name="connsiteY17" fmla="*/ 3189 h 43219"/>
                <a:gd name="connsiteX18" fmla="*/ 14036 w 43256"/>
                <a:gd name="connsiteY18" fmla="*/ 5051 h 43219"/>
                <a:gd name="connsiteX19" fmla="*/ 15336 w 43256"/>
                <a:gd name="connsiteY19" fmla="*/ 6399 h 43219"/>
                <a:gd name="connsiteX20" fmla="*/ 4163 w 43256"/>
                <a:gd name="connsiteY20" fmla="*/ 15648 h 43219"/>
                <a:gd name="connsiteX21" fmla="*/ 3936 w 43256"/>
                <a:gd name="connsiteY21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2254800" h="1119610">
                  <a:moveTo>
                    <a:pt x="1097611" y="582497"/>
                  </a:moveTo>
                  <a:lnTo>
                    <a:pt x="1099860" y="599297"/>
                  </a:lnTo>
                  <a:cubicBezTo>
                    <a:pt x="1099860" y="582128"/>
                    <a:pt x="1097611" y="582497"/>
                    <a:pt x="1097611" y="582497"/>
                  </a:cubicBezTo>
                  <a:close/>
                </a:path>
                <a:path w="2254800" h="1119610">
                  <a:moveTo>
                    <a:pt x="937716" y="700337"/>
                  </a:moveTo>
                  <a:lnTo>
                    <a:pt x="935075" y="695836"/>
                  </a:lnTo>
                  <a:lnTo>
                    <a:pt x="937716" y="700337"/>
                  </a:lnTo>
                  <a:close/>
                </a:path>
                <a:path w="2254800" h="1119610">
                  <a:moveTo>
                    <a:pt x="1109466" y="683043"/>
                  </a:moveTo>
                  <a:lnTo>
                    <a:pt x="1111456" y="682652"/>
                  </a:lnTo>
                  <a:lnTo>
                    <a:pt x="1109466" y="683043"/>
                  </a:ln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34165" y="22813"/>
                  </a:moveTo>
                  <a:cubicBezTo>
                    <a:pt x="36169" y="24141"/>
                    <a:pt x="37434" y="26917"/>
                    <a:pt x="37416" y="2994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grp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84" name="Dikdörtgen 83"/>
            <p:cNvSpPr/>
            <p:nvPr/>
          </p:nvSpPr>
          <p:spPr>
            <a:xfrm>
              <a:off x="2093119" y="5260181"/>
              <a:ext cx="454819" cy="392907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/>
            </a:p>
          </p:txBody>
        </p:sp>
        <p:sp>
          <p:nvSpPr>
            <p:cNvPr id="85" name="Metin kutusu 84"/>
            <p:cNvSpPr txBox="1"/>
            <p:nvPr/>
          </p:nvSpPr>
          <p:spPr>
            <a:xfrm>
              <a:off x="1763407" y="5034939"/>
              <a:ext cx="1350057" cy="616520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tr-TR" sz="1600" dirty="0">
                  <a:solidFill>
                    <a:srgbClr val="FF0000"/>
                  </a:solidFill>
                </a:rPr>
                <a:t>Çakışma</a:t>
              </a:r>
            </a:p>
          </p:txBody>
        </p:sp>
      </p:grp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1" name="Content Placeholder 50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78190765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Çakışma Çözüm: Ayrı Zincirleme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5420852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" name="Grup 46"/>
          <p:cNvGrpSpPr/>
          <p:nvPr/>
        </p:nvGrpSpPr>
        <p:grpSpPr>
          <a:xfrm rot="5400000">
            <a:off x="2666813" y="3720980"/>
            <a:ext cx="4507066" cy="671914"/>
            <a:chOff x="3194302" y="1849616"/>
            <a:chExt cx="5390047" cy="671914"/>
          </a:xfrm>
        </p:grpSpPr>
        <p:grpSp>
          <p:nvGrpSpPr>
            <p:cNvPr id="48" name="Grup 47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76" name="Dikdörtgen 75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7" name="Metin kutusu 76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49" name="Grup 48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74" name="Dikdörtgen 7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5" name="Metin kutusu 74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50" name="Grup 49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72" name="Dikdörtgen 7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3" name="Metin kutusu 72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51" name="Grup 50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70" name="Dikdörtgen 69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1" name="Metin kutusu 70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52" name="Grup 51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68" name="Dikdörtgen 67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9" name="Metin kutusu 68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53" name="Grup 52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66" name="Dikdörtgen 6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7" name="Metin kutusu 66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54" name="Grup 53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64" name="Dikdörtgen 63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5" name="Metin kutusu 64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55" name="Grup 54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62" name="Dikdörtgen 6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3" name="Metin kutusu 62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56" name="Grup 55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60" name="Dikdörtgen 59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1" name="Metin kutusu 60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57" name="Grup 56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58" name="Dikdörtgen 57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59" name="Metin kutusu 58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grpSp>
        <p:nvGrpSpPr>
          <p:cNvPr id="78" name="Grup 77"/>
          <p:cNvGrpSpPr/>
          <p:nvPr/>
        </p:nvGrpSpPr>
        <p:grpSpPr>
          <a:xfrm>
            <a:off x="152056" y="2338270"/>
            <a:ext cx="2671758" cy="3172601"/>
            <a:chOff x="1327710" y="2338270"/>
            <a:chExt cx="2671758" cy="3172601"/>
          </a:xfrm>
        </p:grpSpPr>
        <p:grpSp>
          <p:nvGrpSpPr>
            <p:cNvPr id="79" name="Grup 78"/>
            <p:cNvGrpSpPr/>
            <p:nvPr/>
          </p:nvGrpSpPr>
          <p:grpSpPr>
            <a:xfrm>
              <a:off x="1327710" y="2338270"/>
              <a:ext cx="2671758" cy="3172601"/>
              <a:chOff x="3963086" y="1130903"/>
              <a:chExt cx="3510183" cy="4334349"/>
            </a:xfrm>
          </p:grpSpPr>
          <p:grpSp>
            <p:nvGrpSpPr>
              <p:cNvPr id="81" name="Grup 80"/>
              <p:cNvGrpSpPr/>
              <p:nvPr/>
            </p:nvGrpSpPr>
            <p:grpSpPr>
              <a:xfrm>
                <a:off x="3963086" y="1130903"/>
                <a:ext cx="3510183" cy="4334349"/>
                <a:chOff x="3963086" y="1000277"/>
                <a:chExt cx="3510183" cy="4334349"/>
              </a:xfrm>
            </p:grpSpPr>
            <p:sp>
              <p:nvSpPr>
                <p:cNvPr id="87" name="Oval 86"/>
                <p:cNvSpPr/>
                <p:nvPr/>
              </p:nvSpPr>
              <p:spPr>
                <a:xfrm rot="5400000">
                  <a:off x="3904918" y="2202912"/>
                  <a:ext cx="3585422" cy="2678006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/>
                </a:p>
              </p:txBody>
            </p:sp>
            <p:sp>
              <p:nvSpPr>
                <p:cNvPr id="88" name="Metin kutusu 87"/>
                <p:cNvSpPr txBox="1"/>
                <p:nvPr/>
              </p:nvSpPr>
              <p:spPr>
                <a:xfrm>
                  <a:off x="3963086" y="1000277"/>
                  <a:ext cx="3510183" cy="58867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sz="2200" dirty="0"/>
                    <a:t>Anahtar - Değer Uzayı</a:t>
                  </a:r>
                </a:p>
              </p:txBody>
            </p:sp>
          </p:grpSp>
          <p:sp>
            <p:nvSpPr>
              <p:cNvPr id="82" name="Metin kutusu 81"/>
              <p:cNvSpPr txBox="1"/>
              <p:nvPr/>
            </p:nvSpPr>
            <p:spPr>
              <a:xfrm>
                <a:off x="5101865" y="2551009"/>
                <a:ext cx="123262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1, Tuna</a:t>
                </a:r>
              </a:p>
            </p:txBody>
          </p:sp>
          <p:sp>
            <p:nvSpPr>
              <p:cNvPr id="83" name="Metin kutusu 82"/>
              <p:cNvSpPr txBox="1"/>
              <p:nvPr/>
            </p:nvSpPr>
            <p:spPr>
              <a:xfrm>
                <a:off x="4996651" y="3052156"/>
                <a:ext cx="1443060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10, Leyla</a:t>
                </a:r>
              </a:p>
            </p:txBody>
          </p:sp>
          <p:sp>
            <p:nvSpPr>
              <p:cNvPr id="84" name="Metin kutusu 83"/>
              <p:cNvSpPr txBox="1"/>
              <p:nvPr/>
            </p:nvSpPr>
            <p:spPr>
              <a:xfrm>
                <a:off x="5255690" y="2101914"/>
                <a:ext cx="924975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5, Ali</a:t>
                </a:r>
              </a:p>
            </p:txBody>
          </p:sp>
          <p:sp>
            <p:nvSpPr>
              <p:cNvPr id="85" name="Metin kutusu 84"/>
              <p:cNvSpPr txBox="1"/>
              <p:nvPr/>
            </p:nvSpPr>
            <p:spPr>
              <a:xfrm>
                <a:off x="4943072" y="3592652"/>
                <a:ext cx="155021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26, Ceren</a:t>
                </a:r>
              </a:p>
            </p:txBody>
          </p:sp>
          <p:sp>
            <p:nvSpPr>
              <p:cNvPr id="86" name="Metin kutusu 85"/>
              <p:cNvSpPr txBox="1"/>
              <p:nvPr/>
            </p:nvSpPr>
            <p:spPr>
              <a:xfrm>
                <a:off x="5014551" y="4098445"/>
                <a:ext cx="1407258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99, Sena</a:t>
                </a:r>
              </a:p>
            </p:txBody>
          </p:sp>
        </p:grpSp>
        <p:sp>
          <p:nvSpPr>
            <p:cNvPr id="80" name="Metin kutusu 79"/>
            <p:cNvSpPr txBox="1"/>
            <p:nvPr/>
          </p:nvSpPr>
          <p:spPr>
            <a:xfrm>
              <a:off x="1992382" y="4883255"/>
              <a:ext cx="134241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105, Murat</a:t>
              </a:r>
            </a:p>
          </p:txBody>
        </p:sp>
      </p:grpSp>
      <p:sp>
        <p:nvSpPr>
          <p:cNvPr id="89" name="Metin kutusu 88"/>
          <p:cNvSpPr txBox="1"/>
          <p:nvPr/>
        </p:nvSpPr>
        <p:spPr>
          <a:xfrm>
            <a:off x="9827021" y="956133"/>
            <a:ext cx="157927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</p:txBody>
      </p:sp>
      <p:cxnSp>
        <p:nvCxnSpPr>
          <p:cNvPr id="90" name="Düz Ok Bağlayıcısı 89"/>
          <p:cNvCxnSpPr/>
          <p:nvPr/>
        </p:nvCxnSpPr>
        <p:spPr>
          <a:xfrm>
            <a:off x="1839955" y="3259560"/>
            <a:ext cx="2745603" cy="99695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Düz Ok Bağlayıcısı 93"/>
          <p:cNvCxnSpPr/>
          <p:nvPr/>
        </p:nvCxnSpPr>
        <p:spPr>
          <a:xfrm flipV="1">
            <a:off x="5076302" y="4282484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Metin kutusu 94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grpSp>
        <p:nvGrpSpPr>
          <p:cNvPr id="97" name="Grup 96"/>
          <p:cNvGrpSpPr/>
          <p:nvPr/>
        </p:nvGrpSpPr>
        <p:grpSpPr>
          <a:xfrm>
            <a:off x="5965370" y="4057541"/>
            <a:ext cx="3023404" cy="423230"/>
            <a:chOff x="5965370" y="4057541"/>
            <a:chExt cx="3023404" cy="423230"/>
          </a:xfrm>
        </p:grpSpPr>
        <p:sp>
          <p:nvSpPr>
            <p:cNvPr id="91" name="Dikdörtgen 9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"Ali"</a:t>
              </a:r>
            </a:p>
          </p:txBody>
        </p:sp>
        <p:sp>
          <p:nvSpPr>
            <p:cNvPr id="92" name="Dikdörtgen 9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93" name="Dikdörtgen 9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5</a:t>
              </a:r>
            </a:p>
          </p:txBody>
        </p:sp>
        <p:cxnSp>
          <p:nvCxnSpPr>
            <p:cNvPr id="96" name="Düz Ok Bağlayıcısı 95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Metin kutusu 2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103" name="Grup 102"/>
          <p:cNvGrpSpPr/>
          <p:nvPr/>
        </p:nvGrpSpPr>
        <p:grpSpPr>
          <a:xfrm>
            <a:off x="6917781" y="3399872"/>
            <a:ext cx="1793996" cy="595758"/>
            <a:chOff x="6917781" y="3399872"/>
            <a:chExt cx="1793996" cy="595758"/>
          </a:xfrm>
        </p:grpSpPr>
        <p:cxnSp>
          <p:nvCxnSpPr>
            <p:cNvPr id="98" name="Düz Ok Bağlayıcısı 97"/>
            <p:cNvCxnSpPr/>
            <p:nvPr/>
          </p:nvCxnSpPr>
          <p:spPr>
            <a:xfrm flipH="1">
              <a:off x="6917781" y="3653101"/>
              <a:ext cx="374296" cy="342529"/>
            </a:xfrm>
            <a:prstGeom prst="straightConnector1">
              <a:avLst/>
            </a:prstGeom>
            <a:ln w="12700">
              <a:solidFill>
                <a:schemeClr val="tx1"/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2" name="Metin kutusu 101"/>
            <p:cNvSpPr txBox="1"/>
            <p:nvPr/>
          </p:nvSpPr>
          <p:spPr>
            <a:xfrm>
              <a:off x="7259135" y="3399872"/>
              <a:ext cx="145264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dirty="0"/>
                <a:t>HashDugumu</a:t>
              </a:r>
            </a:p>
          </p:txBody>
        </p:sp>
      </p:grp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411507326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" name="Grup 46"/>
          <p:cNvGrpSpPr/>
          <p:nvPr/>
        </p:nvGrpSpPr>
        <p:grpSpPr>
          <a:xfrm rot="5400000">
            <a:off x="2666813" y="3720980"/>
            <a:ext cx="4507066" cy="671914"/>
            <a:chOff x="3194302" y="1849616"/>
            <a:chExt cx="5390047" cy="671914"/>
          </a:xfrm>
        </p:grpSpPr>
        <p:grpSp>
          <p:nvGrpSpPr>
            <p:cNvPr id="48" name="Grup 47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76" name="Dikdörtgen 75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7" name="Metin kutusu 76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49" name="Grup 48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74" name="Dikdörtgen 7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5" name="Metin kutusu 74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50" name="Grup 49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72" name="Dikdörtgen 7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3" name="Metin kutusu 72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51" name="Grup 50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70" name="Dikdörtgen 69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1" name="Metin kutusu 70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52" name="Grup 51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68" name="Dikdörtgen 67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9" name="Metin kutusu 68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53" name="Grup 52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66" name="Dikdörtgen 6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7" name="Metin kutusu 66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54" name="Grup 53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64" name="Dikdörtgen 63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5" name="Metin kutusu 64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55" name="Grup 54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62" name="Dikdörtgen 6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3" name="Metin kutusu 62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56" name="Grup 55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60" name="Dikdörtgen 59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1" name="Metin kutusu 60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57" name="Grup 56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58" name="Dikdörtgen 57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59" name="Metin kutusu 58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grpSp>
        <p:nvGrpSpPr>
          <p:cNvPr id="78" name="Grup 77"/>
          <p:cNvGrpSpPr/>
          <p:nvPr/>
        </p:nvGrpSpPr>
        <p:grpSpPr>
          <a:xfrm>
            <a:off x="152056" y="2338270"/>
            <a:ext cx="2671758" cy="3172601"/>
            <a:chOff x="1327710" y="2338270"/>
            <a:chExt cx="2671758" cy="3172601"/>
          </a:xfrm>
        </p:grpSpPr>
        <p:grpSp>
          <p:nvGrpSpPr>
            <p:cNvPr id="79" name="Grup 78"/>
            <p:cNvGrpSpPr/>
            <p:nvPr/>
          </p:nvGrpSpPr>
          <p:grpSpPr>
            <a:xfrm>
              <a:off x="1327710" y="2338270"/>
              <a:ext cx="2671758" cy="3172601"/>
              <a:chOff x="3963086" y="1130903"/>
              <a:chExt cx="3510183" cy="4334349"/>
            </a:xfrm>
          </p:grpSpPr>
          <p:grpSp>
            <p:nvGrpSpPr>
              <p:cNvPr id="81" name="Grup 80"/>
              <p:cNvGrpSpPr/>
              <p:nvPr/>
            </p:nvGrpSpPr>
            <p:grpSpPr>
              <a:xfrm>
                <a:off x="3963086" y="1130903"/>
                <a:ext cx="3510183" cy="4334349"/>
                <a:chOff x="3963086" y="1000277"/>
                <a:chExt cx="3510183" cy="4334349"/>
              </a:xfrm>
            </p:grpSpPr>
            <p:sp>
              <p:nvSpPr>
                <p:cNvPr id="87" name="Oval 86"/>
                <p:cNvSpPr/>
                <p:nvPr/>
              </p:nvSpPr>
              <p:spPr>
                <a:xfrm rot="5400000">
                  <a:off x="3904918" y="2202912"/>
                  <a:ext cx="3585422" cy="2678006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/>
                </a:p>
              </p:txBody>
            </p:sp>
            <p:sp>
              <p:nvSpPr>
                <p:cNvPr id="88" name="Metin kutusu 87"/>
                <p:cNvSpPr txBox="1"/>
                <p:nvPr/>
              </p:nvSpPr>
              <p:spPr>
                <a:xfrm>
                  <a:off x="3963086" y="1000277"/>
                  <a:ext cx="3510183" cy="58867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sz="2200" dirty="0"/>
                    <a:t>Anahtar - Değer Uzayı</a:t>
                  </a:r>
                </a:p>
              </p:txBody>
            </p:sp>
          </p:grpSp>
          <p:sp>
            <p:nvSpPr>
              <p:cNvPr id="82" name="Metin kutusu 81"/>
              <p:cNvSpPr txBox="1"/>
              <p:nvPr/>
            </p:nvSpPr>
            <p:spPr>
              <a:xfrm>
                <a:off x="5101865" y="2551009"/>
                <a:ext cx="123262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1, Tuna</a:t>
                </a:r>
              </a:p>
            </p:txBody>
          </p:sp>
          <p:sp>
            <p:nvSpPr>
              <p:cNvPr id="83" name="Metin kutusu 82"/>
              <p:cNvSpPr txBox="1"/>
              <p:nvPr/>
            </p:nvSpPr>
            <p:spPr>
              <a:xfrm>
                <a:off x="4996651" y="3052156"/>
                <a:ext cx="1443060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10, Leyla</a:t>
                </a:r>
              </a:p>
            </p:txBody>
          </p:sp>
          <p:sp>
            <p:nvSpPr>
              <p:cNvPr id="84" name="Metin kutusu 83"/>
              <p:cNvSpPr txBox="1"/>
              <p:nvPr/>
            </p:nvSpPr>
            <p:spPr>
              <a:xfrm>
                <a:off x="5255690" y="2101914"/>
                <a:ext cx="924975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5, Ali</a:t>
                </a:r>
              </a:p>
            </p:txBody>
          </p:sp>
          <p:sp>
            <p:nvSpPr>
              <p:cNvPr id="85" name="Metin kutusu 84"/>
              <p:cNvSpPr txBox="1"/>
              <p:nvPr/>
            </p:nvSpPr>
            <p:spPr>
              <a:xfrm>
                <a:off x="4943072" y="3592652"/>
                <a:ext cx="155021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26, Ceren</a:t>
                </a:r>
              </a:p>
            </p:txBody>
          </p:sp>
          <p:sp>
            <p:nvSpPr>
              <p:cNvPr id="86" name="Metin kutusu 85"/>
              <p:cNvSpPr txBox="1"/>
              <p:nvPr/>
            </p:nvSpPr>
            <p:spPr>
              <a:xfrm>
                <a:off x="5014551" y="4098445"/>
                <a:ext cx="1407258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99, Sena</a:t>
                </a:r>
              </a:p>
            </p:txBody>
          </p:sp>
        </p:grpSp>
        <p:sp>
          <p:nvSpPr>
            <p:cNvPr id="80" name="Metin kutusu 79"/>
            <p:cNvSpPr txBox="1"/>
            <p:nvPr/>
          </p:nvSpPr>
          <p:spPr>
            <a:xfrm>
              <a:off x="1992382" y="4883255"/>
              <a:ext cx="134241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105, Murat</a:t>
              </a:r>
            </a:p>
          </p:txBody>
        </p:sp>
      </p:grpSp>
      <p:sp>
        <p:nvSpPr>
          <p:cNvPr id="89" name="Metin kutusu 88"/>
          <p:cNvSpPr txBox="1"/>
          <p:nvPr/>
        </p:nvSpPr>
        <p:spPr>
          <a:xfrm>
            <a:off x="9827021" y="956133"/>
            <a:ext cx="1579278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1 % 10 = 1</a:t>
            </a:r>
          </a:p>
        </p:txBody>
      </p:sp>
      <p:cxnSp>
        <p:nvCxnSpPr>
          <p:cNvPr id="90" name="Düz Ok Bağlayıcısı 89"/>
          <p:cNvCxnSpPr/>
          <p:nvPr/>
        </p:nvCxnSpPr>
        <p:spPr>
          <a:xfrm>
            <a:off x="1839955" y="3259560"/>
            <a:ext cx="2745603" cy="99695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Düz Ok Bağlayıcısı 93"/>
          <p:cNvCxnSpPr/>
          <p:nvPr/>
        </p:nvCxnSpPr>
        <p:spPr>
          <a:xfrm flipV="1">
            <a:off x="5076302" y="4282484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Metin kutusu 94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grpSp>
        <p:nvGrpSpPr>
          <p:cNvPr id="97" name="Grup 96"/>
          <p:cNvGrpSpPr/>
          <p:nvPr/>
        </p:nvGrpSpPr>
        <p:grpSpPr>
          <a:xfrm>
            <a:off x="5965370" y="4057541"/>
            <a:ext cx="3023404" cy="423230"/>
            <a:chOff x="5965370" y="4057541"/>
            <a:chExt cx="3023404" cy="423230"/>
          </a:xfrm>
        </p:grpSpPr>
        <p:sp>
          <p:nvSpPr>
            <p:cNvPr id="91" name="Dikdörtgen 9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"Ali"</a:t>
              </a:r>
            </a:p>
          </p:txBody>
        </p:sp>
        <p:sp>
          <p:nvSpPr>
            <p:cNvPr id="92" name="Dikdörtgen 9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93" name="Dikdörtgen 9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5</a:t>
              </a:r>
            </a:p>
          </p:txBody>
        </p:sp>
        <p:cxnSp>
          <p:nvCxnSpPr>
            <p:cNvPr id="96" name="Düz Ok Bağlayıcısı 95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Metin kutusu 2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cxnSp>
        <p:nvCxnSpPr>
          <p:cNvPr id="98" name="Düz Ok Bağlayıcısı 97"/>
          <p:cNvCxnSpPr/>
          <p:nvPr/>
        </p:nvCxnSpPr>
        <p:spPr>
          <a:xfrm flipV="1">
            <a:off x="1957039" y="2541191"/>
            <a:ext cx="2629743" cy="103660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Düz Ok Bağlayıcısı 104"/>
          <p:cNvCxnSpPr/>
          <p:nvPr/>
        </p:nvCxnSpPr>
        <p:spPr>
          <a:xfrm flipV="1">
            <a:off x="5076302" y="2457211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6" name="Grup 105"/>
          <p:cNvGrpSpPr/>
          <p:nvPr/>
        </p:nvGrpSpPr>
        <p:grpSpPr>
          <a:xfrm>
            <a:off x="5965370" y="2232268"/>
            <a:ext cx="3023404" cy="423230"/>
            <a:chOff x="5965370" y="4057541"/>
            <a:chExt cx="3023404" cy="423230"/>
          </a:xfrm>
        </p:grpSpPr>
        <p:sp>
          <p:nvSpPr>
            <p:cNvPr id="107" name="Dikdörtgen 10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"Tuna"</a:t>
              </a:r>
            </a:p>
          </p:txBody>
        </p:sp>
        <p:sp>
          <p:nvSpPr>
            <p:cNvPr id="108" name="Dikdörtgen 10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09" name="Dikdörtgen 10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1</a:t>
              </a:r>
            </a:p>
          </p:txBody>
        </p:sp>
        <p:cxnSp>
          <p:nvCxnSpPr>
            <p:cNvPr id="110" name="Düz Ok Bağlayıcısı 10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Metin kutusu 11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112" name="Grup 111"/>
          <p:cNvGrpSpPr/>
          <p:nvPr/>
        </p:nvGrpSpPr>
        <p:grpSpPr>
          <a:xfrm>
            <a:off x="6917781" y="3399872"/>
            <a:ext cx="1793996" cy="595758"/>
            <a:chOff x="6917781" y="3399872"/>
            <a:chExt cx="1793996" cy="595758"/>
          </a:xfrm>
        </p:grpSpPr>
        <p:cxnSp>
          <p:nvCxnSpPr>
            <p:cNvPr id="113" name="Düz Ok Bağlayıcısı 112"/>
            <p:cNvCxnSpPr/>
            <p:nvPr/>
          </p:nvCxnSpPr>
          <p:spPr>
            <a:xfrm flipH="1">
              <a:off x="6917781" y="3653101"/>
              <a:ext cx="374296" cy="342529"/>
            </a:xfrm>
            <a:prstGeom prst="straightConnector1">
              <a:avLst/>
            </a:prstGeom>
            <a:ln w="12700">
              <a:solidFill>
                <a:schemeClr val="tx1"/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Metin kutusu 113"/>
            <p:cNvSpPr txBox="1"/>
            <p:nvPr/>
          </p:nvSpPr>
          <p:spPr>
            <a:xfrm>
              <a:off x="7259135" y="3399872"/>
              <a:ext cx="145264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dirty="0"/>
                <a:t>HashDugumu</a:t>
              </a:r>
            </a:p>
          </p:txBody>
        </p:sp>
      </p:grp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092123516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" name="Grup 46"/>
          <p:cNvGrpSpPr/>
          <p:nvPr/>
        </p:nvGrpSpPr>
        <p:grpSpPr>
          <a:xfrm rot="5400000">
            <a:off x="2666813" y="3720980"/>
            <a:ext cx="4507066" cy="671914"/>
            <a:chOff x="3194302" y="1849616"/>
            <a:chExt cx="5390047" cy="671914"/>
          </a:xfrm>
        </p:grpSpPr>
        <p:grpSp>
          <p:nvGrpSpPr>
            <p:cNvPr id="48" name="Grup 47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76" name="Dikdörtgen 75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7" name="Metin kutusu 76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49" name="Grup 48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74" name="Dikdörtgen 7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5" name="Metin kutusu 74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50" name="Grup 49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72" name="Dikdörtgen 7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3" name="Metin kutusu 72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51" name="Grup 50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70" name="Dikdörtgen 69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1" name="Metin kutusu 70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52" name="Grup 51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68" name="Dikdörtgen 67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9" name="Metin kutusu 68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53" name="Grup 52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66" name="Dikdörtgen 6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7" name="Metin kutusu 66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54" name="Grup 53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64" name="Dikdörtgen 63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5" name="Metin kutusu 64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55" name="Grup 54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62" name="Dikdörtgen 6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3" name="Metin kutusu 62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56" name="Grup 55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60" name="Dikdörtgen 59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1" name="Metin kutusu 60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57" name="Grup 56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58" name="Dikdörtgen 57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59" name="Metin kutusu 58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grpSp>
        <p:nvGrpSpPr>
          <p:cNvPr id="78" name="Grup 77"/>
          <p:cNvGrpSpPr/>
          <p:nvPr/>
        </p:nvGrpSpPr>
        <p:grpSpPr>
          <a:xfrm>
            <a:off x="152056" y="2338270"/>
            <a:ext cx="2671758" cy="3172601"/>
            <a:chOff x="1327710" y="2338270"/>
            <a:chExt cx="2671758" cy="3172601"/>
          </a:xfrm>
        </p:grpSpPr>
        <p:grpSp>
          <p:nvGrpSpPr>
            <p:cNvPr id="79" name="Grup 78"/>
            <p:cNvGrpSpPr/>
            <p:nvPr/>
          </p:nvGrpSpPr>
          <p:grpSpPr>
            <a:xfrm>
              <a:off x="1327710" y="2338270"/>
              <a:ext cx="2671758" cy="3172601"/>
              <a:chOff x="3963086" y="1130903"/>
              <a:chExt cx="3510183" cy="4334349"/>
            </a:xfrm>
          </p:grpSpPr>
          <p:grpSp>
            <p:nvGrpSpPr>
              <p:cNvPr id="81" name="Grup 80"/>
              <p:cNvGrpSpPr/>
              <p:nvPr/>
            </p:nvGrpSpPr>
            <p:grpSpPr>
              <a:xfrm>
                <a:off x="3963086" y="1130903"/>
                <a:ext cx="3510183" cy="4334349"/>
                <a:chOff x="3963086" y="1000277"/>
                <a:chExt cx="3510183" cy="4334349"/>
              </a:xfrm>
            </p:grpSpPr>
            <p:sp>
              <p:nvSpPr>
                <p:cNvPr id="87" name="Oval 86"/>
                <p:cNvSpPr/>
                <p:nvPr/>
              </p:nvSpPr>
              <p:spPr>
                <a:xfrm rot="5400000">
                  <a:off x="3904918" y="2202912"/>
                  <a:ext cx="3585422" cy="2678006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/>
                </a:p>
              </p:txBody>
            </p:sp>
            <p:sp>
              <p:nvSpPr>
                <p:cNvPr id="88" name="Metin kutusu 87"/>
                <p:cNvSpPr txBox="1"/>
                <p:nvPr/>
              </p:nvSpPr>
              <p:spPr>
                <a:xfrm>
                  <a:off x="3963086" y="1000277"/>
                  <a:ext cx="3510183" cy="58867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sz="2200" dirty="0"/>
                    <a:t>Anahtar - Değer Uzayı</a:t>
                  </a:r>
                </a:p>
              </p:txBody>
            </p:sp>
          </p:grpSp>
          <p:sp>
            <p:nvSpPr>
              <p:cNvPr id="82" name="Metin kutusu 81"/>
              <p:cNvSpPr txBox="1"/>
              <p:nvPr/>
            </p:nvSpPr>
            <p:spPr>
              <a:xfrm>
                <a:off x="5101865" y="2551009"/>
                <a:ext cx="123262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1, Tuna</a:t>
                </a:r>
              </a:p>
            </p:txBody>
          </p:sp>
          <p:sp>
            <p:nvSpPr>
              <p:cNvPr id="83" name="Metin kutusu 82"/>
              <p:cNvSpPr txBox="1"/>
              <p:nvPr/>
            </p:nvSpPr>
            <p:spPr>
              <a:xfrm>
                <a:off x="4996651" y="3052156"/>
                <a:ext cx="1443060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10, Leyla</a:t>
                </a:r>
              </a:p>
            </p:txBody>
          </p:sp>
          <p:sp>
            <p:nvSpPr>
              <p:cNvPr id="84" name="Metin kutusu 83"/>
              <p:cNvSpPr txBox="1"/>
              <p:nvPr/>
            </p:nvSpPr>
            <p:spPr>
              <a:xfrm>
                <a:off x="5255690" y="2101914"/>
                <a:ext cx="924975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5, Ali</a:t>
                </a:r>
              </a:p>
            </p:txBody>
          </p:sp>
          <p:sp>
            <p:nvSpPr>
              <p:cNvPr id="85" name="Metin kutusu 84"/>
              <p:cNvSpPr txBox="1"/>
              <p:nvPr/>
            </p:nvSpPr>
            <p:spPr>
              <a:xfrm>
                <a:off x="4943072" y="3592652"/>
                <a:ext cx="155021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26, Ceren</a:t>
                </a:r>
              </a:p>
            </p:txBody>
          </p:sp>
          <p:sp>
            <p:nvSpPr>
              <p:cNvPr id="86" name="Metin kutusu 85"/>
              <p:cNvSpPr txBox="1"/>
              <p:nvPr/>
            </p:nvSpPr>
            <p:spPr>
              <a:xfrm>
                <a:off x="5014551" y="4098445"/>
                <a:ext cx="1407258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99, Sena</a:t>
                </a:r>
              </a:p>
            </p:txBody>
          </p:sp>
        </p:grpSp>
        <p:sp>
          <p:nvSpPr>
            <p:cNvPr id="80" name="Metin kutusu 79"/>
            <p:cNvSpPr txBox="1"/>
            <p:nvPr/>
          </p:nvSpPr>
          <p:spPr>
            <a:xfrm>
              <a:off x="1992382" y="4883255"/>
              <a:ext cx="134241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105, Murat</a:t>
              </a:r>
            </a:p>
          </p:txBody>
        </p:sp>
      </p:grpSp>
      <p:sp>
        <p:nvSpPr>
          <p:cNvPr id="89" name="Metin kutusu 88"/>
          <p:cNvSpPr txBox="1"/>
          <p:nvPr/>
        </p:nvSpPr>
        <p:spPr>
          <a:xfrm>
            <a:off x="9827021" y="956133"/>
            <a:ext cx="1718740" cy="11798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1 % 10 = 1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10 % 10 = 0</a:t>
            </a:r>
          </a:p>
        </p:txBody>
      </p:sp>
      <p:cxnSp>
        <p:nvCxnSpPr>
          <p:cNvPr id="90" name="Düz Ok Bağlayıcısı 89"/>
          <p:cNvCxnSpPr/>
          <p:nvPr/>
        </p:nvCxnSpPr>
        <p:spPr>
          <a:xfrm>
            <a:off x="1839955" y="3259560"/>
            <a:ext cx="2745603" cy="99695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Düz Ok Bağlayıcısı 93"/>
          <p:cNvCxnSpPr/>
          <p:nvPr/>
        </p:nvCxnSpPr>
        <p:spPr>
          <a:xfrm flipV="1">
            <a:off x="5076302" y="4282484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Metin kutusu 94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grpSp>
        <p:nvGrpSpPr>
          <p:cNvPr id="97" name="Grup 96"/>
          <p:cNvGrpSpPr/>
          <p:nvPr/>
        </p:nvGrpSpPr>
        <p:grpSpPr>
          <a:xfrm>
            <a:off x="5965370" y="4057541"/>
            <a:ext cx="3023404" cy="423230"/>
            <a:chOff x="5965370" y="4057541"/>
            <a:chExt cx="3023404" cy="423230"/>
          </a:xfrm>
        </p:grpSpPr>
        <p:sp>
          <p:nvSpPr>
            <p:cNvPr id="91" name="Dikdörtgen 9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"Ali"</a:t>
              </a:r>
            </a:p>
          </p:txBody>
        </p:sp>
        <p:sp>
          <p:nvSpPr>
            <p:cNvPr id="92" name="Dikdörtgen 9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93" name="Dikdörtgen 9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5</a:t>
              </a:r>
            </a:p>
          </p:txBody>
        </p:sp>
        <p:cxnSp>
          <p:nvCxnSpPr>
            <p:cNvPr id="96" name="Düz Ok Bağlayıcısı 95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Metin kutusu 2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cxnSp>
        <p:nvCxnSpPr>
          <p:cNvPr id="98" name="Düz Ok Bağlayıcısı 97"/>
          <p:cNvCxnSpPr/>
          <p:nvPr/>
        </p:nvCxnSpPr>
        <p:spPr>
          <a:xfrm flipV="1">
            <a:off x="1957039" y="2541191"/>
            <a:ext cx="2629743" cy="103660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Düz Ok Bağlayıcısı 104"/>
          <p:cNvCxnSpPr/>
          <p:nvPr/>
        </p:nvCxnSpPr>
        <p:spPr>
          <a:xfrm flipV="1">
            <a:off x="5076302" y="2457211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6" name="Grup 105"/>
          <p:cNvGrpSpPr/>
          <p:nvPr/>
        </p:nvGrpSpPr>
        <p:grpSpPr>
          <a:xfrm>
            <a:off x="5965370" y="2232268"/>
            <a:ext cx="3023404" cy="423230"/>
            <a:chOff x="5965370" y="4057541"/>
            <a:chExt cx="3023404" cy="423230"/>
          </a:xfrm>
        </p:grpSpPr>
        <p:sp>
          <p:nvSpPr>
            <p:cNvPr id="107" name="Dikdörtgen 10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"Tuna"</a:t>
              </a:r>
            </a:p>
          </p:txBody>
        </p:sp>
        <p:sp>
          <p:nvSpPr>
            <p:cNvPr id="108" name="Dikdörtgen 10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09" name="Dikdörtgen 10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1</a:t>
              </a:r>
            </a:p>
          </p:txBody>
        </p:sp>
        <p:cxnSp>
          <p:nvCxnSpPr>
            <p:cNvPr id="110" name="Düz Ok Bağlayıcısı 10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Metin kutusu 11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cxnSp>
        <p:nvCxnSpPr>
          <p:cNvPr id="99" name="Düz Ok Bağlayıcısı 98"/>
          <p:cNvCxnSpPr/>
          <p:nvPr/>
        </p:nvCxnSpPr>
        <p:spPr>
          <a:xfrm flipV="1">
            <a:off x="5076302" y="2027979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0" name="Grup 99"/>
          <p:cNvGrpSpPr/>
          <p:nvPr/>
        </p:nvGrpSpPr>
        <p:grpSpPr>
          <a:xfrm>
            <a:off x="5965370" y="1803036"/>
            <a:ext cx="3023404" cy="423230"/>
            <a:chOff x="5965370" y="4057541"/>
            <a:chExt cx="3023404" cy="423230"/>
          </a:xfrm>
        </p:grpSpPr>
        <p:sp>
          <p:nvSpPr>
            <p:cNvPr id="101" name="Dikdörtgen 10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"Leyla"</a:t>
              </a:r>
            </a:p>
          </p:txBody>
        </p:sp>
        <p:sp>
          <p:nvSpPr>
            <p:cNvPr id="102" name="Dikdörtgen 10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03" name="Dikdörtgen 10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10</a:t>
              </a:r>
            </a:p>
          </p:txBody>
        </p:sp>
        <p:cxnSp>
          <p:nvCxnSpPr>
            <p:cNvPr id="104" name="Düz Ok Bağlayıcısı 10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Metin kutusu 111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cxnSp>
        <p:nvCxnSpPr>
          <p:cNvPr id="113" name="Düz Ok Bağlayıcısı 112"/>
          <p:cNvCxnSpPr/>
          <p:nvPr/>
        </p:nvCxnSpPr>
        <p:spPr>
          <a:xfrm flipV="1">
            <a:off x="2014875" y="2118210"/>
            <a:ext cx="2561624" cy="1827674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4" name="Grup 113"/>
          <p:cNvGrpSpPr/>
          <p:nvPr/>
        </p:nvGrpSpPr>
        <p:grpSpPr>
          <a:xfrm>
            <a:off x="6917781" y="3399872"/>
            <a:ext cx="1793996" cy="595758"/>
            <a:chOff x="6917781" y="3399872"/>
            <a:chExt cx="1793996" cy="595758"/>
          </a:xfrm>
        </p:grpSpPr>
        <p:cxnSp>
          <p:nvCxnSpPr>
            <p:cNvPr id="115" name="Düz Ok Bağlayıcısı 114"/>
            <p:cNvCxnSpPr/>
            <p:nvPr/>
          </p:nvCxnSpPr>
          <p:spPr>
            <a:xfrm flipH="1">
              <a:off x="6917781" y="3653101"/>
              <a:ext cx="374296" cy="342529"/>
            </a:xfrm>
            <a:prstGeom prst="straightConnector1">
              <a:avLst/>
            </a:prstGeom>
            <a:ln w="12700">
              <a:solidFill>
                <a:schemeClr val="tx1"/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Metin kutusu 115"/>
            <p:cNvSpPr txBox="1"/>
            <p:nvPr/>
          </p:nvSpPr>
          <p:spPr>
            <a:xfrm>
              <a:off x="7259135" y="3399872"/>
              <a:ext cx="145264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dirty="0"/>
                <a:t>HashDugumu</a:t>
              </a:r>
            </a:p>
          </p:txBody>
        </p:sp>
      </p:grp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53651033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" name="Grup 46"/>
          <p:cNvGrpSpPr/>
          <p:nvPr/>
        </p:nvGrpSpPr>
        <p:grpSpPr>
          <a:xfrm rot="5400000">
            <a:off x="2666813" y="3720980"/>
            <a:ext cx="4507066" cy="671914"/>
            <a:chOff x="3194302" y="1849616"/>
            <a:chExt cx="5390047" cy="671914"/>
          </a:xfrm>
        </p:grpSpPr>
        <p:grpSp>
          <p:nvGrpSpPr>
            <p:cNvPr id="48" name="Grup 47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76" name="Dikdörtgen 75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7" name="Metin kutusu 76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49" name="Grup 48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74" name="Dikdörtgen 7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5" name="Metin kutusu 74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50" name="Grup 49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72" name="Dikdörtgen 7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3" name="Metin kutusu 72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51" name="Grup 50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70" name="Dikdörtgen 69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1" name="Metin kutusu 70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52" name="Grup 51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68" name="Dikdörtgen 67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9" name="Metin kutusu 68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53" name="Grup 52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66" name="Dikdörtgen 6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7" name="Metin kutusu 66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54" name="Grup 53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64" name="Dikdörtgen 63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5" name="Metin kutusu 64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55" name="Grup 54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62" name="Dikdörtgen 6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3" name="Metin kutusu 62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56" name="Grup 55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60" name="Dikdörtgen 59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1" name="Metin kutusu 60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57" name="Grup 56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58" name="Dikdörtgen 57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59" name="Metin kutusu 58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grpSp>
        <p:nvGrpSpPr>
          <p:cNvPr id="78" name="Grup 77"/>
          <p:cNvGrpSpPr/>
          <p:nvPr/>
        </p:nvGrpSpPr>
        <p:grpSpPr>
          <a:xfrm>
            <a:off x="152056" y="2338270"/>
            <a:ext cx="2671758" cy="3172601"/>
            <a:chOff x="1327710" y="2338270"/>
            <a:chExt cx="2671758" cy="3172601"/>
          </a:xfrm>
        </p:grpSpPr>
        <p:grpSp>
          <p:nvGrpSpPr>
            <p:cNvPr id="79" name="Grup 78"/>
            <p:cNvGrpSpPr/>
            <p:nvPr/>
          </p:nvGrpSpPr>
          <p:grpSpPr>
            <a:xfrm>
              <a:off x="1327710" y="2338270"/>
              <a:ext cx="2671758" cy="3172601"/>
              <a:chOff x="3963086" y="1130903"/>
              <a:chExt cx="3510183" cy="4334349"/>
            </a:xfrm>
          </p:grpSpPr>
          <p:grpSp>
            <p:nvGrpSpPr>
              <p:cNvPr id="81" name="Grup 80"/>
              <p:cNvGrpSpPr/>
              <p:nvPr/>
            </p:nvGrpSpPr>
            <p:grpSpPr>
              <a:xfrm>
                <a:off x="3963086" y="1130903"/>
                <a:ext cx="3510183" cy="4334349"/>
                <a:chOff x="3963086" y="1000277"/>
                <a:chExt cx="3510183" cy="4334349"/>
              </a:xfrm>
            </p:grpSpPr>
            <p:sp>
              <p:nvSpPr>
                <p:cNvPr id="87" name="Oval 86"/>
                <p:cNvSpPr/>
                <p:nvPr/>
              </p:nvSpPr>
              <p:spPr>
                <a:xfrm rot="5400000">
                  <a:off x="3904918" y="2202912"/>
                  <a:ext cx="3585422" cy="2678006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/>
                </a:p>
              </p:txBody>
            </p:sp>
            <p:sp>
              <p:nvSpPr>
                <p:cNvPr id="88" name="Metin kutusu 87"/>
                <p:cNvSpPr txBox="1"/>
                <p:nvPr/>
              </p:nvSpPr>
              <p:spPr>
                <a:xfrm>
                  <a:off x="3963086" y="1000277"/>
                  <a:ext cx="3510183" cy="58867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sz="2200" dirty="0"/>
                    <a:t>Anahtar - Değer Uzayı</a:t>
                  </a:r>
                </a:p>
              </p:txBody>
            </p:sp>
          </p:grpSp>
          <p:sp>
            <p:nvSpPr>
              <p:cNvPr id="82" name="Metin kutusu 81"/>
              <p:cNvSpPr txBox="1"/>
              <p:nvPr/>
            </p:nvSpPr>
            <p:spPr>
              <a:xfrm>
                <a:off x="5101865" y="2551009"/>
                <a:ext cx="123262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1, Tuna</a:t>
                </a:r>
              </a:p>
            </p:txBody>
          </p:sp>
          <p:sp>
            <p:nvSpPr>
              <p:cNvPr id="83" name="Metin kutusu 82"/>
              <p:cNvSpPr txBox="1"/>
              <p:nvPr/>
            </p:nvSpPr>
            <p:spPr>
              <a:xfrm>
                <a:off x="4996651" y="3052156"/>
                <a:ext cx="1443060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10, Leyla</a:t>
                </a:r>
              </a:p>
            </p:txBody>
          </p:sp>
          <p:sp>
            <p:nvSpPr>
              <p:cNvPr id="84" name="Metin kutusu 83"/>
              <p:cNvSpPr txBox="1"/>
              <p:nvPr/>
            </p:nvSpPr>
            <p:spPr>
              <a:xfrm>
                <a:off x="5255690" y="2101914"/>
                <a:ext cx="924975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5, Ali</a:t>
                </a:r>
              </a:p>
            </p:txBody>
          </p:sp>
          <p:sp>
            <p:nvSpPr>
              <p:cNvPr id="85" name="Metin kutusu 84"/>
              <p:cNvSpPr txBox="1"/>
              <p:nvPr/>
            </p:nvSpPr>
            <p:spPr>
              <a:xfrm>
                <a:off x="4943072" y="3592652"/>
                <a:ext cx="155021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26, Ceren</a:t>
                </a:r>
              </a:p>
            </p:txBody>
          </p:sp>
          <p:sp>
            <p:nvSpPr>
              <p:cNvPr id="86" name="Metin kutusu 85"/>
              <p:cNvSpPr txBox="1"/>
              <p:nvPr/>
            </p:nvSpPr>
            <p:spPr>
              <a:xfrm>
                <a:off x="5014551" y="4098445"/>
                <a:ext cx="1407258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99, Sena</a:t>
                </a:r>
              </a:p>
            </p:txBody>
          </p:sp>
        </p:grpSp>
        <p:sp>
          <p:nvSpPr>
            <p:cNvPr id="80" name="Metin kutusu 79"/>
            <p:cNvSpPr txBox="1"/>
            <p:nvPr/>
          </p:nvSpPr>
          <p:spPr>
            <a:xfrm>
              <a:off x="1992382" y="4883255"/>
              <a:ext cx="134241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105, Murat</a:t>
              </a:r>
            </a:p>
          </p:txBody>
        </p:sp>
      </p:grpSp>
      <p:sp>
        <p:nvSpPr>
          <p:cNvPr id="89" name="Metin kutusu 88"/>
          <p:cNvSpPr txBox="1"/>
          <p:nvPr/>
        </p:nvSpPr>
        <p:spPr>
          <a:xfrm>
            <a:off x="9827021" y="956133"/>
            <a:ext cx="1718740" cy="15850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1 % 10 = 1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10 % 10 = 0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26 % 10 = 6</a:t>
            </a:r>
          </a:p>
        </p:txBody>
      </p:sp>
      <p:cxnSp>
        <p:nvCxnSpPr>
          <p:cNvPr id="90" name="Düz Ok Bağlayıcısı 89"/>
          <p:cNvCxnSpPr/>
          <p:nvPr/>
        </p:nvCxnSpPr>
        <p:spPr>
          <a:xfrm>
            <a:off x="1839955" y="3259560"/>
            <a:ext cx="2745603" cy="99695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Düz Ok Bağlayıcısı 93"/>
          <p:cNvCxnSpPr/>
          <p:nvPr/>
        </p:nvCxnSpPr>
        <p:spPr>
          <a:xfrm flipV="1">
            <a:off x="5076302" y="4282484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Metin kutusu 94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grpSp>
        <p:nvGrpSpPr>
          <p:cNvPr id="97" name="Grup 96"/>
          <p:cNvGrpSpPr/>
          <p:nvPr/>
        </p:nvGrpSpPr>
        <p:grpSpPr>
          <a:xfrm>
            <a:off x="5965370" y="4057541"/>
            <a:ext cx="3023404" cy="423230"/>
            <a:chOff x="5965370" y="4057541"/>
            <a:chExt cx="3023404" cy="423230"/>
          </a:xfrm>
        </p:grpSpPr>
        <p:sp>
          <p:nvSpPr>
            <p:cNvPr id="91" name="Dikdörtgen 9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"Ali"</a:t>
              </a:r>
            </a:p>
          </p:txBody>
        </p:sp>
        <p:sp>
          <p:nvSpPr>
            <p:cNvPr id="92" name="Dikdörtgen 9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93" name="Dikdörtgen 9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5</a:t>
              </a:r>
            </a:p>
          </p:txBody>
        </p:sp>
        <p:cxnSp>
          <p:nvCxnSpPr>
            <p:cNvPr id="96" name="Düz Ok Bağlayıcısı 95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Metin kutusu 2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cxnSp>
        <p:nvCxnSpPr>
          <p:cNvPr id="98" name="Düz Ok Bağlayıcısı 97"/>
          <p:cNvCxnSpPr/>
          <p:nvPr/>
        </p:nvCxnSpPr>
        <p:spPr>
          <a:xfrm flipV="1">
            <a:off x="1957039" y="2541191"/>
            <a:ext cx="2629743" cy="103660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Düz Ok Bağlayıcısı 104"/>
          <p:cNvCxnSpPr/>
          <p:nvPr/>
        </p:nvCxnSpPr>
        <p:spPr>
          <a:xfrm flipV="1">
            <a:off x="5076302" y="2457211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6" name="Grup 105"/>
          <p:cNvGrpSpPr/>
          <p:nvPr/>
        </p:nvGrpSpPr>
        <p:grpSpPr>
          <a:xfrm>
            <a:off x="5965370" y="2232268"/>
            <a:ext cx="3023404" cy="420996"/>
            <a:chOff x="5965370" y="4057541"/>
            <a:chExt cx="3023404" cy="420996"/>
          </a:xfrm>
        </p:grpSpPr>
        <p:sp>
          <p:nvSpPr>
            <p:cNvPr id="107" name="Dikdörtgen 106"/>
            <p:cNvSpPr/>
            <p:nvPr/>
          </p:nvSpPr>
          <p:spPr>
            <a:xfrm>
              <a:off x="6436740" y="4097537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"Tuna"</a:t>
              </a:r>
            </a:p>
          </p:txBody>
        </p:sp>
        <p:sp>
          <p:nvSpPr>
            <p:cNvPr id="108" name="Dikdörtgen 107"/>
            <p:cNvSpPr/>
            <p:nvPr/>
          </p:nvSpPr>
          <p:spPr>
            <a:xfrm>
              <a:off x="7408740" y="4097537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09" name="Dikdörtgen 10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1</a:t>
              </a:r>
            </a:p>
          </p:txBody>
        </p:sp>
        <p:cxnSp>
          <p:nvCxnSpPr>
            <p:cNvPr id="110" name="Düz Ok Bağlayıcısı 10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Metin kutusu 11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cxnSp>
        <p:nvCxnSpPr>
          <p:cNvPr id="99" name="Düz Ok Bağlayıcısı 98"/>
          <p:cNvCxnSpPr/>
          <p:nvPr/>
        </p:nvCxnSpPr>
        <p:spPr>
          <a:xfrm flipV="1">
            <a:off x="5076302" y="2027979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0" name="Grup 99"/>
          <p:cNvGrpSpPr/>
          <p:nvPr/>
        </p:nvGrpSpPr>
        <p:grpSpPr>
          <a:xfrm>
            <a:off x="5965370" y="1803036"/>
            <a:ext cx="3023404" cy="420996"/>
            <a:chOff x="5965370" y="4057541"/>
            <a:chExt cx="3023404" cy="420996"/>
          </a:xfrm>
        </p:grpSpPr>
        <p:sp>
          <p:nvSpPr>
            <p:cNvPr id="101" name="Dikdörtgen 100"/>
            <p:cNvSpPr/>
            <p:nvPr/>
          </p:nvSpPr>
          <p:spPr>
            <a:xfrm>
              <a:off x="6436740" y="4097537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"Leyla"</a:t>
              </a:r>
            </a:p>
          </p:txBody>
        </p:sp>
        <p:sp>
          <p:nvSpPr>
            <p:cNvPr id="102" name="Dikdörtgen 101"/>
            <p:cNvSpPr/>
            <p:nvPr/>
          </p:nvSpPr>
          <p:spPr>
            <a:xfrm>
              <a:off x="7408740" y="4097537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03" name="Dikdörtgen 10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10</a:t>
              </a:r>
            </a:p>
          </p:txBody>
        </p:sp>
        <p:cxnSp>
          <p:nvCxnSpPr>
            <p:cNvPr id="104" name="Düz Ok Bağlayıcısı 10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Metin kutusu 111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cxnSp>
        <p:nvCxnSpPr>
          <p:cNvPr id="113" name="Düz Ok Bağlayıcısı 112"/>
          <p:cNvCxnSpPr/>
          <p:nvPr/>
        </p:nvCxnSpPr>
        <p:spPr>
          <a:xfrm flipV="1">
            <a:off x="2014875" y="2118210"/>
            <a:ext cx="2561624" cy="1827674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Düz Ok Bağlayıcısı 113"/>
          <p:cNvCxnSpPr/>
          <p:nvPr/>
        </p:nvCxnSpPr>
        <p:spPr>
          <a:xfrm flipV="1">
            <a:off x="5090816" y="4733472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5" name="Grup 114"/>
          <p:cNvGrpSpPr/>
          <p:nvPr/>
        </p:nvGrpSpPr>
        <p:grpSpPr>
          <a:xfrm>
            <a:off x="5965370" y="4508529"/>
            <a:ext cx="3023404" cy="420996"/>
            <a:chOff x="5965370" y="4057541"/>
            <a:chExt cx="3023404" cy="420996"/>
          </a:xfrm>
        </p:grpSpPr>
        <p:sp>
          <p:nvSpPr>
            <p:cNvPr id="116" name="Dikdörtgen 115"/>
            <p:cNvSpPr/>
            <p:nvPr/>
          </p:nvSpPr>
          <p:spPr>
            <a:xfrm>
              <a:off x="6436740" y="4097537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"Ceren"</a:t>
              </a:r>
            </a:p>
          </p:txBody>
        </p:sp>
        <p:sp>
          <p:nvSpPr>
            <p:cNvPr id="117" name="Dikdörtgen 116"/>
            <p:cNvSpPr/>
            <p:nvPr/>
          </p:nvSpPr>
          <p:spPr>
            <a:xfrm>
              <a:off x="7408740" y="4097537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18" name="Dikdörtgen 11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26</a:t>
              </a:r>
            </a:p>
          </p:txBody>
        </p:sp>
        <p:cxnSp>
          <p:nvCxnSpPr>
            <p:cNvPr id="119" name="Düz Ok Bağlayıcısı 11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Metin kutusu 11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cxnSp>
        <p:nvCxnSpPr>
          <p:cNvPr id="121" name="Düz Ok Bağlayıcısı 120"/>
          <p:cNvCxnSpPr/>
          <p:nvPr/>
        </p:nvCxnSpPr>
        <p:spPr>
          <a:xfrm>
            <a:off x="2076521" y="4311327"/>
            <a:ext cx="2507869" cy="40654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2" name="Grup 121"/>
          <p:cNvGrpSpPr/>
          <p:nvPr/>
        </p:nvGrpSpPr>
        <p:grpSpPr>
          <a:xfrm>
            <a:off x="6917781" y="3399872"/>
            <a:ext cx="1793996" cy="595758"/>
            <a:chOff x="6917781" y="3399872"/>
            <a:chExt cx="1793996" cy="595758"/>
          </a:xfrm>
        </p:grpSpPr>
        <p:cxnSp>
          <p:nvCxnSpPr>
            <p:cNvPr id="123" name="Düz Ok Bağlayıcısı 122"/>
            <p:cNvCxnSpPr/>
            <p:nvPr/>
          </p:nvCxnSpPr>
          <p:spPr>
            <a:xfrm flipH="1">
              <a:off x="6917781" y="3653101"/>
              <a:ext cx="374296" cy="342529"/>
            </a:xfrm>
            <a:prstGeom prst="straightConnector1">
              <a:avLst/>
            </a:prstGeom>
            <a:ln w="12700">
              <a:solidFill>
                <a:schemeClr val="tx1"/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Metin kutusu 123"/>
            <p:cNvSpPr txBox="1"/>
            <p:nvPr/>
          </p:nvSpPr>
          <p:spPr>
            <a:xfrm>
              <a:off x="7259135" y="3399872"/>
              <a:ext cx="145264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dirty="0"/>
                <a:t>HashDugumu</a:t>
              </a:r>
            </a:p>
          </p:txBody>
        </p:sp>
      </p:grp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26899535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" name="Grup 46"/>
          <p:cNvGrpSpPr/>
          <p:nvPr/>
        </p:nvGrpSpPr>
        <p:grpSpPr>
          <a:xfrm rot="5400000">
            <a:off x="2666813" y="3720980"/>
            <a:ext cx="4507066" cy="671914"/>
            <a:chOff x="3194302" y="1849616"/>
            <a:chExt cx="5390047" cy="671914"/>
          </a:xfrm>
        </p:grpSpPr>
        <p:grpSp>
          <p:nvGrpSpPr>
            <p:cNvPr id="48" name="Grup 47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76" name="Dikdörtgen 75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7" name="Metin kutusu 76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49" name="Grup 48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74" name="Dikdörtgen 7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5" name="Metin kutusu 74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50" name="Grup 49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72" name="Dikdörtgen 7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3" name="Metin kutusu 72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51" name="Grup 50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70" name="Dikdörtgen 69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1" name="Metin kutusu 70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52" name="Grup 51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68" name="Dikdörtgen 67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9" name="Metin kutusu 68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53" name="Grup 52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66" name="Dikdörtgen 6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7" name="Metin kutusu 66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54" name="Grup 53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64" name="Dikdörtgen 63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5" name="Metin kutusu 64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55" name="Grup 54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62" name="Dikdörtgen 6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3" name="Metin kutusu 62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56" name="Grup 55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60" name="Dikdörtgen 59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1" name="Metin kutusu 60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57" name="Grup 56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58" name="Dikdörtgen 57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59" name="Metin kutusu 58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grpSp>
        <p:nvGrpSpPr>
          <p:cNvPr id="78" name="Grup 77"/>
          <p:cNvGrpSpPr/>
          <p:nvPr/>
        </p:nvGrpSpPr>
        <p:grpSpPr>
          <a:xfrm>
            <a:off x="152056" y="2338270"/>
            <a:ext cx="2671758" cy="3172601"/>
            <a:chOff x="1327710" y="2338270"/>
            <a:chExt cx="2671758" cy="3172601"/>
          </a:xfrm>
        </p:grpSpPr>
        <p:grpSp>
          <p:nvGrpSpPr>
            <p:cNvPr id="79" name="Grup 78"/>
            <p:cNvGrpSpPr/>
            <p:nvPr/>
          </p:nvGrpSpPr>
          <p:grpSpPr>
            <a:xfrm>
              <a:off x="1327710" y="2338270"/>
              <a:ext cx="2671758" cy="3172601"/>
              <a:chOff x="3963086" y="1130903"/>
              <a:chExt cx="3510183" cy="4334349"/>
            </a:xfrm>
          </p:grpSpPr>
          <p:grpSp>
            <p:nvGrpSpPr>
              <p:cNvPr id="81" name="Grup 80"/>
              <p:cNvGrpSpPr/>
              <p:nvPr/>
            </p:nvGrpSpPr>
            <p:grpSpPr>
              <a:xfrm>
                <a:off x="3963086" y="1130903"/>
                <a:ext cx="3510183" cy="4334349"/>
                <a:chOff x="3963086" y="1000277"/>
                <a:chExt cx="3510183" cy="4334349"/>
              </a:xfrm>
            </p:grpSpPr>
            <p:sp>
              <p:nvSpPr>
                <p:cNvPr id="87" name="Oval 86"/>
                <p:cNvSpPr/>
                <p:nvPr/>
              </p:nvSpPr>
              <p:spPr>
                <a:xfrm rot="5400000">
                  <a:off x="3904918" y="2202912"/>
                  <a:ext cx="3585422" cy="2678006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/>
                </a:p>
              </p:txBody>
            </p:sp>
            <p:sp>
              <p:nvSpPr>
                <p:cNvPr id="88" name="Metin kutusu 87"/>
                <p:cNvSpPr txBox="1"/>
                <p:nvPr/>
              </p:nvSpPr>
              <p:spPr>
                <a:xfrm>
                  <a:off x="3963086" y="1000277"/>
                  <a:ext cx="3510183" cy="58867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sz="2200" dirty="0"/>
                    <a:t>Anahtar - Değer Uzayı</a:t>
                  </a:r>
                </a:p>
              </p:txBody>
            </p:sp>
          </p:grpSp>
          <p:sp>
            <p:nvSpPr>
              <p:cNvPr id="82" name="Metin kutusu 81"/>
              <p:cNvSpPr txBox="1"/>
              <p:nvPr/>
            </p:nvSpPr>
            <p:spPr>
              <a:xfrm>
                <a:off x="5101865" y="2551009"/>
                <a:ext cx="123262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1, Tuna</a:t>
                </a:r>
              </a:p>
            </p:txBody>
          </p:sp>
          <p:sp>
            <p:nvSpPr>
              <p:cNvPr id="83" name="Metin kutusu 82"/>
              <p:cNvSpPr txBox="1"/>
              <p:nvPr/>
            </p:nvSpPr>
            <p:spPr>
              <a:xfrm>
                <a:off x="4996651" y="3052156"/>
                <a:ext cx="1443060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10, Leyla</a:t>
                </a:r>
              </a:p>
            </p:txBody>
          </p:sp>
          <p:sp>
            <p:nvSpPr>
              <p:cNvPr id="84" name="Metin kutusu 83"/>
              <p:cNvSpPr txBox="1"/>
              <p:nvPr/>
            </p:nvSpPr>
            <p:spPr>
              <a:xfrm>
                <a:off x="5255690" y="2101914"/>
                <a:ext cx="924975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5, Ali</a:t>
                </a:r>
              </a:p>
            </p:txBody>
          </p:sp>
          <p:sp>
            <p:nvSpPr>
              <p:cNvPr id="85" name="Metin kutusu 84"/>
              <p:cNvSpPr txBox="1"/>
              <p:nvPr/>
            </p:nvSpPr>
            <p:spPr>
              <a:xfrm>
                <a:off x="4943072" y="3592652"/>
                <a:ext cx="155021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26, Ceren</a:t>
                </a:r>
              </a:p>
            </p:txBody>
          </p:sp>
          <p:sp>
            <p:nvSpPr>
              <p:cNvPr id="86" name="Metin kutusu 85"/>
              <p:cNvSpPr txBox="1"/>
              <p:nvPr/>
            </p:nvSpPr>
            <p:spPr>
              <a:xfrm>
                <a:off x="5014551" y="4098445"/>
                <a:ext cx="1407258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99, Sena</a:t>
                </a:r>
              </a:p>
            </p:txBody>
          </p:sp>
        </p:grpSp>
        <p:sp>
          <p:nvSpPr>
            <p:cNvPr id="80" name="Metin kutusu 79"/>
            <p:cNvSpPr txBox="1"/>
            <p:nvPr/>
          </p:nvSpPr>
          <p:spPr>
            <a:xfrm>
              <a:off x="1992382" y="4883255"/>
              <a:ext cx="134241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105, Murat</a:t>
              </a:r>
            </a:p>
          </p:txBody>
        </p:sp>
      </p:grpSp>
      <p:sp>
        <p:nvSpPr>
          <p:cNvPr id="89" name="Metin kutusu 88"/>
          <p:cNvSpPr txBox="1"/>
          <p:nvPr/>
        </p:nvSpPr>
        <p:spPr>
          <a:xfrm>
            <a:off x="9827021" y="956133"/>
            <a:ext cx="1718740" cy="19902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1 % 10 = 1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10 % 10 = 0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26 % 10 = 6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99 % 10 = 9</a:t>
            </a:r>
          </a:p>
        </p:txBody>
      </p:sp>
      <p:cxnSp>
        <p:nvCxnSpPr>
          <p:cNvPr id="90" name="Düz Ok Bağlayıcısı 89"/>
          <p:cNvCxnSpPr/>
          <p:nvPr/>
        </p:nvCxnSpPr>
        <p:spPr>
          <a:xfrm>
            <a:off x="1839955" y="3259560"/>
            <a:ext cx="2745603" cy="99695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Düz Ok Bağlayıcısı 93"/>
          <p:cNvCxnSpPr/>
          <p:nvPr/>
        </p:nvCxnSpPr>
        <p:spPr>
          <a:xfrm flipV="1">
            <a:off x="5076302" y="4282484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Metin kutusu 94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grpSp>
        <p:nvGrpSpPr>
          <p:cNvPr id="97" name="Grup 96"/>
          <p:cNvGrpSpPr/>
          <p:nvPr/>
        </p:nvGrpSpPr>
        <p:grpSpPr>
          <a:xfrm>
            <a:off x="5965370" y="4057541"/>
            <a:ext cx="3023404" cy="423230"/>
            <a:chOff x="5965370" y="4057541"/>
            <a:chExt cx="3023404" cy="423230"/>
          </a:xfrm>
        </p:grpSpPr>
        <p:sp>
          <p:nvSpPr>
            <p:cNvPr id="91" name="Dikdörtgen 9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"Ali"</a:t>
              </a:r>
            </a:p>
          </p:txBody>
        </p:sp>
        <p:sp>
          <p:nvSpPr>
            <p:cNvPr id="92" name="Dikdörtgen 9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93" name="Dikdörtgen 9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5</a:t>
              </a:r>
            </a:p>
          </p:txBody>
        </p:sp>
        <p:cxnSp>
          <p:nvCxnSpPr>
            <p:cNvPr id="96" name="Düz Ok Bağlayıcısı 95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Metin kutusu 2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cxnSp>
        <p:nvCxnSpPr>
          <p:cNvPr id="98" name="Düz Ok Bağlayıcısı 97"/>
          <p:cNvCxnSpPr/>
          <p:nvPr/>
        </p:nvCxnSpPr>
        <p:spPr>
          <a:xfrm flipV="1">
            <a:off x="1957039" y="2541191"/>
            <a:ext cx="2629743" cy="103660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Düz Ok Bağlayıcısı 104"/>
          <p:cNvCxnSpPr/>
          <p:nvPr/>
        </p:nvCxnSpPr>
        <p:spPr>
          <a:xfrm flipV="1">
            <a:off x="5076302" y="2457211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6" name="Grup 105"/>
          <p:cNvGrpSpPr/>
          <p:nvPr/>
        </p:nvGrpSpPr>
        <p:grpSpPr>
          <a:xfrm>
            <a:off x="5965370" y="2232268"/>
            <a:ext cx="3023404" cy="420996"/>
            <a:chOff x="5965370" y="4057541"/>
            <a:chExt cx="3023404" cy="420996"/>
          </a:xfrm>
        </p:grpSpPr>
        <p:sp>
          <p:nvSpPr>
            <p:cNvPr id="107" name="Dikdörtgen 106"/>
            <p:cNvSpPr/>
            <p:nvPr/>
          </p:nvSpPr>
          <p:spPr>
            <a:xfrm>
              <a:off x="6436740" y="4097537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"Tuna"</a:t>
              </a:r>
            </a:p>
          </p:txBody>
        </p:sp>
        <p:sp>
          <p:nvSpPr>
            <p:cNvPr id="108" name="Dikdörtgen 107"/>
            <p:cNvSpPr/>
            <p:nvPr/>
          </p:nvSpPr>
          <p:spPr>
            <a:xfrm>
              <a:off x="7408740" y="4097537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09" name="Dikdörtgen 10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1</a:t>
              </a:r>
            </a:p>
          </p:txBody>
        </p:sp>
        <p:cxnSp>
          <p:nvCxnSpPr>
            <p:cNvPr id="110" name="Düz Ok Bağlayıcısı 10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Metin kutusu 11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cxnSp>
        <p:nvCxnSpPr>
          <p:cNvPr id="99" name="Düz Ok Bağlayıcısı 98"/>
          <p:cNvCxnSpPr/>
          <p:nvPr/>
        </p:nvCxnSpPr>
        <p:spPr>
          <a:xfrm flipV="1">
            <a:off x="5076302" y="2027979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0" name="Grup 99"/>
          <p:cNvGrpSpPr/>
          <p:nvPr/>
        </p:nvGrpSpPr>
        <p:grpSpPr>
          <a:xfrm>
            <a:off x="5965370" y="1803036"/>
            <a:ext cx="3023404" cy="420996"/>
            <a:chOff x="5965370" y="4057541"/>
            <a:chExt cx="3023404" cy="420996"/>
          </a:xfrm>
        </p:grpSpPr>
        <p:sp>
          <p:nvSpPr>
            <p:cNvPr id="101" name="Dikdörtgen 100"/>
            <p:cNvSpPr/>
            <p:nvPr/>
          </p:nvSpPr>
          <p:spPr>
            <a:xfrm>
              <a:off x="6436740" y="4097537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"Leyla"</a:t>
              </a:r>
            </a:p>
          </p:txBody>
        </p:sp>
        <p:sp>
          <p:nvSpPr>
            <p:cNvPr id="102" name="Dikdörtgen 101"/>
            <p:cNvSpPr/>
            <p:nvPr/>
          </p:nvSpPr>
          <p:spPr>
            <a:xfrm>
              <a:off x="7408740" y="4097537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03" name="Dikdörtgen 10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10</a:t>
              </a:r>
            </a:p>
          </p:txBody>
        </p:sp>
        <p:cxnSp>
          <p:nvCxnSpPr>
            <p:cNvPr id="104" name="Düz Ok Bağlayıcısı 10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Metin kutusu 111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cxnSp>
        <p:nvCxnSpPr>
          <p:cNvPr id="113" name="Düz Ok Bağlayıcısı 112"/>
          <p:cNvCxnSpPr/>
          <p:nvPr/>
        </p:nvCxnSpPr>
        <p:spPr>
          <a:xfrm flipV="1">
            <a:off x="2014875" y="2118210"/>
            <a:ext cx="2561624" cy="1827674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Düz Ok Bağlayıcısı 113"/>
          <p:cNvCxnSpPr/>
          <p:nvPr/>
        </p:nvCxnSpPr>
        <p:spPr>
          <a:xfrm flipV="1">
            <a:off x="5090816" y="4733472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5" name="Grup 114"/>
          <p:cNvGrpSpPr/>
          <p:nvPr/>
        </p:nvGrpSpPr>
        <p:grpSpPr>
          <a:xfrm>
            <a:off x="5965370" y="4508529"/>
            <a:ext cx="3023404" cy="420996"/>
            <a:chOff x="5965370" y="4057541"/>
            <a:chExt cx="3023404" cy="420996"/>
          </a:xfrm>
        </p:grpSpPr>
        <p:sp>
          <p:nvSpPr>
            <p:cNvPr id="116" name="Dikdörtgen 115"/>
            <p:cNvSpPr/>
            <p:nvPr/>
          </p:nvSpPr>
          <p:spPr>
            <a:xfrm>
              <a:off x="6436740" y="4097537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"Ceren"</a:t>
              </a:r>
            </a:p>
          </p:txBody>
        </p:sp>
        <p:sp>
          <p:nvSpPr>
            <p:cNvPr id="117" name="Dikdörtgen 116"/>
            <p:cNvSpPr/>
            <p:nvPr/>
          </p:nvSpPr>
          <p:spPr>
            <a:xfrm>
              <a:off x="7408740" y="4097537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18" name="Dikdörtgen 11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26</a:t>
              </a:r>
            </a:p>
          </p:txBody>
        </p:sp>
        <p:cxnSp>
          <p:nvCxnSpPr>
            <p:cNvPr id="119" name="Düz Ok Bağlayıcısı 11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Metin kutusu 11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cxnSp>
        <p:nvCxnSpPr>
          <p:cNvPr id="121" name="Düz Ok Bağlayıcısı 120"/>
          <p:cNvCxnSpPr/>
          <p:nvPr/>
        </p:nvCxnSpPr>
        <p:spPr>
          <a:xfrm>
            <a:off x="2076521" y="4311327"/>
            <a:ext cx="2507869" cy="40654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Düz Ok Bağlayıcısı 121"/>
          <p:cNvCxnSpPr/>
          <p:nvPr/>
        </p:nvCxnSpPr>
        <p:spPr>
          <a:xfrm>
            <a:off x="2071407" y="4738090"/>
            <a:ext cx="2515378" cy="133183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Düz Ok Bağlayıcısı 122"/>
          <p:cNvCxnSpPr/>
          <p:nvPr/>
        </p:nvCxnSpPr>
        <p:spPr>
          <a:xfrm flipV="1">
            <a:off x="5076302" y="6074306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4" name="Grup 123"/>
          <p:cNvGrpSpPr/>
          <p:nvPr/>
        </p:nvGrpSpPr>
        <p:grpSpPr>
          <a:xfrm>
            <a:off x="5950856" y="5849363"/>
            <a:ext cx="3023404" cy="420996"/>
            <a:chOff x="5965370" y="4057541"/>
            <a:chExt cx="3023404" cy="420996"/>
          </a:xfrm>
        </p:grpSpPr>
        <p:sp>
          <p:nvSpPr>
            <p:cNvPr id="125" name="Dikdörtgen 124"/>
            <p:cNvSpPr/>
            <p:nvPr/>
          </p:nvSpPr>
          <p:spPr>
            <a:xfrm>
              <a:off x="6436740" y="4097537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"Sena"</a:t>
              </a:r>
            </a:p>
          </p:txBody>
        </p:sp>
        <p:sp>
          <p:nvSpPr>
            <p:cNvPr id="126" name="Dikdörtgen 125"/>
            <p:cNvSpPr/>
            <p:nvPr/>
          </p:nvSpPr>
          <p:spPr>
            <a:xfrm>
              <a:off x="7408740" y="4097537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27" name="Dikdörtgen 126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99</a:t>
              </a:r>
            </a:p>
          </p:txBody>
        </p:sp>
        <p:cxnSp>
          <p:nvCxnSpPr>
            <p:cNvPr id="128" name="Düz Ok Bağlayıcısı 127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Metin kutusu 128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130" name="Grup 129"/>
          <p:cNvGrpSpPr/>
          <p:nvPr/>
        </p:nvGrpSpPr>
        <p:grpSpPr>
          <a:xfrm>
            <a:off x="6917781" y="3399872"/>
            <a:ext cx="1793996" cy="595758"/>
            <a:chOff x="6917781" y="3399872"/>
            <a:chExt cx="1793996" cy="595758"/>
          </a:xfrm>
        </p:grpSpPr>
        <p:cxnSp>
          <p:nvCxnSpPr>
            <p:cNvPr id="131" name="Düz Ok Bağlayıcısı 130"/>
            <p:cNvCxnSpPr/>
            <p:nvPr/>
          </p:nvCxnSpPr>
          <p:spPr>
            <a:xfrm flipH="1">
              <a:off x="6917781" y="3653101"/>
              <a:ext cx="374296" cy="342529"/>
            </a:xfrm>
            <a:prstGeom prst="straightConnector1">
              <a:avLst/>
            </a:prstGeom>
            <a:ln w="12700">
              <a:solidFill>
                <a:schemeClr val="tx1"/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Metin kutusu 131"/>
            <p:cNvSpPr txBox="1"/>
            <p:nvPr/>
          </p:nvSpPr>
          <p:spPr>
            <a:xfrm>
              <a:off x="7259135" y="3399872"/>
              <a:ext cx="145264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dirty="0"/>
                <a:t>HashDugumu</a:t>
              </a:r>
            </a:p>
          </p:txBody>
        </p:sp>
      </p:grp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75051989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" name="Grup 46"/>
          <p:cNvGrpSpPr/>
          <p:nvPr/>
        </p:nvGrpSpPr>
        <p:grpSpPr>
          <a:xfrm rot="5400000">
            <a:off x="2666813" y="3720980"/>
            <a:ext cx="4507066" cy="671914"/>
            <a:chOff x="3194302" y="1849616"/>
            <a:chExt cx="5390047" cy="671914"/>
          </a:xfrm>
        </p:grpSpPr>
        <p:grpSp>
          <p:nvGrpSpPr>
            <p:cNvPr id="48" name="Grup 47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76" name="Dikdörtgen 75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7" name="Metin kutusu 76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49" name="Grup 48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74" name="Dikdörtgen 7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5" name="Metin kutusu 74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50" name="Grup 49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72" name="Dikdörtgen 7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3" name="Metin kutusu 72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51" name="Grup 50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70" name="Dikdörtgen 69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1" name="Metin kutusu 70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52" name="Grup 51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68" name="Dikdörtgen 67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9" name="Metin kutusu 68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53" name="Grup 52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66" name="Dikdörtgen 6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7" name="Metin kutusu 66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54" name="Grup 53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64" name="Dikdörtgen 63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5" name="Metin kutusu 64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55" name="Grup 54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62" name="Dikdörtgen 6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3" name="Metin kutusu 62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56" name="Grup 55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60" name="Dikdörtgen 59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1" name="Metin kutusu 60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57" name="Grup 56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58" name="Dikdörtgen 57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59" name="Metin kutusu 58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grpSp>
        <p:nvGrpSpPr>
          <p:cNvPr id="78" name="Grup 77"/>
          <p:cNvGrpSpPr/>
          <p:nvPr/>
        </p:nvGrpSpPr>
        <p:grpSpPr>
          <a:xfrm>
            <a:off x="152056" y="2338270"/>
            <a:ext cx="2671758" cy="3172601"/>
            <a:chOff x="1327710" y="2338270"/>
            <a:chExt cx="2671758" cy="3172601"/>
          </a:xfrm>
        </p:grpSpPr>
        <p:grpSp>
          <p:nvGrpSpPr>
            <p:cNvPr id="79" name="Grup 78"/>
            <p:cNvGrpSpPr/>
            <p:nvPr/>
          </p:nvGrpSpPr>
          <p:grpSpPr>
            <a:xfrm>
              <a:off x="1327710" y="2338270"/>
              <a:ext cx="2671758" cy="3172601"/>
              <a:chOff x="3963086" y="1130903"/>
              <a:chExt cx="3510183" cy="4334349"/>
            </a:xfrm>
          </p:grpSpPr>
          <p:grpSp>
            <p:nvGrpSpPr>
              <p:cNvPr id="81" name="Grup 80"/>
              <p:cNvGrpSpPr/>
              <p:nvPr/>
            </p:nvGrpSpPr>
            <p:grpSpPr>
              <a:xfrm>
                <a:off x="3963086" y="1130903"/>
                <a:ext cx="3510183" cy="4334349"/>
                <a:chOff x="3963086" y="1000277"/>
                <a:chExt cx="3510183" cy="4334349"/>
              </a:xfrm>
            </p:grpSpPr>
            <p:sp>
              <p:nvSpPr>
                <p:cNvPr id="87" name="Oval 86"/>
                <p:cNvSpPr/>
                <p:nvPr/>
              </p:nvSpPr>
              <p:spPr>
                <a:xfrm rot="5400000">
                  <a:off x="3904918" y="2202912"/>
                  <a:ext cx="3585422" cy="2678006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 dirty="0"/>
                </a:p>
              </p:txBody>
            </p:sp>
            <p:sp>
              <p:nvSpPr>
                <p:cNvPr id="88" name="Metin kutusu 87"/>
                <p:cNvSpPr txBox="1"/>
                <p:nvPr/>
              </p:nvSpPr>
              <p:spPr>
                <a:xfrm>
                  <a:off x="3963086" y="1000277"/>
                  <a:ext cx="3510183" cy="58867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tr-TR" sz="2200" dirty="0"/>
                    <a:t>Anahtar - Değer Uzayı</a:t>
                  </a:r>
                </a:p>
              </p:txBody>
            </p:sp>
          </p:grpSp>
          <p:sp>
            <p:nvSpPr>
              <p:cNvPr id="82" name="Metin kutusu 81"/>
              <p:cNvSpPr txBox="1"/>
              <p:nvPr/>
            </p:nvSpPr>
            <p:spPr>
              <a:xfrm>
                <a:off x="5101865" y="2551009"/>
                <a:ext cx="123262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1, Tuna</a:t>
                </a:r>
              </a:p>
            </p:txBody>
          </p:sp>
          <p:sp>
            <p:nvSpPr>
              <p:cNvPr id="83" name="Metin kutusu 82"/>
              <p:cNvSpPr txBox="1"/>
              <p:nvPr/>
            </p:nvSpPr>
            <p:spPr>
              <a:xfrm>
                <a:off x="4996651" y="3052156"/>
                <a:ext cx="1443060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10, Leyla</a:t>
                </a:r>
              </a:p>
            </p:txBody>
          </p:sp>
          <p:sp>
            <p:nvSpPr>
              <p:cNvPr id="84" name="Metin kutusu 83"/>
              <p:cNvSpPr txBox="1"/>
              <p:nvPr/>
            </p:nvSpPr>
            <p:spPr>
              <a:xfrm>
                <a:off x="5255690" y="2101914"/>
                <a:ext cx="924975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5, Ali</a:t>
                </a:r>
              </a:p>
            </p:txBody>
          </p:sp>
          <p:sp>
            <p:nvSpPr>
              <p:cNvPr id="85" name="Metin kutusu 84"/>
              <p:cNvSpPr txBox="1"/>
              <p:nvPr/>
            </p:nvSpPr>
            <p:spPr>
              <a:xfrm>
                <a:off x="4943072" y="3592652"/>
                <a:ext cx="1550216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26, Ceren</a:t>
                </a:r>
              </a:p>
            </p:txBody>
          </p:sp>
          <p:sp>
            <p:nvSpPr>
              <p:cNvPr id="86" name="Metin kutusu 85"/>
              <p:cNvSpPr txBox="1"/>
              <p:nvPr/>
            </p:nvSpPr>
            <p:spPr>
              <a:xfrm>
                <a:off x="5014551" y="4098445"/>
                <a:ext cx="1407258" cy="5466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/>
                  <a:t>99, Sena</a:t>
                </a:r>
              </a:p>
            </p:txBody>
          </p:sp>
        </p:grpSp>
        <p:sp>
          <p:nvSpPr>
            <p:cNvPr id="80" name="Metin kutusu 79"/>
            <p:cNvSpPr txBox="1"/>
            <p:nvPr/>
          </p:nvSpPr>
          <p:spPr>
            <a:xfrm>
              <a:off x="1992382" y="4883255"/>
              <a:ext cx="134241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/>
                <a:t>105, Murat</a:t>
              </a:r>
            </a:p>
          </p:txBody>
        </p:sp>
      </p:grpSp>
      <p:sp>
        <p:nvSpPr>
          <p:cNvPr id="89" name="Metin kutusu 88"/>
          <p:cNvSpPr txBox="1"/>
          <p:nvPr/>
        </p:nvSpPr>
        <p:spPr>
          <a:xfrm>
            <a:off x="9827021" y="956133"/>
            <a:ext cx="1858201" cy="239552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5 % 10 = 5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1 % 10 = 1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10 % 10 = 0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26 % 10 = 6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99 % 10 = 9</a:t>
            </a:r>
          </a:p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105 % 10 = 5</a:t>
            </a:r>
          </a:p>
        </p:txBody>
      </p:sp>
      <p:cxnSp>
        <p:nvCxnSpPr>
          <p:cNvPr id="90" name="Düz Ok Bağlayıcısı 89"/>
          <p:cNvCxnSpPr/>
          <p:nvPr/>
        </p:nvCxnSpPr>
        <p:spPr>
          <a:xfrm>
            <a:off x="1839955" y="3259560"/>
            <a:ext cx="2745603" cy="99695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Düz Ok Bağlayıcısı 93"/>
          <p:cNvCxnSpPr/>
          <p:nvPr/>
        </p:nvCxnSpPr>
        <p:spPr>
          <a:xfrm flipV="1">
            <a:off x="5076302" y="4282484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Metin kutusu 94"/>
          <p:cNvSpPr txBox="1"/>
          <p:nvPr/>
        </p:nvSpPr>
        <p:spPr>
          <a:xfrm>
            <a:off x="893482" y="912725"/>
            <a:ext cx="5623655" cy="7745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000"/>
              </a:spcAft>
            </a:pPr>
            <a:r>
              <a:rPr lang="tr-TR" dirty="0">
                <a:latin typeface="Lucida Console" panose="020B0609040504020204" pitchFamily="49" charset="0"/>
              </a:rPr>
              <a:t>indeks = h(anahtar) = anahtar % uzunluk</a:t>
            </a:r>
          </a:p>
          <a:p>
            <a:r>
              <a:rPr lang="tr-TR" dirty="0">
                <a:latin typeface="Lucida Console" panose="020B0609040504020204" pitchFamily="49" charset="0"/>
              </a:rPr>
              <a:t>uzunluk = 10</a:t>
            </a:r>
          </a:p>
        </p:txBody>
      </p:sp>
      <p:grpSp>
        <p:nvGrpSpPr>
          <p:cNvPr id="97" name="Grup 96"/>
          <p:cNvGrpSpPr/>
          <p:nvPr/>
        </p:nvGrpSpPr>
        <p:grpSpPr>
          <a:xfrm>
            <a:off x="5965370" y="4097537"/>
            <a:ext cx="2494329" cy="383234"/>
            <a:chOff x="5965370" y="4097537"/>
            <a:chExt cx="2494329" cy="383234"/>
          </a:xfrm>
        </p:grpSpPr>
        <p:sp>
          <p:nvSpPr>
            <p:cNvPr id="91" name="Dikdörtgen 9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"Ali"</a:t>
              </a:r>
            </a:p>
          </p:txBody>
        </p:sp>
        <p:sp>
          <p:nvSpPr>
            <p:cNvPr id="92" name="Dikdörtgen 9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93" name="Dikdörtgen 9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5</a:t>
              </a:r>
            </a:p>
          </p:txBody>
        </p:sp>
        <p:cxnSp>
          <p:nvCxnSpPr>
            <p:cNvPr id="96" name="Düz Ok Bağlayıcısı 95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Düz Ok Bağlayıcısı 97"/>
          <p:cNvCxnSpPr/>
          <p:nvPr/>
        </p:nvCxnSpPr>
        <p:spPr>
          <a:xfrm flipV="1">
            <a:off x="1957039" y="2541191"/>
            <a:ext cx="2629743" cy="103660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Düz Ok Bağlayıcısı 104"/>
          <p:cNvCxnSpPr/>
          <p:nvPr/>
        </p:nvCxnSpPr>
        <p:spPr>
          <a:xfrm flipV="1">
            <a:off x="5076302" y="2457211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6" name="Grup 105"/>
          <p:cNvGrpSpPr/>
          <p:nvPr/>
        </p:nvGrpSpPr>
        <p:grpSpPr>
          <a:xfrm>
            <a:off x="5965370" y="2232268"/>
            <a:ext cx="3023404" cy="420996"/>
            <a:chOff x="5965370" y="4057541"/>
            <a:chExt cx="3023404" cy="420996"/>
          </a:xfrm>
        </p:grpSpPr>
        <p:sp>
          <p:nvSpPr>
            <p:cNvPr id="107" name="Dikdörtgen 106"/>
            <p:cNvSpPr/>
            <p:nvPr/>
          </p:nvSpPr>
          <p:spPr>
            <a:xfrm>
              <a:off x="6436740" y="4097537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"Tuna"</a:t>
              </a:r>
            </a:p>
          </p:txBody>
        </p:sp>
        <p:sp>
          <p:nvSpPr>
            <p:cNvPr id="108" name="Dikdörtgen 107"/>
            <p:cNvSpPr/>
            <p:nvPr/>
          </p:nvSpPr>
          <p:spPr>
            <a:xfrm>
              <a:off x="7408740" y="4097537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09" name="Dikdörtgen 10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1</a:t>
              </a:r>
            </a:p>
          </p:txBody>
        </p:sp>
        <p:cxnSp>
          <p:nvCxnSpPr>
            <p:cNvPr id="110" name="Düz Ok Bağlayıcısı 10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Metin kutusu 11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cxnSp>
        <p:nvCxnSpPr>
          <p:cNvPr id="99" name="Düz Ok Bağlayıcısı 98"/>
          <p:cNvCxnSpPr/>
          <p:nvPr/>
        </p:nvCxnSpPr>
        <p:spPr>
          <a:xfrm flipV="1">
            <a:off x="5076302" y="2027979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0" name="Grup 99"/>
          <p:cNvGrpSpPr/>
          <p:nvPr/>
        </p:nvGrpSpPr>
        <p:grpSpPr>
          <a:xfrm>
            <a:off x="5965370" y="1803036"/>
            <a:ext cx="3023404" cy="420996"/>
            <a:chOff x="5965370" y="4057541"/>
            <a:chExt cx="3023404" cy="420996"/>
          </a:xfrm>
        </p:grpSpPr>
        <p:sp>
          <p:nvSpPr>
            <p:cNvPr id="101" name="Dikdörtgen 100"/>
            <p:cNvSpPr/>
            <p:nvPr/>
          </p:nvSpPr>
          <p:spPr>
            <a:xfrm>
              <a:off x="6436740" y="4097537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"Leyla"</a:t>
              </a:r>
            </a:p>
          </p:txBody>
        </p:sp>
        <p:sp>
          <p:nvSpPr>
            <p:cNvPr id="102" name="Dikdörtgen 101"/>
            <p:cNvSpPr/>
            <p:nvPr/>
          </p:nvSpPr>
          <p:spPr>
            <a:xfrm>
              <a:off x="7408740" y="4097537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03" name="Dikdörtgen 10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10</a:t>
              </a:r>
            </a:p>
          </p:txBody>
        </p:sp>
        <p:cxnSp>
          <p:nvCxnSpPr>
            <p:cNvPr id="104" name="Düz Ok Bağlayıcısı 10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Metin kutusu 111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cxnSp>
        <p:nvCxnSpPr>
          <p:cNvPr id="113" name="Düz Ok Bağlayıcısı 112"/>
          <p:cNvCxnSpPr/>
          <p:nvPr/>
        </p:nvCxnSpPr>
        <p:spPr>
          <a:xfrm flipV="1">
            <a:off x="2014875" y="2118210"/>
            <a:ext cx="2561624" cy="1827674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Düz Ok Bağlayıcısı 113"/>
          <p:cNvCxnSpPr/>
          <p:nvPr/>
        </p:nvCxnSpPr>
        <p:spPr>
          <a:xfrm flipV="1">
            <a:off x="5090816" y="4733472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5" name="Grup 114"/>
          <p:cNvGrpSpPr/>
          <p:nvPr/>
        </p:nvGrpSpPr>
        <p:grpSpPr>
          <a:xfrm>
            <a:off x="5965370" y="4508529"/>
            <a:ext cx="3023404" cy="420996"/>
            <a:chOff x="5965370" y="4057541"/>
            <a:chExt cx="3023404" cy="420996"/>
          </a:xfrm>
        </p:grpSpPr>
        <p:sp>
          <p:nvSpPr>
            <p:cNvPr id="116" name="Dikdörtgen 115"/>
            <p:cNvSpPr/>
            <p:nvPr/>
          </p:nvSpPr>
          <p:spPr>
            <a:xfrm>
              <a:off x="6436740" y="4097537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"Ceren"</a:t>
              </a:r>
            </a:p>
          </p:txBody>
        </p:sp>
        <p:sp>
          <p:nvSpPr>
            <p:cNvPr id="117" name="Dikdörtgen 116"/>
            <p:cNvSpPr/>
            <p:nvPr/>
          </p:nvSpPr>
          <p:spPr>
            <a:xfrm>
              <a:off x="7408740" y="4097537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18" name="Dikdörtgen 11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26</a:t>
              </a:r>
            </a:p>
          </p:txBody>
        </p:sp>
        <p:cxnSp>
          <p:nvCxnSpPr>
            <p:cNvPr id="119" name="Düz Ok Bağlayıcısı 11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Metin kutusu 11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cxnSp>
        <p:nvCxnSpPr>
          <p:cNvPr id="121" name="Düz Ok Bağlayıcısı 120"/>
          <p:cNvCxnSpPr/>
          <p:nvPr/>
        </p:nvCxnSpPr>
        <p:spPr>
          <a:xfrm>
            <a:off x="2076521" y="4311327"/>
            <a:ext cx="2507869" cy="40654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Düz Ok Bağlayıcısı 121"/>
          <p:cNvCxnSpPr/>
          <p:nvPr/>
        </p:nvCxnSpPr>
        <p:spPr>
          <a:xfrm>
            <a:off x="2071407" y="4738090"/>
            <a:ext cx="2515378" cy="133183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Düz Ok Bağlayıcısı 122"/>
          <p:cNvCxnSpPr/>
          <p:nvPr/>
        </p:nvCxnSpPr>
        <p:spPr>
          <a:xfrm flipV="1">
            <a:off x="5076302" y="6074306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4" name="Grup 123"/>
          <p:cNvGrpSpPr/>
          <p:nvPr/>
        </p:nvGrpSpPr>
        <p:grpSpPr>
          <a:xfrm>
            <a:off x="5950856" y="5849363"/>
            <a:ext cx="3023404" cy="420996"/>
            <a:chOff x="5965370" y="4057541"/>
            <a:chExt cx="3023404" cy="420996"/>
          </a:xfrm>
        </p:grpSpPr>
        <p:sp>
          <p:nvSpPr>
            <p:cNvPr id="125" name="Dikdörtgen 124"/>
            <p:cNvSpPr/>
            <p:nvPr/>
          </p:nvSpPr>
          <p:spPr>
            <a:xfrm>
              <a:off x="6436740" y="4097537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"Sena"</a:t>
              </a:r>
            </a:p>
          </p:txBody>
        </p:sp>
        <p:sp>
          <p:nvSpPr>
            <p:cNvPr id="126" name="Dikdörtgen 125"/>
            <p:cNvSpPr/>
            <p:nvPr/>
          </p:nvSpPr>
          <p:spPr>
            <a:xfrm>
              <a:off x="7408740" y="4097537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27" name="Dikdörtgen 126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99</a:t>
              </a:r>
            </a:p>
          </p:txBody>
        </p:sp>
        <p:cxnSp>
          <p:nvCxnSpPr>
            <p:cNvPr id="128" name="Düz Ok Bağlayıcısı 127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Metin kutusu 128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cxnSp>
        <p:nvCxnSpPr>
          <p:cNvPr id="130" name="Düz Ok Bağlayıcısı 129"/>
          <p:cNvCxnSpPr/>
          <p:nvPr/>
        </p:nvCxnSpPr>
        <p:spPr>
          <a:xfrm flipV="1">
            <a:off x="2126823" y="4328893"/>
            <a:ext cx="2243481" cy="74440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1" name="Grup 130"/>
          <p:cNvGrpSpPr/>
          <p:nvPr/>
        </p:nvGrpSpPr>
        <p:grpSpPr>
          <a:xfrm>
            <a:off x="8545632" y="4062582"/>
            <a:ext cx="3023404" cy="423230"/>
            <a:chOff x="5965370" y="4057541"/>
            <a:chExt cx="3023404" cy="423230"/>
          </a:xfrm>
        </p:grpSpPr>
        <p:sp>
          <p:nvSpPr>
            <p:cNvPr id="132" name="Dikdörtgen 131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"Murat"</a:t>
              </a:r>
            </a:p>
          </p:txBody>
        </p:sp>
        <p:sp>
          <p:nvSpPr>
            <p:cNvPr id="133" name="Dikdörtgen 132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34" name="Dikdörtgen 133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105</a:t>
              </a:r>
            </a:p>
          </p:txBody>
        </p:sp>
        <p:cxnSp>
          <p:nvCxnSpPr>
            <p:cNvPr id="135" name="Düz Ok Bağlayıcısı 134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6" name="Metin kutusu 135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137" name="Grup 136"/>
          <p:cNvGrpSpPr/>
          <p:nvPr/>
        </p:nvGrpSpPr>
        <p:grpSpPr>
          <a:xfrm>
            <a:off x="6917781" y="3399872"/>
            <a:ext cx="1793996" cy="595758"/>
            <a:chOff x="6917781" y="3399872"/>
            <a:chExt cx="1793996" cy="595758"/>
          </a:xfrm>
        </p:grpSpPr>
        <p:cxnSp>
          <p:nvCxnSpPr>
            <p:cNvPr id="138" name="Düz Ok Bağlayıcısı 137"/>
            <p:cNvCxnSpPr/>
            <p:nvPr/>
          </p:nvCxnSpPr>
          <p:spPr>
            <a:xfrm flipH="1">
              <a:off x="6917781" y="3653101"/>
              <a:ext cx="374296" cy="342529"/>
            </a:xfrm>
            <a:prstGeom prst="straightConnector1">
              <a:avLst/>
            </a:prstGeom>
            <a:ln w="12700">
              <a:solidFill>
                <a:schemeClr val="tx1"/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" name="Metin kutusu 138"/>
            <p:cNvSpPr txBox="1"/>
            <p:nvPr/>
          </p:nvSpPr>
          <p:spPr>
            <a:xfrm>
              <a:off x="7259135" y="3399872"/>
              <a:ext cx="145264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dirty="0"/>
                <a:t>HashDugumu</a:t>
              </a:r>
            </a:p>
          </p:txBody>
        </p: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441830549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3293330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 4"/>
          <p:cNvGrpSpPr/>
          <p:nvPr/>
        </p:nvGrpSpPr>
        <p:grpSpPr>
          <a:xfrm rot="5400000">
            <a:off x="2666813" y="3339980"/>
            <a:ext cx="4507066" cy="671914"/>
            <a:chOff x="3194302" y="1849616"/>
            <a:chExt cx="5390047" cy="671914"/>
          </a:xfrm>
        </p:grpSpPr>
        <p:grpSp>
          <p:nvGrpSpPr>
            <p:cNvPr id="6" name="Grup 5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34" name="Dikdörtgen 33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Metin kutusu 34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7" name="Grup 6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32" name="Dikdörtgen 31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8" name="Grup 7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30" name="Dikdörtgen 2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Metin kutusu 30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9" name="Grup 8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28" name="Dikdörtgen 27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Metin kutusu 28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26" name="Dikdörtgen 25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24" name="Dikdörtgen 23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5" name="Metin kutusu 24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22" name="Dikdörtgen 21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3" name="Metin kutusu 22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13" name="Grup 12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20" name="Dikdörtgen 19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1" name="Metin kutusu 20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14" name="Grup 13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18" name="Dikdörtgen 17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9" name="Metin kutusu 18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16" name="Dikdörtgen 15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7" name="Metin kutusu 16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" name="Metin kutusu 2"/>
          <p:cNvSpPr txBox="1"/>
          <p:nvPr/>
        </p:nvSpPr>
        <p:spPr>
          <a:xfrm>
            <a:off x="562901" y="1476201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1600" dirty="0"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36" name="Düz Ok Bağlayıcısı 35"/>
          <p:cNvCxnSpPr/>
          <p:nvPr/>
        </p:nvCxnSpPr>
        <p:spPr>
          <a:xfrm flipV="1">
            <a:off x="3277604" y="1648168"/>
            <a:ext cx="1309176" cy="423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2734601" y="3254900"/>
            <a:ext cx="67839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1600" dirty="0">
                <a:latin typeface="Lucida Console" panose="020B0609040504020204" pitchFamily="49" charset="0"/>
              </a:rPr>
              <a:t>kova</a:t>
            </a:r>
          </a:p>
        </p:txBody>
      </p:sp>
      <p:cxnSp>
        <p:nvCxnSpPr>
          <p:cNvPr id="38" name="Düz Ok Bağlayıcısı 37"/>
          <p:cNvCxnSpPr/>
          <p:nvPr/>
        </p:nvCxnSpPr>
        <p:spPr>
          <a:xfrm flipV="1">
            <a:off x="3339623" y="3025719"/>
            <a:ext cx="1245991" cy="236422"/>
          </a:xfrm>
          <a:prstGeom prst="straightConnector1">
            <a:avLst/>
          </a:prstGeom>
          <a:ln w="12700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Düz Ok Bağlayıcısı 39"/>
          <p:cNvCxnSpPr>
            <a:endCxn id="27" idx="1"/>
          </p:cNvCxnSpPr>
          <p:nvPr/>
        </p:nvCxnSpPr>
        <p:spPr>
          <a:xfrm>
            <a:off x="3455404" y="3426516"/>
            <a:ext cx="1130154" cy="0"/>
          </a:xfrm>
          <a:prstGeom prst="straightConnector1">
            <a:avLst/>
          </a:prstGeom>
          <a:ln w="12700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Düz Ok Bağlayıcısı 43"/>
          <p:cNvCxnSpPr>
            <a:endCxn id="25" idx="1"/>
          </p:cNvCxnSpPr>
          <p:nvPr/>
        </p:nvCxnSpPr>
        <p:spPr>
          <a:xfrm>
            <a:off x="3339623" y="3616937"/>
            <a:ext cx="1245935" cy="258573"/>
          </a:xfrm>
          <a:prstGeom prst="straightConnector1">
            <a:avLst/>
          </a:prstGeom>
          <a:ln w="12700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Metin kutusu 46"/>
          <p:cNvSpPr txBox="1"/>
          <p:nvPr/>
        </p:nvSpPr>
        <p:spPr>
          <a:xfrm>
            <a:off x="562901" y="5025674"/>
            <a:ext cx="3666199" cy="9566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500"/>
              </a:spcAft>
            </a:pPr>
            <a:r>
              <a:rPr lang="tr-TR" sz="1600" dirty="0">
                <a:solidFill>
                  <a:srgbClr val="FF0000"/>
                </a:solidFill>
                <a:latin typeface="Lucida Console" panose="020B0609040504020204" pitchFamily="49" charset="0"/>
              </a:rPr>
              <a:t>kovaSayisi: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tr-TR" sz="1600" dirty="0">
                <a:latin typeface="Lucida Console" panose="020B0609040504020204" pitchFamily="49" charset="0"/>
              </a:rPr>
              <a:t>kovalar</a:t>
            </a:r>
            <a:r>
              <a:rPr lang="tr-TR" dirty="0"/>
              <a:t> dizisinin uzunluğu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tr-TR" sz="1600" dirty="0">
                <a:latin typeface="Lucida Console" panose="020B0609040504020204" pitchFamily="49" charset="0"/>
              </a:rPr>
              <a:t>kapasite</a:t>
            </a:r>
            <a:r>
              <a:rPr lang="tr-TR" dirty="0"/>
              <a:t> olarak da adlandırılır</a:t>
            </a:r>
          </a:p>
        </p:txBody>
      </p:sp>
      <p:cxnSp>
        <p:nvCxnSpPr>
          <p:cNvPr id="41" name="Düz Ok Bağlayıcısı 40"/>
          <p:cNvCxnSpPr/>
          <p:nvPr/>
        </p:nvCxnSpPr>
        <p:spPr>
          <a:xfrm flipV="1">
            <a:off x="5076302" y="4282484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2" name="Grup 41"/>
          <p:cNvGrpSpPr/>
          <p:nvPr/>
        </p:nvGrpSpPr>
        <p:grpSpPr>
          <a:xfrm>
            <a:off x="5965370" y="4097537"/>
            <a:ext cx="2494329" cy="383234"/>
            <a:chOff x="5965370" y="4097537"/>
            <a:chExt cx="2494329" cy="383234"/>
          </a:xfrm>
        </p:grpSpPr>
        <p:sp>
          <p:nvSpPr>
            <p:cNvPr id="43" name="Dikdörtgen 42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"Ali"</a:t>
              </a:r>
            </a:p>
          </p:txBody>
        </p:sp>
        <p:sp>
          <p:nvSpPr>
            <p:cNvPr id="45" name="Dikdörtgen 44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46" name="Dikdörtgen 45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5</a:t>
              </a:r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9" name="Düz Ok Bağlayıcısı 48"/>
          <p:cNvCxnSpPr/>
          <p:nvPr/>
        </p:nvCxnSpPr>
        <p:spPr>
          <a:xfrm flipV="1">
            <a:off x="5076302" y="2457211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Grup 49"/>
          <p:cNvGrpSpPr/>
          <p:nvPr/>
        </p:nvGrpSpPr>
        <p:grpSpPr>
          <a:xfrm>
            <a:off x="5965370" y="2232268"/>
            <a:ext cx="3023404" cy="420996"/>
            <a:chOff x="5965370" y="4057541"/>
            <a:chExt cx="3023404" cy="420996"/>
          </a:xfrm>
        </p:grpSpPr>
        <p:sp>
          <p:nvSpPr>
            <p:cNvPr id="51" name="Dikdörtgen 50"/>
            <p:cNvSpPr/>
            <p:nvPr/>
          </p:nvSpPr>
          <p:spPr>
            <a:xfrm>
              <a:off x="6436740" y="4097537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"Tuna"</a:t>
              </a:r>
            </a:p>
          </p:txBody>
        </p:sp>
        <p:sp>
          <p:nvSpPr>
            <p:cNvPr id="52" name="Dikdörtgen 51"/>
            <p:cNvSpPr/>
            <p:nvPr/>
          </p:nvSpPr>
          <p:spPr>
            <a:xfrm>
              <a:off x="7408740" y="4097537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53" name="Dikdörtgen 5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1</a:t>
              </a:r>
            </a:p>
          </p:txBody>
        </p:sp>
        <p:cxnSp>
          <p:nvCxnSpPr>
            <p:cNvPr id="54" name="Düz Ok Bağlayıcısı 5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Metin kutusu 54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cxnSp>
        <p:nvCxnSpPr>
          <p:cNvPr id="56" name="Düz Ok Bağlayıcısı 55"/>
          <p:cNvCxnSpPr/>
          <p:nvPr/>
        </p:nvCxnSpPr>
        <p:spPr>
          <a:xfrm flipV="1">
            <a:off x="5076302" y="2027979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7" name="Grup 56"/>
          <p:cNvGrpSpPr/>
          <p:nvPr/>
        </p:nvGrpSpPr>
        <p:grpSpPr>
          <a:xfrm>
            <a:off x="5965370" y="1803036"/>
            <a:ext cx="3023404" cy="420996"/>
            <a:chOff x="5965370" y="4057541"/>
            <a:chExt cx="3023404" cy="420996"/>
          </a:xfrm>
        </p:grpSpPr>
        <p:sp>
          <p:nvSpPr>
            <p:cNvPr id="58" name="Dikdörtgen 57"/>
            <p:cNvSpPr/>
            <p:nvPr/>
          </p:nvSpPr>
          <p:spPr>
            <a:xfrm>
              <a:off x="6436740" y="4097537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"Leyla"</a:t>
              </a:r>
            </a:p>
          </p:txBody>
        </p:sp>
        <p:sp>
          <p:nvSpPr>
            <p:cNvPr id="59" name="Dikdörtgen 58"/>
            <p:cNvSpPr/>
            <p:nvPr/>
          </p:nvSpPr>
          <p:spPr>
            <a:xfrm>
              <a:off x="7408740" y="4097537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60" name="Dikdörtgen 59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10</a:t>
              </a:r>
            </a:p>
          </p:txBody>
        </p:sp>
        <p:cxnSp>
          <p:nvCxnSpPr>
            <p:cNvPr id="61" name="Düz Ok Bağlayıcısı 60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Metin kutusu 61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63" name="Grup 62"/>
          <p:cNvGrpSpPr/>
          <p:nvPr/>
        </p:nvGrpSpPr>
        <p:grpSpPr>
          <a:xfrm>
            <a:off x="8545632" y="4062582"/>
            <a:ext cx="3023404" cy="423230"/>
            <a:chOff x="5965370" y="4057541"/>
            <a:chExt cx="3023404" cy="423230"/>
          </a:xfrm>
        </p:grpSpPr>
        <p:sp>
          <p:nvSpPr>
            <p:cNvPr id="64" name="Dikdörtgen 63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"Murat"</a:t>
              </a:r>
            </a:p>
          </p:txBody>
        </p:sp>
        <p:sp>
          <p:nvSpPr>
            <p:cNvPr id="65" name="Dikdörtgen 64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66" name="Dikdörtgen 65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105</a:t>
              </a:r>
            </a:p>
          </p:txBody>
        </p:sp>
        <p:cxnSp>
          <p:nvCxnSpPr>
            <p:cNvPr id="67" name="Düz Ok Bağlayıcısı 66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Metin kutusu 67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69" name="Grup 68"/>
          <p:cNvGrpSpPr/>
          <p:nvPr/>
        </p:nvGrpSpPr>
        <p:grpSpPr>
          <a:xfrm>
            <a:off x="6917781" y="3361772"/>
            <a:ext cx="1777164" cy="633858"/>
            <a:chOff x="6917781" y="3361772"/>
            <a:chExt cx="1777164" cy="633858"/>
          </a:xfrm>
        </p:grpSpPr>
        <p:cxnSp>
          <p:nvCxnSpPr>
            <p:cNvPr id="70" name="Düz Ok Bağlayıcısı 69"/>
            <p:cNvCxnSpPr/>
            <p:nvPr/>
          </p:nvCxnSpPr>
          <p:spPr>
            <a:xfrm flipH="1">
              <a:off x="6917781" y="3653101"/>
              <a:ext cx="374296" cy="342529"/>
            </a:xfrm>
            <a:prstGeom prst="straightConnector1">
              <a:avLst/>
            </a:prstGeom>
            <a:ln w="12700">
              <a:solidFill>
                <a:schemeClr val="tx1"/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Metin kutusu 70"/>
            <p:cNvSpPr txBox="1"/>
            <p:nvPr/>
          </p:nvSpPr>
          <p:spPr>
            <a:xfrm>
              <a:off x="7275967" y="3361772"/>
              <a:ext cx="14189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1600" dirty="0">
                  <a:latin typeface="Lucida Console" panose="020B0609040504020204" pitchFamily="49" charset="0"/>
                </a:rPr>
                <a:t>HashDugumu</a:t>
              </a:r>
            </a:p>
          </p:txBody>
        </p:sp>
      </p:grpSp>
      <p:cxnSp>
        <p:nvCxnSpPr>
          <p:cNvPr id="72" name="Düz Ok Bağlayıcısı 71"/>
          <p:cNvCxnSpPr/>
          <p:nvPr/>
        </p:nvCxnSpPr>
        <p:spPr>
          <a:xfrm flipH="1" flipV="1">
            <a:off x="6917781" y="2755615"/>
            <a:ext cx="365260" cy="645537"/>
          </a:xfrm>
          <a:prstGeom prst="straightConnector1">
            <a:avLst/>
          </a:prstGeom>
          <a:ln w="12700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Düz Ok Bağlayıcısı 73"/>
          <p:cNvCxnSpPr/>
          <p:nvPr/>
        </p:nvCxnSpPr>
        <p:spPr>
          <a:xfrm>
            <a:off x="6201054" y="3671365"/>
            <a:ext cx="0" cy="40372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Metin kutusu 74"/>
          <p:cNvSpPr txBox="1"/>
          <p:nvPr/>
        </p:nvSpPr>
        <p:spPr>
          <a:xfrm>
            <a:off x="5917627" y="3365616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1600" dirty="0">
                <a:latin typeface="Lucida Console" panose="020B0609040504020204" pitchFamily="49" charset="0"/>
              </a:rPr>
              <a:t>ilk</a:t>
            </a:r>
          </a:p>
        </p:txBody>
      </p:sp>
      <p:sp>
        <p:nvSpPr>
          <p:cNvPr id="76" name="Sol Ayraç 75"/>
          <p:cNvSpPr/>
          <p:nvPr/>
        </p:nvSpPr>
        <p:spPr>
          <a:xfrm rot="16200000">
            <a:off x="8514118" y="2004151"/>
            <a:ext cx="382111" cy="5475053"/>
          </a:xfrm>
          <a:prstGeom prst="leftBrace">
            <a:avLst>
              <a:gd name="adj1" fmla="val 151250"/>
              <a:gd name="adj2" fmla="val 50000"/>
            </a:avLst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7" name="Metin kutusu 76"/>
          <p:cNvSpPr txBox="1"/>
          <p:nvPr/>
        </p:nvSpPr>
        <p:spPr>
          <a:xfrm>
            <a:off x="8232319" y="5024838"/>
            <a:ext cx="92525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1600" dirty="0">
                <a:latin typeface="Lucida Console" panose="020B0609040504020204" pitchFamily="49" charset="0"/>
              </a:rPr>
              <a:t>zincir</a:t>
            </a:r>
          </a:p>
        </p:txBody>
      </p:sp>
      <p:cxnSp>
        <p:nvCxnSpPr>
          <p:cNvPr id="85" name="Düz Ok Bağlayıcısı 84"/>
          <p:cNvCxnSpPr/>
          <p:nvPr/>
        </p:nvCxnSpPr>
        <p:spPr>
          <a:xfrm flipV="1">
            <a:off x="5076302" y="5696933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6" name="Grup 85"/>
          <p:cNvGrpSpPr/>
          <p:nvPr/>
        </p:nvGrpSpPr>
        <p:grpSpPr>
          <a:xfrm>
            <a:off x="5950856" y="5471990"/>
            <a:ext cx="3023404" cy="420996"/>
            <a:chOff x="5965370" y="4057541"/>
            <a:chExt cx="3023404" cy="420996"/>
          </a:xfrm>
        </p:grpSpPr>
        <p:sp>
          <p:nvSpPr>
            <p:cNvPr id="87" name="Dikdörtgen 86"/>
            <p:cNvSpPr/>
            <p:nvPr/>
          </p:nvSpPr>
          <p:spPr>
            <a:xfrm>
              <a:off x="6436740" y="4097537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"Sena"</a:t>
              </a:r>
            </a:p>
          </p:txBody>
        </p:sp>
        <p:sp>
          <p:nvSpPr>
            <p:cNvPr id="88" name="Dikdörtgen 87"/>
            <p:cNvSpPr/>
            <p:nvPr/>
          </p:nvSpPr>
          <p:spPr>
            <a:xfrm>
              <a:off x="7408740" y="4097537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9" name="Dikdörtgen 8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99</a:t>
              </a:r>
            </a:p>
          </p:txBody>
        </p:sp>
        <p:cxnSp>
          <p:nvCxnSpPr>
            <p:cNvPr id="90" name="Düz Ok Bağlayıcısı 8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Metin kutusu 9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cxnSp>
        <p:nvCxnSpPr>
          <p:cNvPr id="92" name="Düz Ok Bağlayıcısı 91"/>
          <p:cNvCxnSpPr/>
          <p:nvPr/>
        </p:nvCxnSpPr>
        <p:spPr>
          <a:xfrm>
            <a:off x="6186001" y="5087736"/>
            <a:ext cx="0" cy="40372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Metin kutusu 92"/>
          <p:cNvSpPr txBox="1"/>
          <p:nvPr/>
        </p:nvSpPr>
        <p:spPr>
          <a:xfrm>
            <a:off x="5902574" y="4781987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1600" dirty="0">
                <a:latin typeface="Lucida Console" panose="020B0609040504020204" pitchFamily="49" charset="0"/>
              </a:rPr>
              <a:t>ilk</a:t>
            </a:r>
          </a:p>
        </p:txBody>
      </p:sp>
      <p:sp>
        <p:nvSpPr>
          <p:cNvPr id="84" name="Metin kutusu 83"/>
          <p:cNvSpPr txBox="1"/>
          <p:nvPr/>
        </p:nvSpPr>
        <p:spPr>
          <a:xfrm>
            <a:off x="9511539" y="1475202"/>
            <a:ext cx="166584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1600" dirty="0">
                <a:latin typeface="Lucida Console" panose="020B0609040504020204" pitchFamily="49" charset="0"/>
              </a:rPr>
              <a:t>buyukluk = 6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err="1"/>
              <a:t>Hash</a:t>
            </a:r>
            <a:r>
              <a:rPr lang="tr-TR" dirty="0"/>
              <a:t> Tablosu Terminolojisi</a:t>
            </a:r>
          </a:p>
        </p:txBody>
      </p:sp>
      <p:sp>
        <p:nvSpPr>
          <p:cNvPr id="39" name="Content Placeholder 3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241786897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err="1"/>
              <a:t>Hash</a:t>
            </a:r>
            <a:r>
              <a:rPr lang="tr-TR" dirty="0"/>
              <a:t> Tablosu Uygulama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74257401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406609" y="5892148"/>
            <a:ext cx="5121915" cy="584775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tr-TR" sz="1600" dirty="0">
                <a:latin typeface="Lucida Console" panose="020B0609040504020204" pitchFamily="49" charset="0"/>
              </a:rPr>
              <a:t>kapasite = 10 </a:t>
            </a:r>
          </a:p>
          <a:p>
            <a:r>
              <a:rPr lang="tr-TR" sz="1600" dirty="0">
                <a:latin typeface="Lucida Console" panose="020B0609040504020204" pitchFamily="49" charset="0"/>
              </a:rPr>
              <a:t>HashTablosu tablo = new HashTablosu(10);</a:t>
            </a:r>
          </a:p>
        </p:txBody>
      </p:sp>
      <p:cxnSp>
        <p:nvCxnSpPr>
          <p:cNvPr id="6" name="Düz Ok Bağlayıcısı 5"/>
          <p:cNvCxnSpPr/>
          <p:nvPr/>
        </p:nvCxnSpPr>
        <p:spPr>
          <a:xfrm>
            <a:off x="4718951" y="244872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Metin kutusu 6"/>
          <p:cNvSpPr txBox="1"/>
          <p:nvPr/>
        </p:nvSpPr>
        <p:spPr>
          <a:xfrm>
            <a:off x="5528524" y="1007180"/>
            <a:ext cx="6644970" cy="5562274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class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HashTablosu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[] </a:t>
            </a:r>
            <a:r>
              <a:rPr lang="tr-TR" sz="1600" b="1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kovaSayisi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endParaRPr lang="tr-TR" sz="1600" dirty="0">
              <a:latin typeface="Consolas" panose="020B0609020204030204" pitchFamily="49" charset="0"/>
            </a:endParaRP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HashTablosu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kapasite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this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kovaSayisi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kapasite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this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kapasite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this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0;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endParaRPr lang="tr-TR" sz="1600" dirty="0">
              <a:latin typeface="Consolas" panose="020B0609020204030204" pitchFamily="49" charset="0"/>
            </a:endParaRP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class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endParaRPr lang="tr-TR" sz="1600" dirty="0">
              <a:latin typeface="Consolas" panose="020B0609020204030204" pitchFamily="49" charset="0"/>
            </a:endParaRP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this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this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2970876578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etin kutusu 6"/>
          <p:cNvSpPr txBox="1"/>
          <p:nvPr/>
        </p:nvSpPr>
        <p:spPr>
          <a:xfrm>
            <a:off x="393546" y="813901"/>
            <a:ext cx="2036135" cy="338554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r>
              <a:rPr lang="tr-TR" sz="1600" dirty="0">
                <a:latin typeface="Lucida Console" panose="020B0609040504020204" pitchFamily="49" charset="0"/>
              </a:rPr>
              <a:t>kovaSayisi = 10</a:t>
            </a:r>
          </a:p>
        </p:txBody>
      </p:sp>
      <p:cxnSp>
        <p:nvCxnSpPr>
          <p:cNvPr id="9" name="Düz Ok Bağlayıcısı 8"/>
          <p:cNvCxnSpPr/>
          <p:nvPr/>
        </p:nvCxnSpPr>
        <p:spPr>
          <a:xfrm>
            <a:off x="4718951" y="268095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10" name="Metin kutusu 6"/>
          <p:cNvSpPr txBox="1"/>
          <p:nvPr/>
        </p:nvSpPr>
        <p:spPr>
          <a:xfrm>
            <a:off x="5528524" y="1007180"/>
            <a:ext cx="6644970" cy="5562274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class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HashTablosu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[] </a:t>
            </a:r>
            <a:r>
              <a:rPr lang="tr-TR" sz="1600" b="1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kovaSayisi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endParaRPr lang="tr-TR" sz="1600" dirty="0">
              <a:latin typeface="Consolas" panose="020B0609020204030204" pitchFamily="49" charset="0"/>
            </a:endParaRP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HashTablosu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kapasite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this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kovaSayisi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kapasite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this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kapasite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this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0;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endParaRPr lang="tr-TR" sz="1600" dirty="0">
              <a:latin typeface="Consolas" panose="020B0609020204030204" pitchFamily="49" charset="0"/>
            </a:endParaRP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class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endParaRPr lang="tr-TR" sz="1600" dirty="0">
              <a:latin typeface="Consolas" panose="020B0609020204030204" pitchFamily="49" charset="0"/>
            </a:endParaRP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this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this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sp>
        <p:nvSpPr>
          <p:cNvPr id="11" name="Metin kutusu 3"/>
          <p:cNvSpPr txBox="1"/>
          <p:nvPr/>
        </p:nvSpPr>
        <p:spPr>
          <a:xfrm>
            <a:off x="406609" y="5892148"/>
            <a:ext cx="5121915" cy="584775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tr-TR" sz="1600" dirty="0">
                <a:latin typeface="Lucida Console" panose="020B0609040504020204" pitchFamily="49" charset="0"/>
              </a:rPr>
              <a:t>kapasite = 10 </a:t>
            </a:r>
          </a:p>
          <a:p>
            <a:r>
              <a:rPr lang="tr-TR" sz="1600" dirty="0">
                <a:latin typeface="Lucida Console" panose="020B0609040504020204" pitchFamily="49" charset="0"/>
              </a:rPr>
              <a:t>HashTablosu tablo = new HashTablosu(10);</a:t>
            </a:r>
          </a:p>
        </p:txBody>
      </p:sp>
    </p:spTree>
    <p:extLst>
      <p:ext uri="{BB962C8B-B14F-4D97-AF65-F5344CB8AC3E}">
        <p14:creationId xmlns:p14="http://schemas.microsoft.com/office/powerpoint/2010/main" val="358423423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up 7"/>
          <p:cNvGrpSpPr/>
          <p:nvPr/>
        </p:nvGrpSpPr>
        <p:grpSpPr>
          <a:xfrm rot="5400000">
            <a:off x="1206686" y="3339980"/>
            <a:ext cx="4507066" cy="671914"/>
            <a:chOff x="3194302" y="1849616"/>
            <a:chExt cx="5390047" cy="671914"/>
          </a:xfrm>
        </p:grpSpPr>
        <p:grpSp>
          <p:nvGrpSpPr>
            <p:cNvPr id="9" name="Grup 8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37" name="Dikdörtgen 36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8" name="Metin kutusu 37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35" name="Dikdörtgen 34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6" name="Metin kutusu 35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33" name="Dikdörtgen 32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4" name="Metin kutusu 33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1" name="Dikdörtgen 30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13" name="Grup 12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29" name="Dikdörtgen 28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0" name="Metin kutusu 29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14" name="Grup 13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27" name="Dikdörtgen 26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8" name="Metin kutusu 27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25" name="Dikdörtgen 24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6" name="Metin kutusu 25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23" name="Dikdörtgen 22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4" name="Metin kutusu 23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1" name="Dikdörtgen 20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2" name="Metin kutusu 21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19" name="Dikdörtgen 18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0" name="Metin kutusu 19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9" name="Metin kutusu 38"/>
          <p:cNvSpPr txBox="1"/>
          <p:nvPr/>
        </p:nvSpPr>
        <p:spPr>
          <a:xfrm>
            <a:off x="365512" y="1476201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1600" dirty="0">
                <a:latin typeface="Lucida Console" panose="020B0609040504020204" pitchFamily="49" charset="0"/>
              </a:rPr>
              <a:t>HashDugumu[] kovalar</a:t>
            </a:r>
          </a:p>
        </p:txBody>
      </p:sp>
      <p:sp>
        <p:nvSpPr>
          <p:cNvPr id="44" name="Metin kutusu 43"/>
          <p:cNvSpPr txBox="1"/>
          <p:nvPr/>
        </p:nvSpPr>
        <p:spPr>
          <a:xfrm>
            <a:off x="380483" y="813901"/>
            <a:ext cx="2036135" cy="338554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r>
              <a:rPr lang="tr-TR" sz="1600" dirty="0">
                <a:latin typeface="Lucida Console" panose="020B0609040504020204" pitchFamily="49" charset="0"/>
              </a:rPr>
              <a:t>kovaSayisi = 10</a:t>
            </a:r>
          </a:p>
        </p:txBody>
      </p:sp>
      <p:cxnSp>
        <p:nvCxnSpPr>
          <p:cNvPr id="45" name="Düz Ok Bağlayıcısı 44"/>
          <p:cNvCxnSpPr/>
          <p:nvPr/>
        </p:nvCxnSpPr>
        <p:spPr>
          <a:xfrm flipV="1">
            <a:off x="2950015" y="1663611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Grup 49"/>
          <p:cNvGrpSpPr/>
          <p:nvPr/>
        </p:nvGrpSpPr>
        <p:grpSpPr>
          <a:xfrm>
            <a:off x="3616175" y="1887325"/>
            <a:ext cx="1285488" cy="369332"/>
            <a:chOff x="3276537" y="1829269"/>
            <a:chExt cx="1285488" cy="369332"/>
          </a:xfrm>
        </p:grpSpPr>
        <p:cxnSp>
          <p:nvCxnSpPr>
            <p:cNvPr id="42" name="Düz Ok Bağlayıcısı 41"/>
            <p:cNvCxnSpPr/>
            <p:nvPr/>
          </p:nvCxnSpPr>
          <p:spPr>
            <a:xfrm flipV="1">
              <a:off x="3276537" y="2027979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Metin kutusu 48"/>
            <p:cNvSpPr txBox="1"/>
            <p:nvPr/>
          </p:nvSpPr>
          <p:spPr>
            <a:xfrm>
              <a:off x="4027904" y="1829269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51" name="Grup 50"/>
          <p:cNvGrpSpPr/>
          <p:nvPr/>
        </p:nvGrpSpPr>
        <p:grpSpPr>
          <a:xfrm>
            <a:off x="3623481" y="1451003"/>
            <a:ext cx="1285488" cy="369332"/>
            <a:chOff x="3276537" y="1829269"/>
            <a:chExt cx="1285488" cy="369332"/>
          </a:xfrm>
        </p:grpSpPr>
        <p:cxnSp>
          <p:nvCxnSpPr>
            <p:cNvPr id="52" name="Düz Ok Bağlayıcısı 51"/>
            <p:cNvCxnSpPr/>
            <p:nvPr/>
          </p:nvCxnSpPr>
          <p:spPr>
            <a:xfrm flipV="1">
              <a:off x="3276537" y="2027979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Metin kutusu 52"/>
            <p:cNvSpPr txBox="1"/>
            <p:nvPr/>
          </p:nvSpPr>
          <p:spPr>
            <a:xfrm>
              <a:off x="4027904" y="1829269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54" name="Grup 53"/>
          <p:cNvGrpSpPr/>
          <p:nvPr/>
        </p:nvGrpSpPr>
        <p:grpSpPr>
          <a:xfrm>
            <a:off x="3623481" y="2792947"/>
            <a:ext cx="1285488" cy="369332"/>
            <a:chOff x="3276537" y="1829269"/>
            <a:chExt cx="1285488" cy="369332"/>
          </a:xfrm>
        </p:grpSpPr>
        <p:cxnSp>
          <p:nvCxnSpPr>
            <p:cNvPr id="55" name="Düz Ok Bağlayıcısı 54"/>
            <p:cNvCxnSpPr/>
            <p:nvPr/>
          </p:nvCxnSpPr>
          <p:spPr>
            <a:xfrm flipV="1">
              <a:off x="3276537" y="2027979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Metin kutusu 55"/>
            <p:cNvSpPr txBox="1"/>
            <p:nvPr/>
          </p:nvSpPr>
          <p:spPr>
            <a:xfrm>
              <a:off x="4027904" y="1829269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57" name="Grup 56"/>
          <p:cNvGrpSpPr/>
          <p:nvPr/>
        </p:nvGrpSpPr>
        <p:grpSpPr>
          <a:xfrm>
            <a:off x="3630787" y="2356625"/>
            <a:ext cx="1285488" cy="369332"/>
            <a:chOff x="3276537" y="1829269"/>
            <a:chExt cx="1285488" cy="369332"/>
          </a:xfrm>
        </p:grpSpPr>
        <p:cxnSp>
          <p:nvCxnSpPr>
            <p:cNvPr id="58" name="Düz Ok Bağlayıcısı 57"/>
            <p:cNvCxnSpPr/>
            <p:nvPr/>
          </p:nvCxnSpPr>
          <p:spPr>
            <a:xfrm flipV="1">
              <a:off x="3276537" y="2027979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Metin kutusu 58"/>
            <p:cNvSpPr txBox="1"/>
            <p:nvPr/>
          </p:nvSpPr>
          <p:spPr>
            <a:xfrm>
              <a:off x="4027904" y="1829269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60" name="Grup 59"/>
          <p:cNvGrpSpPr/>
          <p:nvPr/>
        </p:nvGrpSpPr>
        <p:grpSpPr>
          <a:xfrm>
            <a:off x="3623481" y="3692918"/>
            <a:ext cx="1285488" cy="369332"/>
            <a:chOff x="3276537" y="1829269"/>
            <a:chExt cx="1285488" cy="369332"/>
          </a:xfrm>
        </p:grpSpPr>
        <p:cxnSp>
          <p:nvCxnSpPr>
            <p:cNvPr id="61" name="Düz Ok Bağlayıcısı 60"/>
            <p:cNvCxnSpPr/>
            <p:nvPr/>
          </p:nvCxnSpPr>
          <p:spPr>
            <a:xfrm flipV="1">
              <a:off x="3276537" y="2027979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Metin kutusu 61"/>
            <p:cNvSpPr txBox="1"/>
            <p:nvPr/>
          </p:nvSpPr>
          <p:spPr>
            <a:xfrm>
              <a:off x="4027904" y="1829269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63" name="Grup 62"/>
          <p:cNvGrpSpPr/>
          <p:nvPr/>
        </p:nvGrpSpPr>
        <p:grpSpPr>
          <a:xfrm>
            <a:off x="3630787" y="3256596"/>
            <a:ext cx="1285488" cy="369332"/>
            <a:chOff x="3276537" y="1829269"/>
            <a:chExt cx="1285488" cy="369332"/>
          </a:xfrm>
        </p:grpSpPr>
        <p:cxnSp>
          <p:nvCxnSpPr>
            <p:cNvPr id="64" name="Düz Ok Bağlayıcısı 63"/>
            <p:cNvCxnSpPr/>
            <p:nvPr/>
          </p:nvCxnSpPr>
          <p:spPr>
            <a:xfrm flipV="1">
              <a:off x="3276537" y="2027979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Metin kutusu 64"/>
            <p:cNvSpPr txBox="1"/>
            <p:nvPr/>
          </p:nvSpPr>
          <p:spPr>
            <a:xfrm>
              <a:off x="4027904" y="1829269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66" name="Grup 65"/>
          <p:cNvGrpSpPr/>
          <p:nvPr/>
        </p:nvGrpSpPr>
        <p:grpSpPr>
          <a:xfrm>
            <a:off x="3630787" y="4598540"/>
            <a:ext cx="1285488" cy="369332"/>
            <a:chOff x="3276537" y="1829269"/>
            <a:chExt cx="1285488" cy="369332"/>
          </a:xfrm>
        </p:grpSpPr>
        <p:cxnSp>
          <p:nvCxnSpPr>
            <p:cNvPr id="67" name="Düz Ok Bağlayıcısı 66"/>
            <p:cNvCxnSpPr/>
            <p:nvPr/>
          </p:nvCxnSpPr>
          <p:spPr>
            <a:xfrm flipV="1">
              <a:off x="3276537" y="2027979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Metin kutusu 67"/>
            <p:cNvSpPr txBox="1"/>
            <p:nvPr/>
          </p:nvSpPr>
          <p:spPr>
            <a:xfrm>
              <a:off x="4027904" y="1829269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69" name="Grup 68"/>
          <p:cNvGrpSpPr/>
          <p:nvPr/>
        </p:nvGrpSpPr>
        <p:grpSpPr>
          <a:xfrm>
            <a:off x="3638093" y="4162218"/>
            <a:ext cx="1285488" cy="369332"/>
            <a:chOff x="3276537" y="1829269"/>
            <a:chExt cx="1285488" cy="369332"/>
          </a:xfrm>
        </p:grpSpPr>
        <p:cxnSp>
          <p:nvCxnSpPr>
            <p:cNvPr id="70" name="Düz Ok Bağlayıcısı 69"/>
            <p:cNvCxnSpPr/>
            <p:nvPr/>
          </p:nvCxnSpPr>
          <p:spPr>
            <a:xfrm flipV="1">
              <a:off x="3276537" y="2027979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Metin kutusu 70"/>
            <p:cNvSpPr txBox="1"/>
            <p:nvPr/>
          </p:nvSpPr>
          <p:spPr>
            <a:xfrm>
              <a:off x="4027904" y="1829269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72" name="Grup 71"/>
          <p:cNvGrpSpPr/>
          <p:nvPr/>
        </p:nvGrpSpPr>
        <p:grpSpPr>
          <a:xfrm>
            <a:off x="3623481" y="5477061"/>
            <a:ext cx="1285488" cy="369332"/>
            <a:chOff x="3276537" y="1829269"/>
            <a:chExt cx="1285488" cy="369332"/>
          </a:xfrm>
        </p:grpSpPr>
        <p:cxnSp>
          <p:nvCxnSpPr>
            <p:cNvPr id="73" name="Düz Ok Bağlayıcısı 72"/>
            <p:cNvCxnSpPr/>
            <p:nvPr/>
          </p:nvCxnSpPr>
          <p:spPr>
            <a:xfrm flipV="1">
              <a:off x="3276537" y="2027979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Metin kutusu 73"/>
            <p:cNvSpPr txBox="1"/>
            <p:nvPr/>
          </p:nvSpPr>
          <p:spPr>
            <a:xfrm>
              <a:off x="4027904" y="1829269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75" name="Grup 74"/>
          <p:cNvGrpSpPr/>
          <p:nvPr/>
        </p:nvGrpSpPr>
        <p:grpSpPr>
          <a:xfrm>
            <a:off x="3630787" y="5040739"/>
            <a:ext cx="1285488" cy="369332"/>
            <a:chOff x="3276537" y="1829269"/>
            <a:chExt cx="1285488" cy="369332"/>
          </a:xfrm>
        </p:grpSpPr>
        <p:cxnSp>
          <p:nvCxnSpPr>
            <p:cNvPr id="76" name="Düz Ok Bağlayıcısı 75"/>
            <p:cNvCxnSpPr/>
            <p:nvPr/>
          </p:nvCxnSpPr>
          <p:spPr>
            <a:xfrm flipV="1">
              <a:off x="3276537" y="2027979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Metin kutusu 76"/>
            <p:cNvSpPr txBox="1"/>
            <p:nvPr/>
          </p:nvSpPr>
          <p:spPr>
            <a:xfrm>
              <a:off x="4027904" y="1829269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cxnSp>
        <p:nvCxnSpPr>
          <p:cNvPr id="79" name="Düz Ok Bağlayıcısı 78"/>
          <p:cNvCxnSpPr/>
          <p:nvPr/>
        </p:nvCxnSpPr>
        <p:spPr>
          <a:xfrm>
            <a:off x="5006337" y="292769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Metin kutusu 6"/>
          <p:cNvSpPr txBox="1"/>
          <p:nvPr/>
        </p:nvSpPr>
        <p:spPr>
          <a:xfrm>
            <a:off x="5528524" y="1007180"/>
            <a:ext cx="6644970" cy="5562274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class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HashTablosu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[] </a:t>
            </a:r>
            <a:r>
              <a:rPr lang="tr-TR" sz="1600" b="1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kovaSayisi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endParaRPr lang="tr-TR" sz="1600" dirty="0">
              <a:latin typeface="Consolas" panose="020B0609020204030204" pitchFamily="49" charset="0"/>
            </a:endParaRP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HashTablosu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kapasite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this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kovaSayisi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kapasite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this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kapasite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this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0;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endParaRPr lang="tr-TR" sz="1600" dirty="0">
              <a:latin typeface="Consolas" panose="020B0609020204030204" pitchFamily="49" charset="0"/>
            </a:endParaRP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class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endParaRPr lang="tr-TR" sz="1600" dirty="0">
              <a:latin typeface="Consolas" panose="020B0609020204030204" pitchFamily="49" charset="0"/>
            </a:endParaRP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this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this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sp>
        <p:nvSpPr>
          <p:cNvPr id="81" name="Metin kutusu 3"/>
          <p:cNvSpPr txBox="1"/>
          <p:nvPr/>
        </p:nvSpPr>
        <p:spPr>
          <a:xfrm>
            <a:off x="406609" y="5892148"/>
            <a:ext cx="5121915" cy="584775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tr-TR" sz="1600" dirty="0">
                <a:latin typeface="Lucida Console" panose="020B0609040504020204" pitchFamily="49" charset="0"/>
              </a:rPr>
              <a:t>kapasite = 10 </a:t>
            </a:r>
          </a:p>
          <a:p>
            <a:r>
              <a:rPr lang="tr-TR" sz="1600" dirty="0">
                <a:latin typeface="Lucida Console" panose="020B0609040504020204" pitchFamily="49" charset="0"/>
              </a:rPr>
              <a:t>HashTablosu tablo = new HashTablosu(10);</a:t>
            </a:r>
          </a:p>
        </p:txBody>
      </p:sp>
    </p:spTree>
    <p:extLst>
      <p:ext uri="{BB962C8B-B14F-4D97-AF65-F5344CB8AC3E}">
        <p14:creationId xmlns:p14="http://schemas.microsoft.com/office/powerpoint/2010/main" val="1842806848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up 7"/>
          <p:cNvGrpSpPr/>
          <p:nvPr/>
        </p:nvGrpSpPr>
        <p:grpSpPr>
          <a:xfrm rot="5400000">
            <a:off x="1206686" y="3339980"/>
            <a:ext cx="4507066" cy="671914"/>
            <a:chOff x="3194302" y="1849616"/>
            <a:chExt cx="5390047" cy="671914"/>
          </a:xfrm>
        </p:grpSpPr>
        <p:grpSp>
          <p:nvGrpSpPr>
            <p:cNvPr id="9" name="Grup 8"/>
            <p:cNvGrpSpPr/>
            <p:nvPr/>
          </p:nvGrpSpPr>
          <p:grpSpPr>
            <a:xfrm>
              <a:off x="3194302" y="1849616"/>
              <a:ext cx="540000" cy="669524"/>
              <a:chOff x="6810409" y="4800528"/>
              <a:chExt cx="540000" cy="669524"/>
            </a:xfrm>
          </p:grpSpPr>
          <p:sp>
            <p:nvSpPr>
              <p:cNvPr id="37" name="Dikdörtgen 36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8" name="Metin kutusu 37"/>
              <p:cNvSpPr txBox="1"/>
              <p:nvPr/>
            </p:nvSpPr>
            <p:spPr>
              <a:xfrm rot="16200000">
                <a:off x="6899184" y="5134543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0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735352" y="1849616"/>
              <a:ext cx="540000" cy="669522"/>
              <a:chOff x="6810409" y="4800528"/>
              <a:chExt cx="540000" cy="669522"/>
            </a:xfrm>
          </p:grpSpPr>
          <p:sp>
            <p:nvSpPr>
              <p:cNvPr id="35" name="Dikdörtgen 34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6" name="Metin kutusu 35"/>
              <p:cNvSpPr txBox="1"/>
              <p:nvPr/>
            </p:nvSpPr>
            <p:spPr>
              <a:xfrm rot="16200000">
                <a:off x="6896698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1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4272306" y="1849616"/>
              <a:ext cx="540000" cy="669522"/>
              <a:chOff x="6810409" y="4800528"/>
              <a:chExt cx="540000" cy="669522"/>
            </a:xfrm>
          </p:grpSpPr>
          <p:sp>
            <p:nvSpPr>
              <p:cNvPr id="33" name="Dikdörtgen 32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4" name="Metin kutusu 33"/>
              <p:cNvSpPr txBox="1"/>
              <p:nvPr/>
            </p:nvSpPr>
            <p:spPr>
              <a:xfrm rot="16200000">
                <a:off x="691437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2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4811352" y="1849616"/>
              <a:ext cx="540000" cy="670690"/>
              <a:chOff x="6810409" y="4799360"/>
              <a:chExt cx="540000" cy="670690"/>
            </a:xfrm>
          </p:grpSpPr>
          <p:sp>
            <p:nvSpPr>
              <p:cNvPr id="31" name="Dikdörtgen 30"/>
              <p:cNvSpPr/>
              <p:nvPr/>
            </p:nvSpPr>
            <p:spPr>
              <a:xfrm>
                <a:off x="6810409" y="4799360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 rot="16200000">
                <a:off x="68991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3</a:t>
                </a:r>
              </a:p>
            </p:txBody>
          </p:sp>
        </p:grpSp>
        <p:grpSp>
          <p:nvGrpSpPr>
            <p:cNvPr id="13" name="Grup 12"/>
            <p:cNvGrpSpPr/>
            <p:nvPr/>
          </p:nvGrpSpPr>
          <p:grpSpPr>
            <a:xfrm>
              <a:off x="5351422" y="1849616"/>
              <a:ext cx="540000" cy="670746"/>
              <a:chOff x="6810409" y="4799304"/>
              <a:chExt cx="540000" cy="670746"/>
            </a:xfrm>
          </p:grpSpPr>
          <p:sp>
            <p:nvSpPr>
              <p:cNvPr id="29" name="Dikdörtgen 28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0" name="Metin kutusu 29"/>
              <p:cNvSpPr txBox="1"/>
              <p:nvPr/>
            </p:nvSpPr>
            <p:spPr>
              <a:xfrm rot="16200000">
                <a:off x="6899184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4</a:t>
                </a:r>
              </a:p>
            </p:txBody>
          </p:sp>
        </p:grpSp>
        <p:grpSp>
          <p:nvGrpSpPr>
            <p:cNvPr id="14" name="Grup 13"/>
            <p:cNvGrpSpPr/>
            <p:nvPr/>
          </p:nvGrpSpPr>
          <p:grpSpPr>
            <a:xfrm>
              <a:off x="5888376" y="1849616"/>
              <a:ext cx="540000" cy="670746"/>
              <a:chOff x="6810409" y="4799304"/>
              <a:chExt cx="540000" cy="670746"/>
            </a:xfrm>
          </p:grpSpPr>
          <p:sp>
            <p:nvSpPr>
              <p:cNvPr id="27" name="Dikdörtgen 26"/>
              <p:cNvSpPr/>
              <p:nvPr/>
            </p:nvSpPr>
            <p:spPr>
              <a:xfrm>
                <a:off x="6810409" y="4799304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8" name="Metin kutusu 27"/>
              <p:cNvSpPr txBox="1"/>
              <p:nvPr/>
            </p:nvSpPr>
            <p:spPr>
              <a:xfrm rot="16200000">
                <a:off x="6899187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5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6427422" y="1849616"/>
              <a:ext cx="540000" cy="671914"/>
              <a:chOff x="6810409" y="4798136"/>
              <a:chExt cx="540000" cy="671914"/>
            </a:xfrm>
          </p:grpSpPr>
          <p:sp>
            <p:nvSpPr>
              <p:cNvPr id="25" name="Dikdörtgen 24"/>
              <p:cNvSpPr/>
              <p:nvPr/>
            </p:nvSpPr>
            <p:spPr>
              <a:xfrm>
                <a:off x="6810409" y="4798136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6" name="Metin kutusu 25"/>
              <p:cNvSpPr txBox="1"/>
              <p:nvPr/>
            </p:nvSpPr>
            <p:spPr>
              <a:xfrm rot="16200000">
                <a:off x="6911885" y="5134541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6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6968280" y="1849616"/>
              <a:ext cx="540000" cy="669521"/>
              <a:chOff x="6810409" y="4800528"/>
              <a:chExt cx="540000" cy="669521"/>
            </a:xfrm>
          </p:grpSpPr>
          <p:sp>
            <p:nvSpPr>
              <p:cNvPr id="23" name="Dikdörtgen 22"/>
              <p:cNvSpPr/>
              <p:nvPr/>
            </p:nvSpPr>
            <p:spPr>
              <a:xfrm>
                <a:off x="6810409" y="4800528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4" name="Metin kutusu 23"/>
              <p:cNvSpPr txBox="1"/>
              <p:nvPr/>
            </p:nvSpPr>
            <p:spPr>
              <a:xfrm rot="16200000">
                <a:off x="6899186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7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7503491" y="1849617"/>
              <a:ext cx="540000" cy="671912"/>
              <a:chOff x="6810408" y="4798137"/>
              <a:chExt cx="540000" cy="671912"/>
            </a:xfrm>
          </p:grpSpPr>
          <p:sp>
            <p:nvSpPr>
              <p:cNvPr id="21" name="Dikdörtgen 20"/>
              <p:cNvSpPr/>
              <p:nvPr/>
            </p:nvSpPr>
            <p:spPr>
              <a:xfrm>
                <a:off x="6810408" y="4798137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2" name="Metin kutusu 21"/>
              <p:cNvSpPr txBox="1"/>
              <p:nvPr/>
            </p:nvSpPr>
            <p:spPr>
              <a:xfrm rot="16200000">
                <a:off x="6911887" y="513454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8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8044349" y="1849617"/>
              <a:ext cx="540000" cy="669518"/>
              <a:chOff x="6810408" y="4800529"/>
              <a:chExt cx="540000" cy="669518"/>
            </a:xfrm>
          </p:grpSpPr>
          <p:sp>
            <p:nvSpPr>
              <p:cNvPr id="19" name="Dikdörtgen 18"/>
              <p:cNvSpPr/>
              <p:nvPr/>
            </p:nvSpPr>
            <p:spPr>
              <a:xfrm>
                <a:off x="6810408" y="4800529"/>
                <a:ext cx="540000" cy="360000"/>
              </a:xfrm>
              <a:prstGeom prst="rect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0" name="Metin kutusu 19"/>
              <p:cNvSpPr txBox="1"/>
              <p:nvPr/>
            </p:nvSpPr>
            <p:spPr>
              <a:xfrm rot="16200000">
                <a:off x="6911889" y="5134538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dirty="0"/>
                  <a:t>9</a:t>
                </a:r>
              </a:p>
            </p:txBody>
          </p:sp>
        </p:grpSp>
      </p:grpSp>
      <p:sp>
        <p:nvSpPr>
          <p:cNvPr id="39" name="Metin kutusu 38"/>
          <p:cNvSpPr txBox="1"/>
          <p:nvPr/>
        </p:nvSpPr>
        <p:spPr>
          <a:xfrm>
            <a:off x="365512" y="1476201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1600" dirty="0">
                <a:latin typeface="Lucida Console" panose="020B0609040504020204" pitchFamily="49" charset="0"/>
              </a:rPr>
              <a:t>HashDugumu[] kovalar</a:t>
            </a:r>
          </a:p>
        </p:txBody>
      </p:sp>
      <p:sp>
        <p:nvSpPr>
          <p:cNvPr id="44" name="Metin kutusu 43"/>
          <p:cNvSpPr txBox="1"/>
          <p:nvPr/>
        </p:nvSpPr>
        <p:spPr>
          <a:xfrm>
            <a:off x="380483" y="813901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r>
              <a:rPr lang="tr-TR" sz="1600" dirty="0">
                <a:latin typeface="Lucida Console" panose="020B0609040504020204" pitchFamily="49" charset="0"/>
              </a:rPr>
              <a:t>kovaSayisi = 10</a:t>
            </a:r>
          </a:p>
          <a:p>
            <a:r>
              <a:rPr lang="tr-TR" sz="1600" dirty="0">
                <a:latin typeface="Lucida Console" panose="020B0609040504020204" pitchFamily="49" charset="0"/>
              </a:rPr>
              <a:t>buyukluk = 0</a:t>
            </a:r>
          </a:p>
        </p:txBody>
      </p:sp>
      <p:cxnSp>
        <p:nvCxnSpPr>
          <p:cNvPr id="45" name="Düz Ok Bağlayıcısı 44"/>
          <p:cNvCxnSpPr/>
          <p:nvPr/>
        </p:nvCxnSpPr>
        <p:spPr>
          <a:xfrm flipV="1">
            <a:off x="2963078" y="1663611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Grup 49"/>
          <p:cNvGrpSpPr/>
          <p:nvPr/>
        </p:nvGrpSpPr>
        <p:grpSpPr>
          <a:xfrm>
            <a:off x="3616175" y="1887325"/>
            <a:ext cx="1285488" cy="369332"/>
            <a:chOff x="3276537" y="1829269"/>
            <a:chExt cx="1285488" cy="369332"/>
          </a:xfrm>
        </p:grpSpPr>
        <p:cxnSp>
          <p:nvCxnSpPr>
            <p:cNvPr id="42" name="Düz Ok Bağlayıcısı 41"/>
            <p:cNvCxnSpPr/>
            <p:nvPr/>
          </p:nvCxnSpPr>
          <p:spPr>
            <a:xfrm flipV="1">
              <a:off x="3276537" y="2027979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Metin kutusu 48"/>
            <p:cNvSpPr txBox="1"/>
            <p:nvPr/>
          </p:nvSpPr>
          <p:spPr>
            <a:xfrm>
              <a:off x="4027904" y="1829269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51" name="Grup 50"/>
          <p:cNvGrpSpPr/>
          <p:nvPr/>
        </p:nvGrpSpPr>
        <p:grpSpPr>
          <a:xfrm>
            <a:off x="3623481" y="1451003"/>
            <a:ext cx="1285488" cy="369332"/>
            <a:chOff x="3276537" y="1829269"/>
            <a:chExt cx="1285488" cy="369332"/>
          </a:xfrm>
        </p:grpSpPr>
        <p:cxnSp>
          <p:nvCxnSpPr>
            <p:cNvPr id="52" name="Düz Ok Bağlayıcısı 51"/>
            <p:cNvCxnSpPr/>
            <p:nvPr/>
          </p:nvCxnSpPr>
          <p:spPr>
            <a:xfrm flipV="1">
              <a:off x="3276537" y="2027979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Metin kutusu 52"/>
            <p:cNvSpPr txBox="1"/>
            <p:nvPr/>
          </p:nvSpPr>
          <p:spPr>
            <a:xfrm>
              <a:off x="4027904" y="1829269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54" name="Grup 53"/>
          <p:cNvGrpSpPr/>
          <p:nvPr/>
        </p:nvGrpSpPr>
        <p:grpSpPr>
          <a:xfrm>
            <a:off x="3623481" y="2792947"/>
            <a:ext cx="1285488" cy="369332"/>
            <a:chOff x="3276537" y="1829269"/>
            <a:chExt cx="1285488" cy="369332"/>
          </a:xfrm>
        </p:grpSpPr>
        <p:cxnSp>
          <p:nvCxnSpPr>
            <p:cNvPr id="55" name="Düz Ok Bağlayıcısı 54"/>
            <p:cNvCxnSpPr/>
            <p:nvPr/>
          </p:nvCxnSpPr>
          <p:spPr>
            <a:xfrm flipV="1">
              <a:off x="3276537" y="2027979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Metin kutusu 55"/>
            <p:cNvSpPr txBox="1"/>
            <p:nvPr/>
          </p:nvSpPr>
          <p:spPr>
            <a:xfrm>
              <a:off x="4027904" y="1829269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57" name="Grup 56"/>
          <p:cNvGrpSpPr/>
          <p:nvPr/>
        </p:nvGrpSpPr>
        <p:grpSpPr>
          <a:xfrm>
            <a:off x="3630787" y="2356625"/>
            <a:ext cx="1285488" cy="369332"/>
            <a:chOff x="3276537" y="1829269"/>
            <a:chExt cx="1285488" cy="369332"/>
          </a:xfrm>
        </p:grpSpPr>
        <p:cxnSp>
          <p:nvCxnSpPr>
            <p:cNvPr id="58" name="Düz Ok Bağlayıcısı 57"/>
            <p:cNvCxnSpPr/>
            <p:nvPr/>
          </p:nvCxnSpPr>
          <p:spPr>
            <a:xfrm flipV="1">
              <a:off x="3276537" y="2027979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Metin kutusu 58"/>
            <p:cNvSpPr txBox="1"/>
            <p:nvPr/>
          </p:nvSpPr>
          <p:spPr>
            <a:xfrm>
              <a:off x="4027904" y="1829269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60" name="Grup 59"/>
          <p:cNvGrpSpPr/>
          <p:nvPr/>
        </p:nvGrpSpPr>
        <p:grpSpPr>
          <a:xfrm>
            <a:off x="3623481" y="3692918"/>
            <a:ext cx="1285488" cy="369332"/>
            <a:chOff x="3276537" y="1829269"/>
            <a:chExt cx="1285488" cy="369332"/>
          </a:xfrm>
        </p:grpSpPr>
        <p:cxnSp>
          <p:nvCxnSpPr>
            <p:cNvPr id="61" name="Düz Ok Bağlayıcısı 60"/>
            <p:cNvCxnSpPr/>
            <p:nvPr/>
          </p:nvCxnSpPr>
          <p:spPr>
            <a:xfrm flipV="1">
              <a:off x="3276537" y="2027979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Metin kutusu 61"/>
            <p:cNvSpPr txBox="1"/>
            <p:nvPr/>
          </p:nvSpPr>
          <p:spPr>
            <a:xfrm>
              <a:off x="4027904" y="1829269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63" name="Grup 62"/>
          <p:cNvGrpSpPr/>
          <p:nvPr/>
        </p:nvGrpSpPr>
        <p:grpSpPr>
          <a:xfrm>
            <a:off x="3630787" y="3256596"/>
            <a:ext cx="1285488" cy="369332"/>
            <a:chOff x="3276537" y="1829269"/>
            <a:chExt cx="1285488" cy="369332"/>
          </a:xfrm>
        </p:grpSpPr>
        <p:cxnSp>
          <p:nvCxnSpPr>
            <p:cNvPr id="64" name="Düz Ok Bağlayıcısı 63"/>
            <p:cNvCxnSpPr/>
            <p:nvPr/>
          </p:nvCxnSpPr>
          <p:spPr>
            <a:xfrm flipV="1">
              <a:off x="3276537" y="2027979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Metin kutusu 64"/>
            <p:cNvSpPr txBox="1"/>
            <p:nvPr/>
          </p:nvSpPr>
          <p:spPr>
            <a:xfrm>
              <a:off x="4027904" y="1829269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66" name="Grup 65"/>
          <p:cNvGrpSpPr/>
          <p:nvPr/>
        </p:nvGrpSpPr>
        <p:grpSpPr>
          <a:xfrm>
            <a:off x="3630787" y="4598540"/>
            <a:ext cx="1285488" cy="369332"/>
            <a:chOff x="3276537" y="1829269"/>
            <a:chExt cx="1285488" cy="369332"/>
          </a:xfrm>
        </p:grpSpPr>
        <p:cxnSp>
          <p:nvCxnSpPr>
            <p:cNvPr id="67" name="Düz Ok Bağlayıcısı 66"/>
            <p:cNvCxnSpPr/>
            <p:nvPr/>
          </p:nvCxnSpPr>
          <p:spPr>
            <a:xfrm flipV="1">
              <a:off x="3276537" y="2027979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Metin kutusu 67"/>
            <p:cNvSpPr txBox="1"/>
            <p:nvPr/>
          </p:nvSpPr>
          <p:spPr>
            <a:xfrm>
              <a:off x="4027904" y="1829269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69" name="Grup 68"/>
          <p:cNvGrpSpPr/>
          <p:nvPr/>
        </p:nvGrpSpPr>
        <p:grpSpPr>
          <a:xfrm>
            <a:off x="3638093" y="4162218"/>
            <a:ext cx="1285488" cy="369332"/>
            <a:chOff x="3276537" y="1829269"/>
            <a:chExt cx="1285488" cy="369332"/>
          </a:xfrm>
        </p:grpSpPr>
        <p:cxnSp>
          <p:nvCxnSpPr>
            <p:cNvPr id="70" name="Düz Ok Bağlayıcısı 69"/>
            <p:cNvCxnSpPr/>
            <p:nvPr/>
          </p:nvCxnSpPr>
          <p:spPr>
            <a:xfrm flipV="1">
              <a:off x="3276537" y="2027979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Metin kutusu 70"/>
            <p:cNvSpPr txBox="1"/>
            <p:nvPr/>
          </p:nvSpPr>
          <p:spPr>
            <a:xfrm>
              <a:off x="4027904" y="1829269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72" name="Grup 71"/>
          <p:cNvGrpSpPr/>
          <p:nvPr/>
        </p:nvGrpSpPr>
        <p:grpSpPr>
          <a:xfrm>
            <a:off x="3623481" y="5477061"/>
            <a:ext cx="1285488" cy="369332"/>
            <a:chOff x="3276537" y="1829269"/>
            <a:chExt cx="1285488" cy="369332"/>
          </a:xfrm>
        </p:grpSpPr>
        <p:cxnSp>
          <p:nvCxnSpPr>
            <p:cNvPr id="73" name="Düz Ok Bağlayıcısı 72"/>
            <p:cNvCxnSpPr/>
            <p:nvPr/>
          </p:nvCxnSpPr>
          <p:spPr>
            <a:xfrm flipV="1">
              <a:off x="3276537" y="2027979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Metin kutusu 73"/>
            <p:cNvSpPr txBox="1"/>
            <p:nvPr/>
          </p:nvSpPr>
          <p:spPr>
            <a:xfrm>
              <a:off x="4027904" y="1829269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grpSp>
        <p:nvGrpSpPr>
          <p:cNvPr id="75" name="Grup 74"/>
          <p:cNvGrpSpPr/>
          <p:nvPr/>
        </p:nvGrpSpPr>
        <p:grpSpPr>
          <a:xfrm>
            <a:off x="3630787" y="5040739"/>
            <a:ext cx="1285488" cy="369332"/>
            <a:chOff x="3276537" y="1829269"/>
            <a:chExt cx="1285488" cy="369332"/>
          </a:xfrm>
        </p:grpSpPr>
        <p:cxnSp>
          <p:nvCxnSpPr>
            <p:cNvPr id="76" name="Düz Ok Bağlayıcısı 75"/>
            <p:cNvCxnSpPr/>
            <p:nvPr/>
          </p:nvCxnSpPr>
          <p:spPr>
            <a:xfrm flipV="1">
              <a:off x="3276537" y="2027979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Metin kutusu 76"/>
            <p:cNvSpPr txBox="1"/>
            <p:nvPr/>
          </p:nvSpPr>
          <p:spPr>
            <a:xfrm>
              <a:off x="4027904" y="1829269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null</a:t>
              </a:r>
            </a:p>
          </p:txBody>
        </p:sp>
      </p:grpSp>
      <p:cxnSp>
        <p:nvCxnSpPr>
          <p:cNvPr id="79" name="Düz Ok Bağlayıcısı 78"/>
          <p:cNvCxnSpPr/>
          <p:nvPr/>
        </p:nvCxnSpPr>
        <p:spPr>
          <a:xfrm>
            <a:off x="5058589" y="315992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Metin kutusu 6"/>
          <p:cNvSpPr txBox="1"/>
          <p:nvPr/>
        </p:nvSpPr>
        <p:spPr>
          <a:xfrm>
            <a:off x="5528524" y="1007180"/>
            <a:ext cx="6644970" cy="5562274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class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HashTablosu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[] </a:t>
            </a:r>
            <a:r>
              <a:rPr lang="tr-TR" sz="1600" b="1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kovaSayisi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endParaRPr lang="tr-TR" sz="1600" dirty="0">
              <a:latin typeface="Consolas" panose="020B0609020204030204" pitchFamily="49" charset="0"/>
            </a:endParaRP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HashTablosu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kapasite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this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kovaSayisi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kapasite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this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kapasite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this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0;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endParaRPr lang="tr-TR" sz="1600" dirty="0">
              <a:latin typeface="Consolas" panose="020B0609020204030204" pitchFamily="49" charset="0"/>
            </a:endParaRP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class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endParaRPr lang="tr-TR" sz="1600" dirty="0">
              <a:latin typeface="Consolas" panose="020B0609020204030204" pitchFamily="49" charset="0"/>
            </a:endParaRP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this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this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sp>
        <p:nvSpPr>
          <p:cNvPr id="81" name="Metin kutusu 3"/>
          <p:cNvSpPr txBox="1"/>
          <p:nvPr/>
        </p:nvSpPr>
        <p:spPr>
          <a:xfrm>
            <a:off x="406609" y="5892148"/>
            <a:ext cx="5121915" cy="584775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tr-TR" sz="1600" dirty="0">
                <a:latin typeface="Lucida Console" panose="020B0609040504020204" pitchFamily="49" charset="0"/>
              </a:rPr>
              <a:t>kapasite = 10 </a:t>
            </a:r>
          </a:p>
          <a:p>
            <a:r>
              <a:rPr lang="tr-TR" sz="1600" dirty="0">
                <a:latin typeface="Lucida Console" panose="020B0609040504020204" pitchFamily="49" charset="0"/>
              </a:rPr>
              <a:t>HashTablosu tablo = new HashTablosu(10);</a:t>
            </a:r>
          </a:p>
        </p:txBody>
      </p:sp>
    </p:spTree>
    <p:extLst>
      <p:ext uri="{BB962C8B-B14F-4D97-AF65-F5344CB8AC3E}">
        <p14:creationId xmlns:p14="http://schemas.microsoft.com/office/powerpoint/2010/main" val="2695036683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dirty="0"/>
              <a:t>Hash </a:t>
            </a:r>
            <a:r>
              <a:rPr lang="es-ES" dirty="0" err="1"/>
              <a:t>Tablosuna</a:t>
            </a:r>
            <a:r>
              <a:rPr lang="es-ES" dirty="0"/>
              <a:t> </a:t>
            </a:r>
            <a:r>
              <a:rPr lang="es-ES" dirty="0" err="1"/>
              <a:t>Anahtar</a:t>
            </a:r>
            <a:r>
              <a:rPr lang="es-ES" dirty="0"/>
              <a:t> - </a:t>
            </a:r>
            <a:r>
              <a:rPr lang="es-ES" dirty="0" err="1"/>
              <a:t>Değer</a:t>
            </a:r>
            <a:r>
              <a:rPr lang="es-ES" dirty="0"/>
              <a:t> </a:t>
            </a:r>
            <a:r>
              <a:rPr lang="es-ES" dirty="0" err="1"/>
              <a:t>İkilisi</a:t>
            </a:r>
            <a:r>
              <a:rPr lang="es-ES" dirty="0"/>
              <a:t> </a:t>
            </a:r>
            <a:r>
              <a:rPr lang="es-ES" dirty="0" err="1"/>
              <a:t>Yerleştirme</a:t>
            </a:r>
            <a:endParaRPr lang="tr-T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47692906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512191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HashTablosu tablo = new HashTablosu(10);</a:t>
            </a:r>
          </a:p>
        </p:txBody>
      </p:sp>
      <p:sp>
        <p:nvSpPr>
          <p:cNvPr id="6" name="Title 1"/>
          <p:cNvSpPr txBox="1">
            <a:spLocks/>
          </p:cNvSpPr>
          <p:nvPr/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3200" b="1" i="0" kern="1200" baseline="0" dirty="0">
                <a:solidFill>
                  <a:srgbClr val="8C0000"/>
                </a:solidFill>
                <a:latin typeface="Arial" panose="020B0604020202020204" pitchFamily="34" charset="0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3200" b="1" i="0" u="none" strike="noStrike" kern="1200" cap="none" spc="0" normalizeH="0" baseline="0" noProof="0">
                <a:ln>
                  <a:noFill/>
                </a:ln>
                <a:solidFill>
                  <a:srgbClr val="8C0000"/>
                </a:solidFill>
                <a:effectLst/>
                <a:uLnTx/>
                <a:uFillTx/>
                <a:latin typeface="Arial" panose="020B0604020202020204" pitchFamily="34" charset="0"/>
              </a:rPr>
              <a:t>Hash Tablosuna Anahtar - Değer İkilisi Yerleştirme</a:t>
            </a:r>
            <a:endParaRPr kumimoji="0" lang="tr-TR" sz="3200" b="1" i="0" u="none" strike="noStrike" kern="1200" cap="none" spc="0" normalizeH="0" baseline="0" noProof="0" dirty="0">
              <a:ln>
                <a:noFill/>
              </a:ln>
              <a:solidFill>
                <a:srgbClr val="8C0000"/>
              </a:solidFill>
              <a:effectLst/>
              <a:uLnTx/>
              <a:uFillTx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37864910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512191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HashTablosu tablo = new HashTablosu(10);</a:t>
            </a:r>
          </a:p>
        </p:txBody>
      </p:sp>
      <p:grpSp>
        <p:nvGrpSpPr>
          <p:cNvPr id="6" name="Grup 5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" name="Grup 6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8" name="Grup 37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6" name="Dikdörtgen 6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7" name="Metin kutusu 66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39" name="Grup 38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4" name="Dikdörtgen 63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" name="Metin kutusu 64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2" name="Dikdörtgen 61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3" name="Metin kutusu 62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0" name="Dikdörtgen 59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1" name="Metin kutusu 60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8" name="Dikdörtgen 57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9" name="Metin kutusu 58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6" name="Dikdörtgen 55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7" name="Metin kutusu 56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4" name="Dikdörtgen 53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5" name="Metin kutusu 54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2" name="Dikdörtgen 51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" name="Metin kutusu 52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0" name="Dikdörtgen 49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1" name="Metin kutusu 50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8" name="Dikdörtgen 47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9" name="Metin kutusu 48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8" name="Grup 7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36" name="Düz Ok Bağlayıcısı 3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" name="Metin kutusu 3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9" name="Grup 8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4" name="Düz Ok Bağlayıcısı 3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Metin kutusu 3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2" name="Düz Ok Bağlayıcısı 3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" name="Metin kutusu 3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83843" y="3692918"/>
              <a:ext cx="1285488" cy="369332"/>
              <a:chOff x="3276537" y="1829269"/>
              <a:chExt cx="1285488" cy="369332"/>
            </a:xfrm>
          </p:grpSpPr>
          <p:cxnSp>
            <p:nvCxnSpPr>
              <p:cNvPr id="28" name="Düz Ok Bağlayıcısı 2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" name="Metin kutusu 2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3" name="Grup 12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6" name="Düz Ok Bağlayıcısı 2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Metin kutusu 2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4" name="Grup 13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4" name="Düz Ok Bağlayıcısı 2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Metin kutusu 2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2" name="Düz Ok Bağlayıcısı 2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Metin kutusu 2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0" name="Düz Ok Bağlayıcısı 1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" name="Metin kutusu 2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8" name="Düz Ok Bağlayıcısı 1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Metin kutusu 1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8" name="Metin kutusu 67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69" name="Düz Ok Bağlayıcısı 68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57614588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512191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HashTablosu tablo = new HashTablosu(10);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0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2" name="Grup 71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100" name="Düz Ok Bağlayıcısı 9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Metin kutusu 10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6" name="Grup 75"/>
            <p:cNvGrpSpPr/>
            <p:nvPr/>
          </p:nvGrpSpPr>
          <p:grpSpPr>
            <a:xfrm>
              <a:off x="3283843" y="3692918"/>
              <a:ext cx="1285488" cy="369332"/>
              <a:chOff x="3276537" y="1829269"/>
              <a:chExt cx="1285488" cy="369332"/>
            </a:xfrm>
          </p:grpSpPr>
          <p:cxnSp>
            <p:nvCxnSpPr>
              <p:cNvPr id="92" name="Düz Ok Bağlayıcısı 9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Metin kutusu 9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07354268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8876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tablo.yerlestir(105,"Murat");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0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2" name="Grup 71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100" name="Düz Ok Bağlayıcısı 9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Metin kutusu 10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6" name="Grup 75"/>
            <p:cNvGrpSpPr/>
            <p:nvPr/>
          </p:nvGrpSpPr>
          <p:grpSpPr>
            <a:xfrm>
              <a:off x="3283843" y="3692918"/>
              <a:ext cx="1285488" cy="369332"/>
              <a:chOff x="3276537" y="1829269"/>
              <a:chExt cx="1285488" cy="369332"/>
            </a:xfrm>
          </p:grpSpPr>
          <p:cxnSp>
            <p:nvCxnSpPr>
              <p:cNvPr id="92" name="Düz Ok Bağlayıcısı 9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Metin kutusu 9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57993754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8876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tablo.yerlestir(105,"Murat");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"Murat"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2" name="Grup 71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100" name="Düz Ok Bağlayıcısı 9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Metin kutusu 10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6" name="Grup 75"/>
            <p:cNvGrpSpPr/>
            <p:nvPr/>
          </p:nvGrpSpPr>
          <p:grpSpPr>
            <a:xfrm>
              <a:off x="3283843" y="3692918"/>
              <a:ext cx="1285488" cy="369332"/>
              <a:chOff x="3276537" y="1829269"/>
              <a:chExt cx="1285488" cy="369332"/>
            </a:xfrm>
          </p:grpSpPr>
          <p:cxnSp>
            <p:nvCxnSpPr>
              <p:cNvPr id="92" name="Düz Ok Bağlayıcısı 9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Metin kutusu 9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91428456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8876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tablo.yerlestir(105,"Murat");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"Murat"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2" name="Grup 71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100" name="Düz Ok Bağlayıcısı 9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Metin kutusu 10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6" name="Grup 75"/>
            <p:cNvGrpSpPr/>
            <p:nvPr/>
          </p:nvGrpSpPr>
          <p:grpSpPr>
            <a:xfrm>
              <a:off x="3283843" y="3692918"/>
              <a:ext cx="1285488" cy="369332"/>
              <a:chOff x="3276537" y="1829269"/>
              <a:chExt cx="1285488" cy="369332"/>
            </a:xfrm>
          </p:grpSpPr>
          <p:cxnSp>
            <p:nvCxnSpPr>
              <p:cNvPr id="92" name="Düz Ok Bağlayıcısı 9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Metin kutusu 9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Metin kutusu 68"/>
          <p:cNvSpPr txBox="1"/>
          <p:nvPr/>
        </p:nvSpPr>
        <p:spPr>
          <a:xfrm>
            <a:off x="4178977" y="876303"/>
            <a:ext cx="5558972" cy="88407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%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length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3496985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8876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tablo.yerlestir(105,"Murat");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"Murat"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2" name="Grup 71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100" name="Düz Ok Bağlayıcısı 9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Metin kutusu 10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6" name="Grup 75"/>
            <p:cNvGrpSpPr/>
            <p:nvPr/>
          </p:nvGrpSpPr>
          <p:grpSpPr>
            <a:xfrm>
              <a:off x="3283843" y="3692918"/>
              <a:ext cx="1285488" cy="369332"/>
              <a:chOff x="3276537" y="1829269"/>
              <a:chExt cx="1285488" cy="369332"/>
            </a:xfrm>
          </p:grpSpPr>
          <p:cxnSp>
            <p:nvCxnSpPr>
              <p:cNvPr id="92" name="Düz Ok Bağlayıcısı 9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Metin kutusu 9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Metin kutusu 68"/>
          <p:cNvSpPr txBox="1"/>
          <p:nvPr/>
        </p:nvSpPr>
        <p:spPr>
          <a:xfrm>
            <a:off x="4178977" y="876303"/>
            <a:ext cx="5558972" cy="88407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%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length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59627393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8876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tablo.yerlestir(105,"Murat");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"Murat"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2" name="Grup 71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100" name="Düz Ok Bağlayıcısı 9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Metin kutusu 10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6" name="Grup 75"/>
            <p:cNvGrpSpPr/>
            <p:nvPr/>
          </p:nvGrpSpPr>
          <p:grpSpPr>
            <a:xfrm>
              <a:off x="3283843" y="3692918"/>
              <a:ext cx="1285488" cy="369332"/>
              <a:chOff x="3276537" y="1829269"/>
              <a:chExt cx="1285488" cy="369332"/>
            </a:xfrm>
          </p:grpSpPr>
          <p:cxnSp>
            <p:nvCxnSpPr>
              <p:cNvPr id="92" name="Düz Ok Bağlayıcısı 9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Metin kutusu 9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Düz Ok Bağlayıcısı 135"/>
          <p:cNvCxnSpPr/>
          <p:nvPr/>
        </p:nvCxnSpPr>
        <p:spPr>
          <a:xfrm flipH="1" flipV="1">
            <a:off x="1908618" y="3461764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Metin kutusu 136"/>
          <p:cNvSpPr txBox="1"/>
          <p:nvPr/>
        </p:nvSpPr>
        <p:spPr>
          <a:xfrm>
            <a:off x="2180377" y="3719429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</p:spTree>
    <p:extLst>
      <p:ext uri="{BB962C8B-B14F-4D97-AF65-F5344CB8AC3E}">
        <p14:creationId xmlns:p14="http://schemas.microsoft.com/office/powerpoint/2010/main" val="3599954053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8876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tablo.yerlestir(105,"Murat");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"Murat"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2" name="Grup 71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100" name="Düz Ok Bağlayıcısı 9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Metin kutusu 10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6" name="Grup 75"/>
            <p:cNvGrpSpPr/>
            <p:nvPr/>
          </p:nvGrpSpPr>
          <p:grpSpPr>
            <a:xfrm>
              <a:off x="3283843" y="3692918"/>
              <a:ext cx="1285488" cy="369332"/>
              <a:chOff x="3276537" y="1829269"/>
              <a:chExt cx="1285488" cy="369332"/>
            </a:xfrm>
          </p:grpSpPr>
          <p:cxnSp>
            <p:nvCxnSpPr>
              <p:cNvPr id="92" name="Düz Ok Bağlayıcısı 9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Metin kutusu 9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Düz Ok Bağlayıcısı 68"/>
          <p:cNvCxnSpPr/>
          <p:nvPr/>
        </p:nvCxnSpPr>
        <p:spPr>
          <a:xfrm flipH="1" flipV="1">
            <a:off x="1908618" y="3461764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Metin kutusu 133"/>
          <p:cNvSpPr txBox="1"/>
          <p:nvPr/>
        </p:nvSpPr>
        <p:spPr>
          <a:xfrm>
            <a:off x="2180377" y="3719429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41" name="Metin kutusu 140"/>
          <p:cNvSpPr txBox="1"/>
          <p:nvPr/>
        </p:nvSpPr>
        <p:spPr>
          <a:xfrm>
            <a:off x="2509470" y="2564183"/>
            <a:ext cx="14189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</a:t>
            </a:r>
          </a:p>
        </p:txBody>
      </p:sp>
      <p:cxnSp>
        <p:nvCxnSpPr>
          <p:cNvPr id="10" name="Düz Ok Bağlayıcısı 9"/>
          <p:cNvCxnSpPr/>
          <p:nvPr/>
        </p:nvCxnSpPr>
        <p:spPr>
          <a:xfrm>
            <a:off x="3219263" y="2863851"/>
            <a:ext cx="0" cy="24581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90228075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8876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tablo.yerlestir(105,"Murat");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"Murat"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2" name="Grup 71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100" name="Düz Ok Bağlayıcısı 9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Metin kutusu 10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41" name="Metin kutusu 140"/>
          <p:cNvSpPr txBox="1"/>
          <p:nvPr/>
        </p:nvSpPr>
        <p:spPr>
          <a:xfrm>
            <a:off x="2509470" y="2564183"/>
            <a:ext cx="14189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</a:t>
            </a:r>
          </a:p>
        </p:txBody>
      </p:sp>
      <p:cxnSp>
        <p:nvCxnSpPr>
          <p:cNvPr id="10" name="Düz Ok Bağlayıcısı 9"/>
          <p:cNvCxnSpPr/>
          <p:nvPr/>
        </p:nvCxnSpPr>
        <p:spPr>
          <a:xfrm>
            <a:off x="3219263" y="2863851"/>
            <a:ext cx="0" cy="24581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Metin kutusu 142"/>
          <p:cNvSpPr txBox="1"/>
          <p:nvPr/>
        </p:nvSpPr>
        <p:spPr>
          <a:xfrm>
            <a:off x="2180377" y="3719429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  <p:cxnSp>
        <p:nvCxnSpPr>
          <p:cNvPr id="144" name="Düz Ok Bağlayıcısı 143"/>
          <p:cNvCxnSpPr/>
          <p:nvPr/>
        </p:nvCxnSpPr>
        <p:spPr>
          <a:xfrm flipV="1">
            <a:off x="2453540" y="3567084"/>
            <a:ext cx="0" cy="17315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91901367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764172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tablo.yerlestir(21,"Leyla");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2" name="Grup 71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100" name="Düz Ok Bağlayıcısı 9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Metin kutusu 10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26804225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764172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tablo.yerlestir(21,"Leyla");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"Leyla"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2" name="Grup 71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100" name="Düz Ok Bağlayıcısı 9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Metin kutusu 10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9579293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764172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tablo.yerlestir(21,"Leyla");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"Leyla"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2" name="Grup 71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100" name="Düz Ok Bağlayıcısı 9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Metin kutusu 10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88952685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764172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tablo.yerlestir(21,"Leyla");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"Leyla"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2" name="Grup 71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100" name="Düz Ok Bağlayıcısı 9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Metin kutusu 10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76" name="Düz Ok Bağlayıcısı 75"/>
          <p:cNvCxnSpPr/>
          <p:nvPr/>
        </p:nvCxnSpPr>
        <p:spPr>
          <a:xfrm flipH="1" flipV="1">
            <a:off x="1908618" y="1632964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Metin kutusu 92"/>
          <p:cNvSpPr txBox="1"/>
          <p:nvPr/>
        </p:nvSpPr>
        <p:spPr>
          <a:xfrm>
            <a:off x="2180377" y="1890629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</p:spTree>
    <p:extLst>
      <p:ext uri="{BB962C8B-B14F-4D97-AF65-F5344CB8AC3E}">
        <p14:creationId xmlns:p14="http://schemas.microsoft.com/office/powerpoint/2010/main" val="1971240493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764172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tablo.yerlestir(21,"Leyla");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"Leyla"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2" name="Grup 71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100" name="Düz Ok Bağlayıcısı 9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Metin kutusu 10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76" name="Düz Ok Bağlayıcısı 75"/>
          <p:cNvCxnSpPr/>
          <p:nvPr/>
        </p:nvCxnSpPr>
        <p:spPr>
          <a:xfrm flipH="1" flipV="1">
            <a:off x="1908618" y="1632964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Metin kutusu 92"/>
          <p:cNvSpPr txBox="1"/>
          <p:nvPr/>
        </p:nvSpPr>
        <p:spPr>
          <a:xfrm>
            <a:off x="2180377" y="1890629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  <p:grpSp>
        <p:nvGrpSpPr>
          <p:cNvPr id="134" name="Grup 133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Metin kutusu 144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78491705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764172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tablo.yerlestir(21,"Leyla");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"Leyla"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cxnSp>
          <p:nvCxnSpPr>
            <p:cNvPr id="100" name="Düz Ok Bağlayıcısı 99"/>
            <p:cNvCxnSpPr>
              <a:endCxn id="143" idx="1"/>
            </p:cNvCxnSpPr>
            <p:nvPr/>
          </p:nvCxnSpPr>
          <p:spPr>
            <a:xfrm flipV="1">
              <a:off x="3276537" y="2090202"/>
              <a:ext cx="1585666" cy="79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Metin kutusu 144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46" name="Grup 145"/>
          <p:cNvGrpSpPr/>
          <p:nvPr/>
        </p:nvGrpSpPr>
        <p:grpSpPr>
          <a:xfrm>
            <a:off x="2175112" y="1785693"/>
            <a:ext cx="554960" cy="490899"/>
            <a:chOff x="2175112" y="1785693"/>
            <a:chExt cx="554960" cy="490899"/>
          </a:xfrm>
        </p:grpSpPr>
        <p:sp>
          <p:nvSpPr>
            <p:cNvPr id="147" name="Metin kutusu 146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980201382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51731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tablo.yerlestir(41,"Sena");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cxnSp>
          <p:nvCxnSpPr>
            <p:cNvPr id="100" name="Düz Ok Bağlayıcısı 99"/>
            <p:cNvCxnSpPr>
              <a:endCxn id="143" idx="1"/>
            </p:cNvCxnSpPr>
            <p:nvPr/>
          </p:nvCxnSpPr>
          <p:spPr>
            <a:xfrm flipV="1">
              <a:off x="3276537" y="2090202"/>
              <a:ext cx="1585666" cy="79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Metin kutusu 144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09658062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51731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tablo.yerlestir(41,"Sena");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"Sena"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cxnSp>
          <p:nvCxnSpPr>
            <p:cNvPr id="100" name="Düz Ok Bağlayıcısı 99"/>
            <p:cNvCxnSpPr>
              <a:endCxn id="143" idx="1"/>
            </p:cNvCxnSpPr>
            <p:nvPr/>
          </p:nvCxnSpPr>
          <p:spPr>
            <a:xfrm flipV="1">
              <a:off x="3276537" y="2090202"/>
              <a:ext cx="1585666" cy="79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Metin kutusu 144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1211692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51731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tablo.yerlestir(41,"Sena");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"Sena"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cxnSp>
          <p:nvCxnSpPr>
            <p:cNvPr id="100" name="Düz Ok Bağlayıcısı 99"/>
            <p:cNvCxnSpPr>
              <a:endCxn id="143" idx="1"/>
            </p:cNvCxnSpPr>
            <p:nvPr/>
          </p:nvCxnSpPr>
          <p:spPr>
            <a:xfrm flipV="1">
              <a:off x="3276537" y="2090202"/>
              <a:ext cx="1585666" cy="79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Metin kutusu 144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3" name="Grup 2"/>
          <p:cNvGrpSpPr/>
          <p:nvPr/>
        </p:nvGrpSpPr>
        <p:grpSpPr>
          <a:xfrm>
            <a:off x="2175112" y="1785693"/>
            <a:ext cx="554960" cy="490899"/>
            <a:chOff x="217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7" name="Düz Ok Bağlayıcısı 146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524975772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51731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tablo.yerlestir(41,"Sena");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"Sena"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cxnSp>
          <p:nvCxnSpPr>
            <p:cNvPr id="100" name="Düz Ok Bağlayıcısı 99"/>
            <p:cNvCxnSpPr>
              <a:endCxn id="143" idx="1"/>
            </p:cNvCxnSpPr>
            <p:nvPr/>
          </p:nvCxnSpPr>
          <p:spPr>
            <a:xfrm flipV="1">
              <a:off x="3276537" y="2090202"/>
              <a:ext cx="1585666" cy="79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Metin kutusu 144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3" name="Grup 2"/>
          <p:cNvGrpSpPr/>
          <p:nvPr/>
        </p:nvGrpSpPr>
        <p:grpSpPr>
          <a:xfrm>
            <a:off x="4702412" y="1785693"/>
            <a:ext cx="554960" cy="490899"/>
            <a:chOff x="471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471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7" name="Düz Ok Bağlayıcısı 146"/>
            <p:cNvCxnSpPr/>
            <p:nvPr/>
          </p:nvCxnSpPr>
          <p:spPr>
            <a:xfrm flipV="1">
              <a:off x="498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12745117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51731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tablo.yerlestir(41,"Sena");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"Sena"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cxnSp>
          <p:nvCxnSpPr>
            <p:cNvPr id="100" name="Düz Ok Bağlayıcısı 99"/>
            <p:cNvCxnSpPr>
              <a:endCxn id="143" idx="1"/>
            </p:cNvCxnSpPr>
            <p:nvPr/>
          </p:nvCxnSpPr>
          <p:spPr>
            <a:xfrm flipV="1">
              <a:off x="3276537" y="2090202"/>
              <a:ext cx="1585666" cy="79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Metin kutusu 144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93" name="Grup 92"/>
          <p:cNvGrpSpPr/>
          <p:nvPr/>
        </p:nvGrpSpPr>
        <p:grpSpPr>
          <a:xfrm>
            <a:off x="2175112" y="1785693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797469745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51731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tablo.yerlestir(41,"Sena");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"Sena"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cxnSp>
          <p:nvCxnSpPr>
            <p:cNvPr id="100" name="Düz Ok Bağlayıcısı 99"/>
            <p:cNvCxnSpPr>
              <a:endCxn id="143" idx="1"/>
            </p:cNvCxnSpPr>
            <p:nvPr/>
          </p:nvCxnSpPr>
          <p:spPr>
            <a:xfrm flipV="1">
              <a:off x="3276537" y="2090202"/>
              <a:ext cx="1585666" cy="79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Metin kutusu 144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93" name="Grup 92"/>
          <p:cNvGrpSpPr/>
          <p:nvPr/>
        </p:nvGrpSpPr>
        <p:grpSpPr>
          <a:xfrm>
            <a:off x="2175112" y="1785693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9" name="Grup 148"/>
          <p:cNvGrpSpPr/>
          <p:nvPr/>
        </p:nvGrpSpPr>
        <p:grpSpPr>
          <a:xfrm flipH="1">
            <a:off x="2943265" y="1915311"/>
            <a:ext cx="3023404" cy="423230"/>
            <a:chOff x="5965370" y="4057541"/>
            <a:chExt cx="3023404" cy="423230"/>
          </a:xfrm>
        </p:grpSpPr>
        <p:sp>
          <p:nvSpPr>
            <p:cNvPr id="150" name="Dikdörtgen 149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51" name="Dikdörtgen 150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52" name="Dikdörtgen 151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53" name="Düz Ok Bağlayıcısı 152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" name="Metin kutusu 153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88878101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51731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tablo.yerlestir(41,"Sena");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"Sena"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Metin kutusu 144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93" name="Grup 92"/>
          <p:cNvGrpSpPr/>
          <p:nvPr/>
        </p:nvGrpSpPr>
        <p:grpSpPr>
          <a:xfrm>
            <a:off x="2175112" y="1785693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9" name="Grup 148"/>
          <p:cNvGrpSpPr/>
          <p:nvPr/>
        </p:nvGrpSpPr>
        <p:grpSpPr>
          <a:xfrm flipH="1">
            <a:off x="3190673" y="1736836"/>
            <a:ext cx="2775996" cy="601705"/>
            <a:chOff x="5965370" y="3879066"/>
            <a:chExt cx="2775996" cy="601705"/>
          </a:xfrm>
        </p:grpSpPr>
        <p:sp>
          <p:nvSpPr>
            <p:cNvPr id="150" name="Dikdörtgen 149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51" name="Dikdörtgen 150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52" name="Dikdörtgen 151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53" name="Düz Ok Bağlayıcısı 152"/>
            <p:cNvCxnSpPr>
              <a:endCxn id="141" idx="2"/>
            </p:cNvCxnSpPr>
            <p:nvPr/>
          </p:nvCxnSpPr>
          <p:spPr>
            <a:xfrm flipV="1">
              <a:off x="7663155" y="3879066"/>
              <a:ext cx="1078211" cy="400095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27040796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51731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tablo.yerlestir(41,"Sena");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"Sena"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777976" cy="4507066"/>
            <a:chOff x="2784624" y="1422404"/>
            <a:chExt cx="2777976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cxnSp>
          <p:nvCxnSpPr>
            <p:cNvPr id="100" name="Düz Ok Bağlayıcısı 99"/>
            <p:cNvCxnSpPr/>
            <p:nvPr/>
          </p:nvCxnSpPr>
          <p:spPr>
            <a:xfrm>
              <a:off x="3276537" y="2091000"/>
              <a:ext cx="2286063" cy="1038333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Metin kutusu 144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93" name="Grup 92"/>
          <p:cNvGrpSpPr/>
          <p:nvPr/>
        </p:nvGrpSpPr>
        <p:grpSpPr>
          <a:xfrm>
            <a:off x="2175112" y="1785693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9" name="Grup 148"/>
          <p:cNvGrpSpPr/>
          <p:nvPr/>
        </p:nvGrpSpPr>
        <p:grpSpPr>
          <a:xfrm flipH="1">
            <a:off x="3190673" y="1736836"/>
            <a:ext cx="2775996" cy="601705"/>
            <a:chOff x="5965370" y="3879066"/>
            <a:chExt cx="2775996" cy="601705"/>
          </a:xfrm>
        </p:grpSpPr>
        <p:sp>
          <p:nvSpPr>
            <p:cNvPr id="150" name="Dikdörtgen 149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51" name="Dikdörtgen 150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52" name="Dikdörtgen 151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53" name="Düz Ok Bağlayıcısı 152"/>
            <p:cNvCxnSpPr>
              <a:endCxn id="141" idx="2"/>
            </p:cNvCxnSpPr>
            <p:nvPr/>
          </p:nvCxnSpPr>
          <p:spPr>
            <a:xfrm flipV="1">
              <a:off x="7663155" y="3879066"/>
              <a:ext cx="1078211" cy="400095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6" name="Düz Ok Bağlayıcısı 145"/>
          <p:cNvCxnSpPr/>
          <p:nvPr/>
        </p:nvCxnSpPr>
        <p:spPr>
          <a:xfrm flipV="1">
            <a:off x="2927350" y="2253197"/>
            <a:ext cx="1024645" cy="327525"/>
          </a:xfrm>
          <a:prstGeom prst="straightConnector1">
            <a:avLst/>
          </a:prstGeom>
          <a:ln w="1905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33509314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51731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tablo.yerlestir(41,"Sena");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"Sena"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3" name="Grup 92"/>
          <p:cNvGrpSpPr/>
          <p:nvPr/>
        </p:nvGrpSpPr>
        <p:grpSpPr>
          <a:xfrm>
            <a:off x="4689712" y="1785693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86573803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393878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tablo.yerlestir(21,"Ali");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61984909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393878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tablo.yerlestir(21,"Ali");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"Ali"</a:t>
            </a:r>
          </a:p>
          <a:p>
            <a:pPr defTabSz="914400"/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69269447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393878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tablo.yerlestir(21,"Ali");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"Ali"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6555009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393878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tablo.yerlestir(21,"Ali");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"Ali"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93" name="Grup 92"/>
          <p:cNvGrpSpPr/>
          <p:nvPr/>
        </p:nvGrpSpPr>
        <p:grpSpPr>
          <a:xfrm>
            <a:off x="2175112" y="1785693"/>
            <a:ext cx="554960" cy="490899"/>
            <a:chOff x="2175112" y="1785693"/>
            <a:chExt cx="554960" cy="490899"/>
          </a:xfrm>
        </p:grpSpPr>
        <p:sp>
          <p:nvSpPr>
            <p:cNvPr id="100" name="Metin kutusu 99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01" name="Düz Ok Bağlayıcısı 100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911113670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393878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tablo.yerlestir(21,"Ali");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"Ali"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93" name="Grup 92"/>
          <p:cNvGrpSpPr/>
          <p:nvPr/>
        </p:nvGrpSpPr>
        <p:grpSpPr>
          <a:xfrm>
            <a:off x="4686085" y="1785693"/>
            <a:ext cx="554960" cy="490899"/>
            <a:chOff x="2175112" y="1785693"/>
            <a:chExt cx="554960" cy="490899"/>
          </a:xfrm>
        </p:grpSpPr>
        <p:sp>
          <p:nvSpPr>
            <p:cNvPr id="100" name="Metin kutusu 99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01" name="Düz Ok Bağlayıcısı 100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822957968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0845" y="6138369"/>
            <a:ext cx="3393878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tablo.yerlestir(21,"Ali");</a:t>
            </a:r>
          </a:p>
        </p:txBody>
      </p:sp>
      <p:sp>
        <p:nvSpPr>
          <p:cNvPr id="4" name="Metin kutusu 3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"Ali"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93" name="Grup 92"/>
          <p:cNvGrpSpPr/>
          <p:nvPr/>
        </p:nvGrpSpPr>
        <p:grpSpPr>
          <a:xfrm>
            <a:off x="4686085" y="1785693"/>
            <a:ext cx="554960" cy="490899"/>
            <a:chOff x="2175112" y="1785693"/>
            <a:chExt cx="554960" cy="490899"/>
          </a:xfrm>
        </p:grpSpPr>
        <p:sp>
          <p:nvSpPr>
            <p:cNvPr id="100" name="Metin kutusu 99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01" name="Düz Ok Bağlayıcısı 100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169682844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61252380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dirty="0"/>
              <a:t>Hash </a:t>
            </a:r>
            <a:r>
              <a:rPr lang="es-ES" dirty="0" err="1"/>
              <a:t>Tablosuna</a:t>
            </a:r>
            <a:r>
              <a:rPr lang="es-ES" dirty="0"/>
              <a:t> </a:t>
            </a:r>
            <a:r>
              <a:rPr lang="es-ES" dirty="0" err="1"/>
              <a:t>Anahtar</a:t>
            </a:r>
            <a:r>
              <a:rPr lang="es-ES" dirty="0"/>
              <a:t> - </a:t>
            </a:r>
            <a:r>
              <a:rPr lang="es-ES" dirty="0" err="1"/>
              <a:t>Değer</a:t>
            </a:r>
            <a:r>
              <a:rPr lang="es-ES" dirty="0"/>
              <a:t> </a:t>
            </a:r>
            <a:r>
              <a:rPr lang="es-ES" dirty="0" err="1"/>
              <a:t>İkilisi</a:t>
            </a:r>
            <a:r>
              <a:rPr lang="es-ES" dirty="0"/>
              <a:t> </a:t>
            </a:r>
            <a:r>
              <a:rPr lang="es-ES" dirty="0" err="1"/>
              <a:t>Yerleştirme</a:t>
            </a:r>
            <a:endParaRPr lang="tr-TR" dirty="0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391554679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40845" y="6138369"/>
            <a:ext cx="512191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HashTablosu tablo = new HashTablosu(10);</a:t>
            </a:r>
          </a:p>
        </p:txBody>
      </p:sp>
      <p:grpSp>
        <p:nvGrpSpPr>
          <p:cNvPr id="7" name="Grup 6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9" name="Grup 8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37" name="Düz Ok Bağlayıcısı 3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Metin kutusu 3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3" name="Grup 12"/>
            <p:cNvGrpSpPr/>
            <p:nvPr/>
          </p:nvGrpSpPr>
          <p:grpSpPr>
            <a:xfrm>
              <a:off x="3283843" y="3692918"/>
              <a:ext cx="1285488" cy="369332"/>
              <a:chOff x="3276537" y="1829269"/>
              <a:chExt cx="1285488" cy="369332"/>
            </a:xfrm>
          </p:grpSpPr>
          <p:cxnSp>
            <p:nvCxnSpPr>
              <p:cNvPr id="29" name="Düz Ok Bağlayıcısı 2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Metin kutusu 2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0</a:t>
            </a:r>
          </a:p>
        </p:txBody>
      </p:sp>
      <p:sp>
        <p:nvSpPr>
          <p:cNvPr id="72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17231065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40845" y="6138369"/>
            <a:ext cx="3764172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tablo.yerlestir(105,"Murat");</a:t>
            </a:r>
          </a:p>
        </p:txBody>
      </p:sp>
      <p:grpSp>
        <p:nvGrpSpPr>
          <p:cNvPr id="7" name="Grup 6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9" name="Grup 8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37" name="Düz Ok Bağlayıcısı 3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Metin kutusu 3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3" name="Grup 12"/>
            <p:cNvGrpSpPr/>
            <p:nvPr/>
          </p:nvGrpSpPr>
          <p:grpSpPr>
            <a:xfrm>
              <a:off x="3283843" y="3692918"/>
              <a:ext cx="1285488" cy="369332"/>
              <a:chOff x="3276537" y="1829269"/>
              <a:chExt cx="1285488" cy="369332"/>
            </a:xfrm>
          </p:grpSpPr>
          <p:cxnSp>
            <p:nvCxnSpPr>
              <p:cNvPr id="29" name="Düz Ok Bağlayıcısı 2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Metin kutusu 2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0</a:t>
            </a:r>
          </a:p>
        </p:txBody>
      </p:sp>
      <p:cxnSp>
        <p:nvCxnSpPr>
          <p:cNvPr id="72" name="Düz Ok Bağlayıcısı 71"/>
          <p:cNvCxnSpPr/>
          <p:nvPr/>
        </p:nvCxnSpPr>
        <p:spPr>
          <a:xfrm>
            <a:off x="4980208" y="271041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63094520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40845" y="6138369"/>
            <a:ext cx="3764172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tablo.yerlestir(105,"Murat");</a:t>
            </a:r>
          </a:p>
        </p:txBody>
      </p:sp>
      <p:grpSp>
        <p:nvGrpSpPr>
          <p:cNvPr id="7" name="Grup 6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9" name="Grup 8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37" name="Düz Ok Bağlayıcısı 3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Metin kutusu 3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3" name="Grup 12"/>
            <p:cNvGrpSpPr/>
            <p:nvPr/>
          </p:nvGrpSpPr>
          <p:grpSpPr>
            <a:xfrm>
              <a:off x="3283843" y="3692918"/>
              <a:ext cx="1285488" cy="369332"/>
              <a:chOff x="3276537" y="1829269"/>
              <a:chExt cx="1285488" cy="369332"/>
            </a:xfrm>
          </p:grpSpPr>
          <p:cxnSp>
            <p:nvCxnSpPr>
              <p:cNvPr id="29" name="Düz Ok Bağlayıcısı 2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Metin kutusu 2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"Murat"</a:t>
            </a:r>
          </a:p>
        </p:txBody>
      </p:sp>
      <p:cxnSp>
        <p:nvCxnSpPr>
          <p:cNvPr id="72" name="Düz Ok Bağlayıcısı 71"/>
          <p:cNvCxnSpPr/>
          <p:nvPr/>
        </p:nvCxnSpPr>
        <p:spPr>
          <a:xfrm>
            <a:off x="4980208" y="271041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05410393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40845" y="6138369"/>
            <a:ext cx="3764172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tablo.yerlestir(105,"Murat");</a:t>
            </a:r>
          </a:p>
        </p:txBody>
      </p:sp>
      <p:grpSp>
        <p:nvGrpSpPr>
          <p:cNvPr id="7" name="Grup 6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9" name="Grup 8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37" name="Düz Ok Bağlayıcısı 3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Metin kutusu 3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3" name="Grup 12"/>
            <p:cNvGrpSpPr/>
            <p:nvPr/>
          </p:nvGrpSpPr>
          <p:grpSpPr>
            <a:xfrm>
              <a:off x="3283843" y="3692918"/>
              <a:ext cx="1285488" cy="369332"/>
              <a:chOff x="3276537" y="1829269"/>
              <a:chExt cx="1285488" cy="369332"/>
            </a:xfrm>
          </p:grpSpPr>
          <p:cxnSp>
            <p:nvCxnSpPr>
              <p:cNvPr id="29" name="Düz Ok Bağlayıcısı 2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Metin kutusu 2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"Murat"</a:t>
            </a:r>
          </a:p>
        </p:txBody>
      </p:sp>
      <p:cxnSp>
        <p:nvCxnSpPr>
          <p:cNvPr id="72" name="Düz Ok Bağlayıcısı 71"/>
          <p:cNvCxnSpPr/>
          <p:nvPr/>
        </p:nvCxnSpPr>
        <p:spPr>
          <a:xfrm>
            <a:off x="4980208" y="294264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Metin kutusu 72"/>
          <p:cNvSpPr txBox="1"/>
          <p:nvPr/>
        </p:nvSpPr>
        <p:spPr>
          <a:xfrm>
            <a:off x="4178977" y="876303"/>
            <a:ext cx="5558972" cy="88407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%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length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  <p:sp>
        <p:nvSpPr>
          <p:cNvPr id="74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65742953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40845" y="6138369"/>
            <a:ext cx="3764172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tablo.yerlestir(105,"Murat");</a:t>
            </a:r>
          </a:p>
        </p:txBody>
      </p:sp>
      <p:grpSp>
        <p:nvGrpSpPr>
          <p:cNvPr id="7" name="Grup 6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9" name="Grup 8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37" name="Düz Ok Bağlayıcısı 3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Metin kutusu 3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3" name="Grup 12"/>
            <p:cNvGrpSpPr/>
            <p:nvPr/>
          </p:nvGrpSpPr>
          <p:grpSpPr>
            <a:xfrm>
              <a:off x="3283843" y="3692918"/>
              <a:ext cx="1285488" cy="369332"/>
              <a:chOff x="3276537" y="1829269"/>
              <a:chExt cx="1285488" cy="369332"/>
            </a:xfrm>
          </p:grpSpPr>
          <p:cxnSp>
            <p:nvCxnSpPr>
              <p:cNvPr id="29" name="Düz Ok Bağlayıcısı 2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Metin kutusu 2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"Murat"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cxnSp>
        <p:nvCxnSpPr>
          <p:cNvPr id="72" name="Düz Ok Bağlayıcısı 71"/>
          <p:cNvCxnSpPr/>
          <p:nvPr/>
        </p:nvCxnSpPr>
        <p:spPr>
          <a:xfrm>
            <a:off x="4980208" y="294264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  <p:sp>
        <p:nvSpPr>
          <p:cNvPr id="75" name="Metin kutusu 72"/>
          <p:cNvSpPr txBox="1"/>
          <p:nvPr/>
        </p:nvSpPr>
        <p:spPr>
          <a:xfrm>
            <a:off x="4178977" y="876303"/>
            <a:ext cx="5558972" cy="88407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%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length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63114273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40845" y="6138369"/>
            <a:ext cx="3764172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tablo.yerlestir(105,"Murat");</a:t>
            </a:r>
          </a:p>
        </p:txBody>
      </p:sp>
      <p:grpSp>
        <p:nvGrpSpPr>
          <p:cNvPr id="7" name="Grup 6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9" name="Grup 8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37" name="Düz Ok Bağlayıcısı 3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Metin kutusu 3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3" name="Grup 12"/>
            <p:cNvGrpSpPr/>
            <p:nvPr/>
          </p:nvGrpSpPr>
          <p:grpSpPr>
            <a:xfrm>
              <a:off x="3283843" y="3692918"/>
              <a:ext cx="1285488" cy="369332"/>
              <a:chOff x="3276537" y="1829269"/>
              <a:chExt cx="1285488" cy="369332"/>
            </a:xfrm>
          </p:grpSpPr>
          <p:cxnSp>
            <p:nvCxnSpPr>
              <p:cNvPr id="29" name="Düz Ok Bağlayıcısı 2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Metin kutusu 2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"Murat"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cxnSp>
        <p:nvCxnSpPr>
          <p:cNvPr id="72" name="Düz Ok Bağlayıcısı 71"/>
          <p:cNvCxnSpPr/>
          <p:nvPr/>
        </p:nvCxnSpPr>
        <p:spPr>
          <a:xfrm>
            <a:off x="4980208" y="318938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Düz Ok Bağlayıcısı 73"/>
          <p:cNvCxnSpPr/>
          <p:nvPr/>
        </p:nvCxnSpPr>
        <p:spPr>
          <a:xfrm flipH="1" flipV="1">
            <a:off x="1908618" y="3461764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Metin kutusu 74"/>
          <p:cNvSpPr txBox="1"/>
          <p:nvPr/>
        </p:nvSpPr>
        <p:spPr>
          <a:xfrm>
            <a:off x="2180377" y="3719429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  <p:sp>
        <p:nvSpPr>
          <p:cNvPr id="73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98690788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40845" y="6138369"/>
            <a:ext cx="3764172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tablo.yerlestir(105,"Murat");</a:t>
            </a:r>
          </a:p>
        </p:txBody>
      </p:sp>
      <p:grpSp>
        <p:nvGrpSpPr>
          <p:cNvPr id="7" name="Grup 6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9" name="Grup 8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37" name="Düz Ok Bağlayıcısı 3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Metin kutusu 3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3" name="Grup 12"/>
            <p:cNvGrpSpPr/>
            <p:nvPr/>
          </p:nvGrpSpPr>
          <p:grpSpPr>
            <a:xfrm>
              <a:off x="3283843" y="3692918"/>
              <a:ext cx="1285488" cy="369332"/>
              <a:chOff x="3276537" y="1829269"/>
              <a:chExt cx="1285488" cy="369332"/>
            </a:xfrm>
          </p:grpSpPr>
          <p:cxnSp>
            <p:nvCxnSpPr>
              <p:cNvPr id="29" name="Düz Ok Bağlayıcısı 2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Metin kutusu 2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"Murat"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cxnSp>
        <p:nvCxnSpPr>
          <p:cNvPr id="72" name="Düz Ok Bağlayıcısı 71"/>
          <p:cNvCxnSpPr/>
          <p:nvPr/>
        </p:nvCxnSpPr>
        <p:spPr>
          <a:xfrm>
            <a:off x="4980208" y="345064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Düz Ok Bağlayıcısı 73"/>
          <p:cNvCxnSpPr/>
          <p:nvPr/>
        </p:nvCxnSpPr>
        <p:spPr>
          <a:xfrm flipH="1" flipV="1">
            <a:off x="1908618" y="3461764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Metin kutusu 74"/>
          <p:cNvSpPr txBox="1"/>
          <p:nvPr/>
        </p:nvSpPr>
        <p:spPr>
          <a:xfrm>
            <a:off x="2180377" y="3719429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  <p:sp>
        <p:nvSpPr>
          <p:cNvPr id="73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32063035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40845" y="6138369"/>
            <a:ext cx="3764172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tablo.yerlestir(105,"Murat");</a:t>
            </a:r>
          </a:p>
        </p:txBody>
      </p:sp>
      <p:grpSp>
        <p:nvGrpSpPr>
          <p:cNvPr id="7" name="Grup 6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9" name="Grup 8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37" name="Düz Ok Bağlayıcısı 3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Metin kutusu 3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3" name="Grup 12"/>
            <p:cNvGrpSpPr/>
            <p:nvPr/>
          </p:nvGrpSpPr>
          <p:grpSpPr>
            <a:xfrm>
              <a:off x="3283843" y="3692918"/>
              <a:ext cx="1285488" cy="369332"/>
              <a:chOff x="3276537" y="1829269"/>
              <a:chExt cx="1285488" cy="369332"/>
            </a:xfrm>
          </p:grpSpPr>
          <p:cxnSp>
            <p:nvCxnSpPr>
              <p:cNvPr id="29" name="Düz Ok Bağlayıcısı 2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Metin kutusu 2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"Murat"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cxnSp>
        <p:nvCxnSpPr>
          <p:cNvPr id="72" name="Düz Ok Bağlayıcısı 71"/>
          <p:cNvCxnSpPr/>
          <p:nvPr/>
        </p:nvCxnSpPr>
        <p:spPr>
          <a:xfrm>
            <a:off x="4980208" y="511978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Düz Ok Bağlayıcısı 73"/>
          <p:cNvCxnSpPr/>
          <p:nvPr/>
        </p:nvCxnSpPr>
        <p:spPr>
          <a:xfrm flipH="1" flipV="1">
            <a:off x="1908618" y="3461764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Metin kutusu 74"/>
          <p:cNvSpPr txBox="1"/>
          <p:nvPr/>
        </p:nvSpPr>
        <p:spPr>
          <a:xfrm>
            <a:off x="2180377" y="3719429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  <p:sp>
        <p:nvSpPr>
          <p:cNvPr id="73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86512469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40845" y="6138369"/>
            <a:ext cx="3764172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tablo.yerlestir(105,"Murat");</a:t>
            </a:r>
          </a:p>
        </p:txBody>
      </p:sp>
      <p:grpSp>
        <p:nvGrpSpPr>
          <p:cNvPr id="7" name="Grup 6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9" name="Grup 8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37" name="Düz Ok Bağlayıcısı 3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Metin kutusu 3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3" name="Grup 12"/>
            <p:cNvGrpSpPr/>
            <p:nvPr/>
          </p:nvGrpSpPr>
          <p:grpSpPr>
            <a:xfrm>
              <a:off x="3283843" y="3692918"/>
              <a:ext cx="1285488" cy="369332"/>
              <a:chOff x="3276537" y="1829269"/>
              <a:chExt cx="1285488" cy="369332"/>
            </a:xfrm>
          </p:grpSpPr>
          <p:cxnSp>
            <p:nvCxnSpPr>
              <p:cNvPr id="29" name="Düz Ok Bağlayıcısı 2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Metin kutusu 2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"Murat"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cxnSp>
        <p:nvCxnSpPr>
          <p:cNvPr id="72" name="Düz Ok Bağlayıcısı 71"/>
          <p:cNvCxnSpPr/>
          <p:nvPr/>
        </p:nvCxnSpPr>
        <p:spPr>
          <a:xfrm>
            <a:off x="4980208" y="536652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Düz Ok Bağlayıcısı 73"/>
          <p:cNvCxnSpPr/>
          <p:nvPr/>
        </p:nvCxnSpPr>
        <p:spPr>
          <a:xfrm flipH="1" flipV="1">
            <a:off x="1908618" y="3461764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Metin kutusu 74"/>
          <p:cNvSpPr txBox="1"/>
          <p:nvPr/>
        </p:nvSpPr>
        <p:spPr>
          <a:xfrm>
            <a:off x="2180377" y="3719429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  <p:sp>
        <p:nvSpPr>
          <p:cNvPr id="73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09341750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40845" y="6138369"/>
            <a:ext cx="3764172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tablo.yerlestir(105,"Murat");</a:t>
            </a:r>
          </a:p>
        </p:txBody>
      </p:sp>
      <p:grpSp>
        <p:nvGrpSpPr>
          <p:cNvPr id="7" name="Grup 6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9" name="Grup 8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37" name="Düz Ok Bağlayıcısı 3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Metin kutusu 3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3" name="Grup 12"/>
            <p:cNvGrpSpPr/>
            <p:nvPr/>
          </p:nvGrpSpPr>
          <p:grpSpPr>
            <a:xfrm>
              <a:off x="3283843" y="3692918"/>
              <a:ext cx="1285488" cy="369332"/>
              <a:chOff x="3276537" y="1829269"/>
              <a:chExt cx="1285488" cy="369332"/>
            </a:xfrm>
          </p:grpSpPr>
          <p:cxnSp>
            <p:nvCxnSpPr>
              <p:cNvPr id="29" name="Düz Ok Bağlayıcısı 2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Metin kutusu 2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"Murat"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cxnSp>
        <p:nvCxnSpPr>
          <p:cNvPr id="72" name="Düz Ok Bağlayıcısı 71"/>
          <p:cNvCxnSpPr/>
          <p:nvPr/>
        </p:nvCxnSpPr>
        <p:spPr>
          <a:xfrm>
            <a:off x="4980208" y="562778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Düz Ok Bağlayıcısı 73"/>
          <p:cNvCxnSpPr/>
          <p:nvPr/>
        </p:nvCxnSpPr>
        <p:spPr>
          <a:xfrm flipH="1" flipV="1">
            <a:off x="1908618" y="3461764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Metin kutusu 74"/>
          <p:cNvSpPr txBox="1"/>
          <p:nvPr/>
        </p:nvSpPr>
        <p:spPr>
          <a:xfrm>
            <a:off x="2180377" y="3719429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1" name="Metin kutusu 80"/>
          <p:cNvSpPr txBox="1"/>
          <p:nvPr/>
        </p:nvSpPr>
        <p:spPr>
          <a:xfrm>
            <a:off x="2818048" y="2564183"/>
            <a:ext cx="80182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dugum</a:t>
            </a:r>
          </a:p>
        </p:txBody>
      </p:sp>
      <p:cxnSp>
        <p:nvCxnSpPr>
          <p:cNvPr id="82" name="Düz Ok Bağlayıcısı 81"/>
          <p:cNvCxnSpPr/>
          <p:nvPr/>
        </p:nvCxnSpPr>
        <p:spPr>
          <a:xfrm>
            <a:off x="3219263" y="2863851"/>
            <a:ext cx="0" cy="24581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40229868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40845" y="6138369"/>
            <a:ext cx="3764172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tablo.yerlestir(105,"Murat");</a:t>
            </a:r>
          </a:p>
        </p:txBody>
      </p:sp>
      <p:grpSp>
        <p:nvGrpSpPr>
          <p:cNvPr id="7" name="Grup 6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9" name="Grup 8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37" name="Düz Ok Bağlayıcısı 3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Metin kutusu 3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3" name="Grup 12"/>
            <p:cNvGrpSpPr/>
            <p:nvPr/>
          </p:nvGrpSpPr>
          <p:grpSpPr>
            <a:xfrm>
              <a:off x="3283843" y="3692918"/>
              <a:ext cx="1285488" cy="369332"/>
              <a:chOff x="3276537" y="1829269"/>
              <a:chExt cx="1285488" cy="369332"/>
            </a:xfrm>
          </p:grpSpPr>
          <p:cxnSp>
            <p:nvCxnSpPr>
              <p:cNvPr id="29" name="Düz Ok Bağlayıcısı 2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Metin kutusu 2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"Murat"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cxnSp>
        <p:nvCxnSpPr>
          <p:cNvPr id="72" name="Düz Ok Bağlayıcısı 71"/>
          <p:cNvCxnSpPr/>
          <p:nvPr/>
        </p:nvCxnSpPr>
        <p:spPr>
          <a:xfrm>
            <a:off x="4980208" y="587452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1" name="Metin kutusu 80"/>
          <p:cNvSpPr txBox="1"/>
          <p:nvPr/>
        </p:nvSpPr>
        <p:spPr>
          <a:xfrm>
            <a:off x="2818048" y="2564183"/>
            <a:ext cx="80182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dugum</a:t>
            </a:r>
          </a:p>
        </p:txBody>
      </p:sp>
      <p:cxnSp>
        <p:nvCxnSpPr>
          <p:cNvPr id="82" name="Düz Ok Bağlayıcısı 81"/>
          <p:cNvCxnSpPr/>
          <p:nvPr/>
        </p:nvCxnSpPr>
        <p:spPr>
          <a:xfrm>
            <a:off x="3219263" y="2863851"/>
            <a:ext cx="0" cy="24581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Metin kutusu 82"/>
          <p:cNvSpPr txBox="1"/>
          <p:nvPr/>
        </p:nvSpPr>
        <p:spPr>
          <a:xfrm>
            <a:off x="4705862" y="3719429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  <p:cxnSp>
        <p:nvCxnSpPr>
          <p:cNvPr id="84" name="Düz Ok Bağlayıcısı 83"/>
          <p:cNvCxnSpPr/>
          <p:nvPr/>
        </p:nvCxnSpPr>
        <p:spPr>
          <a:xfrm flipV="1">
            <a:off x="4979025" y="3567084"/>
            <a:ext cx="0" cy="17315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02337505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40845" y="6138369"/>
            <a:ext cx="3764172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tablo.yerlestir(105,"Murat");</a:t>
            </a:r>
          </a:p>
        </p:txBody>
      </p:sp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9" name="Grup 8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37" name="Düz Ok Bağlayıcısı 3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Metin kutusu 3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"Murat"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cxnSp>
        <p:nvCxnSpPr>
          <p:cNvPr id="72" name="Düz Ok Bağlayıcısı 71"/>
          <p:cNvCxnSpPr/>
          <p:nvPr/>
        </p:nvCxnSpPr>
        <p:spPr>
          <a:xfrm>
            <a:off x="4980208" y="610675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4" name="Grup 3"/>
          <p:cNvGrpSpPr/>
          <p:nvPr/>
        </p:nvGrpSpPr>
        <p:grpSpPr>
          <a:xfrm>
            <a:off x="2818048" y="2564183"/>
            <a:ext cx="801823" cy="545484"/>
            <a:chOff x="2818048" y="2564183"/>
            <a:chExt cx="801823" cy="545484"/>
          </a:xfrm>
        </p:grpSpPr>
        <p:sp>
          <p:nvSpPr>
            <p:cNvPr id="81" name="Metin kutusu 80"/>
            <p:cNvSpPr txBox="1"/>
            <p:nvPr/>
          </p:nvSpPr>
          <p:spPr>
            <a:xfrm>
              <a:off x="2818048" y="2564183"/>
              <a:ext cx="80182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dugum</a:t>
              </a:r>
            </a:p>
          </p:txBody>
        </p:sp>
        <p:cxnSp>
          <p:nvCxnSpPr>
            <p:cNvPr id="82" name="Düz Ok Bağlayıcısı 81"/>
            <p:cNvCxnSpPr/>
            <p:nvPr/>
          </p:nvCxnSpPr>
          <p:spPr>
            <a:xfrm>
              <a:off x="3219263" y="2863851"/>
              <a:ext cx="0" cy="245816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3" name="Metin kutusu 82"/>
          <p:cNvSpPr txBox="1"/>
          <p:nvPr/>
        </p:nvSpPr>
        <p:spPr>
          <a:xfrm>
            <a:off x="4705862" y="3719429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  <p:cxnSp>
        <p:nvCxnSpPr>
          <p:cNvPr id="84" name="Düz Ok Bağlayıcısı 83"/>
          <p:cNvCxnSpPr/>
          <p:nvPr/>
        </p:nvCxnSpPr>
        <p:spPr>
          <a:xfrm flipV="1">
            <a:off x="4979025" y="3567084"/>
            <a:ext cx="0" cy="17315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85677960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9" name="Grup 8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37" name="Düz Ok Bağlayıcısı 3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Metin kutusu 3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72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58451706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9" name="Grup 8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37" name="Düz Ok Bağlayıcısı 3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Metin kutusu 3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74" name="Metin kutusu 73"/>
          <p:cNvSpPr txBox="1"/>
          <p:nvPr/>
        </p:nvSpPr>
        <p:spPr>
          <a:xfrm>
            <a:off x="40845" y="6138369"/>
            <a:ext cx="364074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tablo.yerlestir(21,"Leyla");</a:t>
            </a:r>
          </a:p>
        </p:txBody>
      </p:sp>
      <p:cxnSp>
        <p:nvCxnSpPr>
          <p:cNvPr id="75" name="Düz Ok Bağlayıcısı 74"/>
          <p:cNvCxnSpPr/>
          <p:nvPr/>
        </p:nvCxnSpPr>
        <p:spPr>
          <a:xfrm>
            <a:off x="4980208" y="269589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26679354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9" name="Grup 8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37" name="Düz Ok Bağlayıcısı 3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Metin kutusu 3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"Leyla"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74" name="Metin kutusu 73"/>
          <p:cNvSpPr txBox="1"/>
          <p:nvPr/>
        </p:nvSpPr>
        <p:spPr>
          <a:xfrm>
            <a:off x="40845" y="6138369"/>
            <a:ext cx="364074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tablo.yerlestir(21,"Leyla");</a:t>
            </a:r>
          </a:p>
        </p:txBody>
      </p:sp>
      <p:cxnSp>
        <p:nvCxnSpPr>
          <p:cNvPr id="75" name="Düz Ok Bağlayıcısı 74"/>
          <p:cNvCxnSpPr/>
          <p:nvPr/>
        </p:nvCxnSpPr>
        <p:spPr>
          <a:xfrm>
            <a:off x="4980208" y="269589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17075282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9" name="Grup 8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37" name="Düz Ok Bağlayıcısı 3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Metin kutusu 3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"Leyla"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74" name="Metin kutusu 73"/>
          <p:cNvSpPr txBox="1"/>
          <p:nvPr/>
        </p:nvSpPr>
        <p:spPr>
          <a:xfrm>
            <a:off x="40845" y="6138369"/>
            <a:ext cx="364074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tablo.yerlestir(21,"Leyla");</a:t>
            </a:r>
          </a:p>
        </p:txBody>
      </p:sp>
      <p:cxnSp>
        <p:nvCxnSpPr>
          <p:cNvPr id="75" name="Düz Ok Bağlayıcısı 74"/>
          <p:cNvCxnSpPr/>
          <p:nvPr/>
        </p:nvCxnSpPr>
        <p:spPr>
          <a:xfrm>
            <a:off x="4980208" y="294263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56022526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9" name="Grup 8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37" name="Düz Ok Bağlayıcısı 3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Metin kutusu 3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"Leyla"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74" name="Metin kutusu 73"/>
          <p:cNvSpPr txBox="1"/>
          <p:nvPr/>
        </p:nvSpPr>
        <p:spPr>
          <a:xfrm>
            <a:off x="40845" y="6138369"/>
            <a:ext cx="364074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tablo.yerlestir(21,"Leyla");</a:t>
            </a:r>
          </a:p>
        </p:txBody>
      </p:sp>
      <p:cxnSp>
        <p:nvCxnSpPr>
          <p:cNvPr id="75" name="Düz Ok Bağlayıcısı 74"/>
          <p:cNvCxnSpPr/>
          <p:nvPr/>
        </p:nvCxnSpPr>
        <p:spPr>
          <a:xfrm>
            <a:off x="4980208" y="318937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Düz Ok Bağlayıcısı 80"/>
          <p:cNvCxnSpPr/>
          <p:nvPr/>
        </p:nvCxnSpPr>
        <p:spPr>
          <a:xfrm flipH="1" flipV="1">
            <a:off x="1908618" y="1632964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Metin kutusu 81"/>
          <p:cNvSpPr txBox="1"/>
          <p:nvPr/>
        </p:nvSpPr>
        <p:spPr>
          <a:xfrm>
            <a:off x="2180377" y="1890629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  <p:sp>
        <p:nvSpPr>
          <p:cNvPr id="83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96926364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9" name="Grup 8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37" name="Düz Ok Bağlayıcısı 3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Metin kutusu 3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"Leyla"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74" name="Metin kutusu 73"/>
          <p:cNvSpPr txBox="1"/>
          <p:nvPr/>
        </p:nvSpPr>
        <p:spPr>
          <a:xfrm>
            <a:off x="40845" y="6138369"/>
            <a:ext cx="364074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tablo.yerlestir(21,"Leyla");</a:t>
            </a:r>
          </a:p>
        </p:txBody>
      </p:sp>
      <p:cxnSp>
        <p:nvCxnSpPr>
          <p:cNvPr id="75" name="Düz Ok Bağlayıcısı 74"/>
          <p:cNvCxnSpPr/>
          <p:nvPr/>
        </p:nvCxnSpPr>
        <p:spPr>
          <a:xfrm>
            <a:off x="4980208" y="343612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Düz Ok Bağlayıcısı 80"/>
          <p:cNvCxnSpPr/>
          <p:nvPr/>
        </p:nvCxnSpPr>
        <p:spPr>
          <a:xfrm flipH="1" flipV="1">
            <a:off x="1908618" y="1632964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Metin kutusu 81"/>
          <p:cNvSpPr txBox="1"/>
          <p:nvPr/>
        </p:nvSpPr>
        <p:spPr>
          <a:xfrm>
            <a:off x="2180377" y="1890629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  <p:sp>
        <p:nvSpPr>
          <p:cNvPr id="83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358554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9" name="Grup 8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37" name="Düz Ok Bağlayıcısı 3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Metin kutusu 3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"Leyla"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74" name="Metin kutusu 73"/>
          <p:cNvSpPr txBox="1"/>
          <p:nvPr/>
        </p:nvSpPr>
        <p:spPr>
          <a:xfrm>
            <a:off x="40845" y="6138369"/>
            <a:ext cx="364074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tablo.yerlestir(21,"Leyla");</a:t>
            </a:r>
          </a:p>
        </p:txBody>
      </p:sp>
      <p:cxnSp>
        <p:nvCxnSpPr>
          <p:cNvPr id="75" name="Düz Ok Bağlayıcısı 74"/>
          <p:cNvCxnSpPr/>
          <p:nvPr/>
        </p:nvCxnSpPr>
        <p:spPr>
          <a:xfrm>
            <a:off x="4980208" y="513429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Düz Ok Bağlayıcısı 80"/>
          <p:cNvCxnSpPr/>
          <p:nvPr/>
        </p:nvCxnSpPr>
        <p:spPr>
          <a:xfrm flipH="1" flipV="1">
            <a:off x="1908618" y="1632964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Metin kutusu 81"/>
          <p:cNvSpPr txBox="1"/>
          <p:nvPr/>
        </p:nvSpPr>
        <p:spPr>
          <a:xfrm>
            <a:off x="2180377" y="1890629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  <p:sp>
        <p:nvSpPr>
          <p:cNvPr id="83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89322369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9" name="Grup 8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37" name="Düz Ok Bağlayıcısı 3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Metin kutusu 3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"Leyla"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74" name="Metin kutusu 73"/>
          <p:cNvSpPr txBox="1"/>
          <p:nvPr/>
        </p:nvSpPr>
        <p:spPr>
          <a:xfrm>
            <a:off x="40845" y="6138369"/>
            <a:ext cx="364074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tablo.yerlestir(21,"Leyla");</a:t>
            </a:r>
          </a:p>
        </p:txBody>
      </p:sp>
      <p:cxnSp>
        <p:nvCxnSpPr>
          <p:cNvPr id="75" name="Düz Ok Bağlayıcısı 74"/>
          <p:cNvCxnSpPr/>
          <p:nvPr/>
        </p:nvCxnSpPr>
        <p:spPr>
          <a:xfrm>
            <a:off x="4980208" y="536651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Düz Ok Bağlayıcısı 80"/>
          <p:cNvCxnSpPr/>
          <p:nvPr/>
        </p:nvCxnSpPr>
        <p:spPr>
          <a:xfrm flipH="1" flipV="1">
            <a:off x="1908618" y="1632964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Metin kutusu 81"/>
          <p:cNvSpPr txBox="1"/>
          <p:nvPr/>
        </p:nvSpPr>
        <p:spPr>
          <a:xfrm>
            <a:off x="2180377" y="1890629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  <p:sp>
        <p:nvSpPr>
          <p:cNvPr id="83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60121040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9" name="Grup 8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37" name="Düz Ok Bağlayıcısı 3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Metin kutusu 3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"Leyla"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74" name="Metin kutusu 73"/>
          <p:cNvSpPr txBox="1"/>
          <p:nvPr/>
        </p:nvSpPr>
        <p:spPr>
          <a:xfrm>
            <a:off x="40845" y="6138369"/>
            <a:ext cx="364074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tablo.yerlestir(21,"Leyla");</a:t>
            </a:r>
          </a:p>
        </p:txBody>
      </p:sp>
      <p:cxnSp>
        <p:nvCxnSpPr>
          <p:cNvPr id="75" name="Düz Ok Bağlayıcısı 74"/>
          <p:cNvCxnSpPr/>
          <p:nvPr/>
        </p:nvCxnSpPr>
        <p:spPr>
          <a:xfrm>
            <a:off x="4980208" y="562777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Düz Ok Bağlayıcısı 80"/>
          <p:cNvCxnSpPr/>
          <p:nvPr/>
        </p:nvCxnSpPr>
        <p:spPr>
          <a:xfrm flipH="1" flipV="1">
            <a:off x="1908618" y="1632964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Metin kutusu 81"/>
          <p:cNvSpPr txBox="1"/>
          <p:nvPr/>
        </p:nvSpPr>
        <p:spPr>
          <a:xfrm>
            <a:off x="2180377" y="1890629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  <p:grpSp>
        <p:nvGrpSpPr>
          <p:cNvPr id="83" name="Grup 82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84" name="Dikdörtgen 83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85" name="Dikdörtgen 84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86" name="Dikdörtgen 85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87" name="Düz Ok Bağlayıcısı 86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Metin kutusu 87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89" name="Grup 88"/>
          <p:cNvGrpSpPr/>
          <p:nvPr/>
        </p:nvGrpSpPr>
        <p:grpSpPr>
          <a:xfrm>
            <a:off x="2818048" y="764412"/>
            <a:ext cx="801823" cy="545484"/>
            <a:chOff x="2818048" y="2564183"/>
            <a:chExt cx="801823" cy="545484"/>
          </a:xfrm>
        </p:grpSpPr>
        <p:sp>
          <p:nvSpPr>
            <p:cNvPr id="90" name="Metin kutusu 89"/>
            <p:cNvSpPr txBox="1"/>
            <p:nvPr/>
          </p:nvSpPr>
          <p:spPr>
            <a:xfrm>
              <a:off x="2818048" y="2564183"/>
              <a:ext cx="80182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dugum</a:t>
              </a:r>
            </a:p>
          </p:txBody>
        </p:sp>
        <p:cxnSp>
          <p:nvCxnSpPr>
            <p:cNvPr id="91" name="Düz Ok Bağlayıcısı 90"/>
            <p:cNvCxnSpPr/>
            <p:nvPr/>
          </p:nvCxnSpPr>
          <p:spPr>
            <a:xfrm>
              <a:off x="3219263" y="2863851"/>
              <a:ext cx="0" cy="245816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70514418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9" name="Grup 8"/>
            <p:cNvGrpSpPr/>
            <p:nvPr/>
          </p:nvGrpSpPr>
          <p:grpSpPr>
            <a:xfrm>
              <a:off x="3276537" y="1887325"/>
              <a:ext cx="1285488" cy="369332"/>
              <a:chOff x="3276537" y="1829269"/>
              <a:chExt cx="1285488" cy="369332"/>
            </a:xfrm>
          </p:grpSpPr>
          <p:cxnSp>
            <p:nvCxnSpPr>
              <p:cNvPr id="37" name="Düz Ok Bağlayıcısı 3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Metin kutusu 3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"Leyla"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74" name="Metin kutusu 73"/>
          <p:cNvSpPr txBox="1"/>
          <p:nvPr/>
        </p:nvSpPr>
        <p:spPr>
          <a:xfrm>
            <a:off x="40845" y="6138369"/>
            <a:ext cx="364074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tablo.yerlestir(21,"Leyla");</a:t>
            </a:r>
          </a:p>
        </p:txBody>
      </p:sp>
      <p:cxnSp>
        <p:nvCxnSpPr>
          <p:cNvPr id="75" name="Düz Ok Bağlayıcısı 74"/>
          <p:cNvCxnSpPr/>
          <p:nvPr/>
        </p:nvCxnSpPr>
        <p:spPr>
          <a:xfrm>
            <a:off x="4980208" y="587451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3" name="Grup 82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84" name="Dikdörtgen 83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85" name="Dikdörtgen 84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86" name="Dikdörtgen 85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87" name="Düz Ok Bağlayıcısı 86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Metin kutusu 87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92" name="Grup 91"/>
          <p:cNvGrpSpPr/>
          <p:nvPr/>
        </p:nvGrpSpPr>
        <p:grpSpPr>
          <a:xfrm>
            <a:off x="4700599" y="1785693"/>
            <a:ext cx="554960" cy="490899"/>
            <a:chOff x="2175112" y="1785693"/>
            <a:chExt cx="554960" cy="490899"/>
          </a:xfrm>
        </p:grpSpPr>
        <p:sp>
          <p:nvSpPr>
            <p:cNvPr id="93" name="Metin kutusu 92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94" name="Düz Ok Bağlayıcısı 93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5" name="Grup 94"/>
          <p:cNvGrpSpPr/>
          <p:nvPr/>
        </p:nvGrpSpPr>
        <p:grpSpPr>
          <a:xfrm>
            <a:off x="2818048" y="764412"/>
            <a:ext cx="801823" cy="545484"/>
            <a:chOff x="2818048" y="2564183"/>
            <a:chExt cx="801823" cy="545484"/>
          </a:xfrm>
        </p:grpSpPr>
        <p:sp>
          <p:nvSpPr>
            <p:cNvPr id="96" name="Metin kutusu 95"/>
            <p:cNvSpPr txBox="1"/>
            <p:nvPr/>
          </p:nvSpPr>
          <p:spPr>
            <a:xfrm>
              <a:off x="2818048" y="2564183"/>
              <a:ext cx="80182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dugum</a:t>
              </a:r>
            </a:p>
          </p:txBody>
        </p:sp>
        <p:cxnSp>
          <p:nvCxnSpPr>
            <p:cNvPr id="97" name="Düz Ok Bağlayıcısı 96"/>
            <p:cNvCxnSpPr/>
            <p:nvPr/>
          </p:nvCxnSpPr>
          <p:spPr>
            <a:xfrm>
              <a:off x="3219263" y="2863851"/>
              <a:ext cx="0" cy="245816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9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85209780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cxnSp>
          <p:nvCxnSpPr>
            <p:cNvPr id="37" name="Düz Ok Bağlayıcısı 36"/>
            <p:cNvCxnSpPr>
              <a:endCxn id="86" idx="1"/>
            </p:cNvCxnSpPr>
            <p:nvPr/>
          </p:nvCxnSpPr>
          <p:spPr>
            <a:xfrm flipV="1">
              <a:off x="3276537" y="2090202"/>
              <a:ext cx="1585666" cy="79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"Leyla"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74" name="Metin kutusu 73"/>
          <p:cNvSpPr txBox="1"/>
          <p:nvPr/>
        </p:nvSpPr>
        <p:spPr>
          <a:xfrm>
            <a:off x="40845" y="6138369"/>
            <a:ext cx="364074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tablo.yerlestir(21,"Leyla");</a:t>
            </a:r>
          </a:p>
        </p:txBody>
      </p:sp>
      <p:cxnSp>
        <p:nvCxnSpPr>
          <p:cNvPr id="75" name="Düz Ok Bağlayıcısı 74"/>
          <p:cNvCxnSpPr/>
          <p:nvPr/>
        </p:nvCxnSpPr>
        <p:spPr>
          <a:xfrm>
            <a:off x="4980208" y="612125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3" name="Grup 82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84" name="Dikdörtgen 83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85" name="Dikdörtgen 84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86" name="Dikdörtgen 85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87" name="Düz Ok Bağlayıcısı 86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Metin kutusu 87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92" name="Grup 91"/>
          <p:cNvGrpSpPr/>
          <p:nvPr/>
        </p:nvGrpSpPr>
        <p:grpSpPr>
          <a:xfrm>
            <a:off x="4700599" y="1785693"/>
            <a:ext cx="554960" cy="490899"/>
            <a:chOff x="2175112" y="1785693"/>
            <a:chExt cx="554960" cy="490899"/>
          </a:xfrm>
        </p:grpSpPr>
        <p:sp>
          <p:nvSpPr>
            <p:cNvPr id="93" name="Metin kutusu 92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94" name="Düz Ok Bağlayıcısı 93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9" name="Grup 88"/>
          <p:cNvGrpSpPr/>
          <p:nvPr/>
        </p:nvGrpSpPr>
        <p:grpSpPr>
          <a:xfrm>
            <a:off x="2818048" y="764412"/>
            <a:ext cx="801823" cy="545484"/>
            <a:chOff x="2818048" y="2564183"/>
            <a:chExt cx="801823" cy="545484"/>
          </a:xfrm>
        </p:grpSpPr>
        <p:sp>
          <p:nvSpPr>
            <p:cNvPr id="90" name="Metin kutusu 89"/>
            <p:cNvSpPr txBox="1"/>
            <p:nvPr/>
          </p:nvSpPr>
          <p:spPr>
            <a:xfrm>
              <a:off x="2818048" y="2564183"/>
              <a:ext cx="80182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dugum</a:t>
              </a:r>
            </a:p>
          </p:txBody>
        </p:sp>
        <p:cxnSp>
          <p:nvCxnSpPr>
            <p:cNvPr id="91" name="Düz Ok Bağlayıcısı 90"/>
            <p:cNvCxnSpPr/>
            <p:nvPr/>
          </p:nvCxnSpPr>
          <p:spPr>
            <a:xfrm>
              <a:off x="3219263" y="2863851"/>
              <a:ext cx="0" cy="245816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5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25654361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cxnSp>
          <p:nvCxnSpPr>
            <p:cNvPr id="37" name="Düz Ok Bağlayıcısı 36"/>
            <p:cNvCxnSpPr>
              <a:endCxn id="86" idx="1"/>
            </p:cNvCxnSpPr>
            <p:nvPr/>
          </p:nvCxnSpPr>
          <p:spPr>
            <a:xfrm flipV="1">
              <a:off x="3276537" y="2090202"/>
              <a:ext cx="1585666" cy="79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83" name="Grup 82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84" name="Dikdörtgen 83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85" name="Dikdörtgen 84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86" name="Dikdörtgen 85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87" name="Düz Ok Bağlayıcısı 86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Metin kutusu 87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1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83455951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cxnSp>
          <p:nvCxnSpPr>
            <p:cNvPr id="37" name="Düz Ok Bağlayıcısı 36"/>
            <p:cNvCxnSpPr>
              <a:endCxn id="86" idx="1"/>
            </p:cNvCxnSpPr>
            <p:nvPr/>
          </p:nvCxnSpPr>
          <p:spPr>
            <a:xfrm flipV="1">
              <a:off x="3276537" y="2090202"/>
              <a:ext cx="1585666" cy="79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83" name="Grup 82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84" name="Dikdörtgen 83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85" name="Dikdörtgen 84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86" name="Dikdörtgen 85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87" name="Düz Ok Bağlayıcısı 86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Metin kutusu 87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1" name="Metin kutusu 80"/>
          <p:cNvSpPr txBox="1"/>
          <p:nvPr/>
        </p:nvSpPr>
        <p:spPr>
          <a:xfrm>
            <a:off x="40845" y="6138369"/>
            <a:ext cx="351731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tablo.yerlestir(41,"Sena");</a:t>
            </a:r>
          </a:p>
        </p:txBody>
      </p:sp>
      <p:cxnSp>
        <p:nvCxnSpPr>
          <p:cNvPr id="82" name="Düz Ok Bağlayıcısı 81"/>
          <p:cNvCxnSpPr/>
          <p:nvPr/>
        </p:nvCxnSpPr>
        <p:spPr>
          <a:xfrm>
            <a:off x="4980208" y="269588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67418388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cxnSp>
          <p:nvCxnSpPr>
            <p:cNvPr id="37" name="Düz Ok Bağlayıcısı 36"/>
            <p:cNvCxnSpPr>
              <a:endCxn id="86" idx="1"/>
            </p:cNvCxnSpPr>
            <p:nvPr/>
          </p:nvCxnSpPr>
          <p:spPr>
            <a:xfrm flipV="1">
              <a:off x="3276537" y="2090202"/>
              <a:ext cx="1585666" cy="79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"Sena"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83" name="Grup 82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84" name="Dikdörtgen 83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85" name="Dikdörtgen 84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86" name="Dikdörtgen 85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87" name="Düz Ok Bağlayıcısı 86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Metin kutusu 87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1" name="Metin kutusu 80"/>
          <p:cNvSpPr txBox="1"/>
          <p:nvPr/>
        </p:nvSpPr>
        <p:spPr>
          <a:xfrm>
            <a:off x="40845" y="6138369"/>
            <a:ext cx="351731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tablo.yerlestir(41,"Sena");</a:t>
            </a:r>
          </a:p>
        </p:txBody>
      </p:sp>
      <p:cxnSp>
        <p:nvCxnSpPr>
          <p:cNvPr id="82" name="Düz Ok Bağlayıcısı 81"/>
          <p:cNvCxnSpPr/>
          <p:nvPr/>
        </p:nvCxnSpPr>
        <p:spPr>
          <a:xfrm>
            <a:off x="4980208" y="269588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3925524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cxnSp>
          <p:nvCxnSpPr>
            <p:cNvPr id="37" name="Düz Ok Bağlayıcısı 36"/>
            <p:cNvCxnSpPr>
              <a:endCxn id="86" idx="1"/>
            </p:cNvCxnSpPr>
            <p:nvPr/>
          </p:nvCxnSpPr>
          <p:spPr>
            <a:xfrm flipV="1">
              <a:off x="3276537" y="2090202"/>
              <a:ext cx="1585666" cy="79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"Sena"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83" name="Grup 82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84" name="Dikdörtgen 83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85" name="Dikdörtgen 84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86" name="Dikdörtgen 85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87" name="Düz Ok Bağlayıcısı 86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Metin kutusu 87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1" name="Metin kutusu 80"/>
          <p:cNvSpPr txBox="1"/>
          <p:nvPr/>
        </p:nvSpPr>
        <p:spPr>
          <a:xfrm>
            <a:off x="40845" y="6138369"/>
            <a:ext cx="351731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tablo.yerlestir(41,"Sena");</a:t>
            </a:r>
          </a:p>
        </p:txBody>
      </p:sp>
      <p:cxnSp>
        <p:nvCxnSpPr>
          <p:cNvPr id="82" name="Düz Ok Bağlayıcısı 81"/>
          <p:cNvCxnSpPr/>
          <p:nvPr/>
        </p:nvCxnSpPr>
        <p:spPr>
          <a:xfrm>
            <a:off x="4980208" y="292811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20178632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cxnSp>
          <p:nvCxnSpPr>
            <p:cNvPr id="37" name="Düz Ok Bağlayıcısı 36"/>
            <p:cNvCxnSpPr>
              <a:endCxn id="86" idx="1"/>
            </p:cNvCxnSpPr>
            <p:nvPr/>
          </p:nvCxnSpPr>
          <p:spPr>
            <a:xfrm flipV="1">
              <a:off x="3276537" y="2090202"/>
              <a:ext cx="1585666" cy="79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"Sena"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83" name="Grup 82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84" name="Dikdörtgen 83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85" name="Dikdörtgen 84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86" name="Dikdörtgen 85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87" name="Düz Ok Bağlayıcısı 86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Metin kutusu 87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1" name="Metin kutusu 80"/>
          <p:cNvSpPr txBox="1"/>
          <p:nvPr/>
        </p:nvSpPr>
        <p:spPr>
          <a:xfrm>
            <a:off x="40845" y="6138369"/>
            <a:ext cx="351731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tablo.yerlestir(41,"Sena");</a:t>
            </a:r>
          </a:p>
        </p:txBody>
      </p:sp>
      <p:cxnSp>
        <p:nvCxnSpPr>
          <p:cNvPr id="82" name="Düz Ok Bağlayıcısı 81"/>
          <p:cNvCxnSpPr/>
          <p:nvPr/>
        </p:nvCxnSpPr>
        <p:spPr>
          <a:xfrm>
            <a:off x="4980208" y="318937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Grup 88"/>
          <p:cNvGrpSpPr/>
          <p:nvPr/>
        </p:nvGrpSpPr>
        <p:grpSpPr>
          <a:xfrm>
            <a:off x="2175115" y="1785693"/>
            <a:ext cx="554960" cy="490899"/>
            <a:chOff x="2175112" y="1785693"/>
            <a:chExt cx="554960" cy="490899"/>
          </a:xfrm>
        </p:grpSpPr>
        <p:sp>
          <p:nvSpPr>
            <p:cNvPr id="90" name="Metin kutusu 89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91" name="Düz Ok Bağlayıcısı 90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06956153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cxnSp>
          <p:nvCxnSpPr>
            <p:cNvPr id="37" name="Düz Ok Bağlayıcısı 36"/>
            <p:cNvCxnSpPr>
              <a:endCxn id="86" idx="1"/>
            </p:cNvCxnSpPr>
            <p:nvPr/>
          </p:nvCxnSpPr>
          <p:spPr>
            <a:xfrm flipV="1">
              <a:off x="3276537" y="2090202"/>
              <a:ext cx="1585666" cy="79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"Sena"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83" name="Grup 82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84" name="Dikdörtgen 83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85" name="Dikdörtgen 84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86" name="Dikdörtgen 85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87" name="Düz Ok Bağlayıcısı 86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Metin kutusu 87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1" name="Metin kutusu 80"/>
          <p:cNvSpPr txBox="1"/>
          <p:nvPr/>
        </p:nvSpPr>
        <p:spPr>
          <a:xfrm>
            <a:off x="40845" y="6138369"/>
            <a:ext cx="351731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tablo.yerlestir(41,"Sena");</a:t>
            </a:r>
          </a:p>
        </p:txBody>
      </p:sp>
      <p:cxnSp>
        <p:nvCxnSpPr>
          <p:cNvPr id="82" name="Düz Ok Bağlayıcısı 81"/>
          <p:cNvCxnSpPr/>
          <p:nvPr/>
        </p:nvCxnSpPr>
        <p:spPr>
          <a:xfrm>
            <a:off x="4980208" y="343611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Grup 88"/>
          <p:cNvGrpSpPr/>
          <p:nvPr/>
        </p:nvGrpSpPr>
        <p:grpSpPr>
          <a:xfrm>
            <a:off x="2175115" y="1785693"/>
            <a:ext cx="554960" cy="490899"/>
            <a:chOff x="2175112" y="1785693"/>
            <a:chExt cx="554960" cy="490899"/>
          </a:xfrm>
        </p:grpSpPr>
        <p:sp>
          <p:nvSpPr>
            <p:cNvPr id="90" name="Metin kutusu 89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91" name="Düz Ok Bağlayıcısı 90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04701767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cxnSp>
          <p:nvCxnSpPr>
            <p:cNvPr id="37" name="Düz Ok Bağlayıcısı 36"/>
            <p:cNvCxnSpPr>
              <a:endCxn id="86" idx="1"/>
            </p:cNvCxnSpPr>
            <p:nvPr/>
          </p:nvCxnSpPr>
          <p:spPr>
            <a:xfrm flipV="1">
              <a:off x="3276537" y="2090202"/>
              <a:ext cx="1585666" cy="79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"Sena"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83" name="Grup 82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84" name="Dikdörtgen 83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85" name="Dikdörtgen 84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86" name="Dikdörtgen 85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87" name="Düz Ok Bağlayıcısı 86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Metin kutusu 87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1" name="Metin kutusu 80"/>
          <p:cNvSpPr txBox="1"/>
          <p:nvPr/>
        </p:nvSpPr>
        <p:spPr>
          <a:xfrm>
            <a:off x="40845" y="6138369"/>
            <a:ext cx="351731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tablo.yerlestir(41,"Sena");</a:t>
            </a:r>
          </a:p>
        </p:txBody>
      </p:sp>
      <p:cxnSp>
        <p:nvCxnSpPr>
          <p:cNvPr id="82" name="Düz Ok Bağlayıcısı 81"/>
          <p:cNvCxnSpPr/>
          <p:nvPr/>
        </p:nvCxnSpPr>
        <p:spPr>
          <a:xfrm>
            <a:off x="4980208" y="366834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Grup 88"/>
          <p:cNvGrpSpPr/>
          <p:nvPr/>
        </p:nvGrpSpPr>
        <p:grpSpPr>
          <a:xfrm>
            <a:off x="2175115" y="1785693"/>
            <a:ext cx="554960" cy="490899"/>
            <a:chOff x="2175112" y="1785693"/>
            <a:chExt cx="554960" cy="490899"/>
          </a:xfrm>
        </p:grpSpPr>
        <p:sp>
          <p:nvSpPr>
            <p:cNvPr id="90" name="Metin kutusu 89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91" name="Düz Ok Bağlayıcısı 90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89250241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cxnSp>
          <p:nvCxnSpPr>
            <p:cNvPr id="37" name="Düz Ok Bağlayıcısı 36"/>
            <p:cNvCxnSpPr>
              <a:endCxn id="86" idx="1"/>
            </p:cNvCxnSpPr>
            <p:nvPr/>
          </p:nvCxnSpPr>
          <p:spPr>
            <a:xfrm flipV="1">
              <a:off x="3276537" y="2090202"/>
              <a:ext cx="1585666" cy="79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"Sena"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83" name="Grup 82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84" name="Dikdörtgen 83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85" name="Dikdörtgen 84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86" name="Dikdörtgen 85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87" name="Düz Ok Bağlayıcısı 86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Metin kutusu 87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1" name="Metin kutusu 80"/>
          <p:cNvSpPr txBox="1"/>
          <p:nvPr/>
        </p:nvSpPr>
        <p:spPr>
          <a:xfrm>
            <a:off x="40845" y="6138369"/>
            <a:ext cx="351731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tablo.yerlestir(41,"Sena");</a:t>
            </a:r>
          </a:p>
        </p:txBody>
      </p:sp>
      <p:cxnSp>
        <p:nvCxnSpPr>
          <p:cNvPr id="82" name="Düz Ok Bağlayıcısı 81"/>
          <p:cNvCxnSpPr/>
          <p:nvPr/>
        </p:nvCxnSpPr>
        <p:spPr>
          <a:xfrm>
            <a:off x="4980208" y="464080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Grup 88"/>
          <p:cNvGrpSpPr/>
          <p:nvPr/>
        </p:nvGrpSpPr>
        <p:grpSpPr>
          <a:xfrm>
            <a:off x="4700600" y="1785693"/>
            <a:ext cx="554960" cy="490899"/>
            <a:chOff x="2175112" y="1785693"/>
            <a:chExt cx="554960" cy="490899"/>
          </a:xfrm>
        </p:grpSpPr>
        <p:sp>
          <p:nvSpPr>
            <p:cNvPr id="90" name="Metin kutusu 89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91" name="Düz Ok Bağlayıcısı 90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28826018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cxnSp>
          <p:nvCxnSpPr>
            <p:cNvPr id="37" name="Düz Ok Bağlayıcısı 36"/>
            <p:cNvCxnSpPr>
              <a:endCxn id="86" idx="1"/>
            </p:cNvCxnSpPr>
            <p:nvPr/>
          </p:nvCxnSpPr>
          <p:spPr>
            <a:xfrm flipV="1">
              <a:off x="3276537" y="2090202"/>
              <a:ext cx="1585666" cy="79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"Sena"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83" name="Grup 82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84" name="Dikdörtgen 83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85" name="Dikdörtgen 84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86" name="Dikdörtgen 85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87" name="Düz Ok Bağlayıcısı 86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Metin kutusu 87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1" name="Metin kutusu 80"/>
          <p:cNvSpPr txBox="1"/>
          <p:nvPr/>
        </p:nvSpPr>
        <p:spPr>
          <a:xfrm>
            <a:off x="40845" y="6138369"/>
            <a:ext cx="351731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tablo.yerlestir(41,"Sena");</a:t>
            </a:r>
          </a:p>
        </p:txBody>
      </p:sp>
      <p:cxnSp>
        <p:nvCxnSpPr>
          <p:cNvPr id="82" name="Düz Ok Bağlayıcısı 81"/>
          <p:cNvCxnSpPr/>
          <p:nvPr/>
        </p:nvCxnSpPr>
        <p:spPr>
          <a:xfrm>
            <a:off x="4980208" y="345063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Grup 88"/>
          <p:cNvGrpSpPr/>
          <p:nvPr/>
        </p:nvGrpSpPr>
        <p:grpSpPr>
          <a:xfrm>
            <a:off x="4700600" y="1785693"/>
            <a:ext cx="554960" cy="490899"/>
            <a:chOff x="2175112" y="1785693"/>
            <a:chExt cx="554960" cy="490899"/>
          </a:xfrm>
        </p:grpSpPr>
        <p:sp>
          <p:nvSpPr>
            <p:cNvPr id="90" name="Metin kutusu 89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91" name="Düz Ok Bağlayıcısı 90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22484462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cxnSp>
          <p:nvCxnSpPr>
            <p:cNvPr id="37" name="Düz Ok Bağlayıcısı 36"/>
            <p:cNvCxnSpPr>
              <a:endCxn id="86" idx="1"/>
            </p:cNvCxnSpPr>
            <p:nvPr/>
          </p:nvCxnSpPr>
          <p:spPr>
            <a:xfrm flipV="1">
              <a:off x="3276537" y="2090202"/>
              <a:ext cx="1585666" cy="79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"Sena"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83" name="Grup 82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84" name="Dikdörtgen 83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85" name="Dikdörtgen 84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86" name="Dikdörtgen 85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87" name="Düz Ok Bağlayıcısı 86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Metin kutusu 87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1" name="Metin kutusu 80"/>
          <p:cNvSpPr txBox="1"/>
          <p:nvPr/>
        </p:nvSpPr>
        <p:spPr>
          <a:xfrm>
            <a:off x="40845" y="6138369"/>
            <a:ext cx="351731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tablo.yerlestir(41,"Sena");</a:t>
            </a:r>
          </a:p>
        </p:txBody>
      </p:sp>
      <p:cxnSp>
        <p:nvCxnSpPr>
          <p:cNvPr id="82" name="Düz Ok Bağlayıcısı 81"/>
          <p:cNvCxnSpPr/>
          <p:nvPr/>
        </p:nvCxnSpPr>
        <p:spPr>
          <a:xfrm>
            <a:off x="4980208" y="513428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Grup 88"/>
          <p:cNvGrpSpPr/>
          <p:nvPr/>
        </p:nvGrpSpPr>
        <p:grpSpPr>
          <a:xfrm>
            <a:off x="4700600" y="1785693"/>
            <a:ext cx="554960" cy="490899"/>
            <a:chOff x="2175112" y="1785693"/>
            <a:chExt cx="554960" cy="490899"/>
          </a:xfrm>
        </p:grpSpPr>
        <p:sp>
          <p:nvSpPr>
            <p:cNvPr id="90" name="Metin kutusu 89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91" name="Düz Ok Bağlayıcısı 90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42589950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cxnSp>
          <p:nvCxnSpPr>
            <p:cNvPr id="37" name="Düz Ok Bağlayıcısı 36"/>
            <p:cNvCxnSpPr>
              <a:endCxn id="86" idx="1"/>
            </p:cNvCxnSpPr>
            <p:nvPr/>
          </p:nvCxnSpPr>
          <p:spPr>
            <a:xfrm flipV="1">
              <a:off x="3276537" y="2090202"/>
              <a:ext cx="1585666" cy="79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"Sena"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83" name="Grup 82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84" name="Dikdörtgen 83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85" name="Dikdörtgen 84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86" name="Dikdörtgen 85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87" name="Düz Ok Bağlayıcısı 86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Metin kutusu 87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1" name="Metin kutusu 80"/>
          <p:cNvSpPr txBox="1"/>
          <p:nvPr/>
        </p:nvSpPr>
        <p:spPr>
          <a:xfrm>
            <a:off x="40845" y="6138369"/>
            <a:ext cx="351731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tablo.yerlestir(41,"Sena");</a:t>
            </a:r>
          </a:p>
        </p:txBody>
      </p:sp>
      <p:cxnSp>
        <p:nvCxnSpPr>
          <p:cNvPr id="82" name="Düz Ok Bağlayıcısı 81"/>
          <p:cNvCxnSpPr/>
          <p:nvPr/>
        </p:nvCxnSpPr>
        <p:spPr>
          <a:xfrm>
            <a:off x="4980208" y="536651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Grup 88"/>
          <p:cNvGrpSpPr/>
          <p:nvPr/>
        </p:nvGrpSpPr>
        <p:grpSpPr>
          <a:xfrm>
            <a:off x="2175114" y="1785693"/>
            <a:ext cx="554960" cy="490899"/>
            <a:chOff x="2175112" y="1785693"/>
            <a:chExt cx="554960" cy="490899"/>
          </a:xfrm>
        </p:grpSpPr>
        <p:sp>
          <p:nvSpPr>
            <p:cNvPr id="90" name="Metin kutusu 89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91" name="Düz Ok Bağlayıcısı 90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18390131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cxnSp>
          <p:nvCxnSpPr>
            <p:cNvPr id="37" name="Düz Ok Bağlayıcısı 36"/>
            <p:cNvCxnSpPr>
              <a:endCxn id="86" idx="1"/>
            </p:cNvCxnSpPr>
            <p:nvPr/>
          </p:nvCxnSpPr>
          <p:spPr>
            <a:xfrm flipV="1">
              <a:off x="3276537" y="2090202"/>
              <a:ext cx="1585666" cy="79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"Sena"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83" name="Grup 82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84" name="Dikdörtgen 83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85" name="Dikdörtgen 84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86" name="Dikdörtgen 85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87" name="Düz Ok Bağlayıcısı 86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Metin kutusu 87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1" name="Metin kutusu 80"/>
          <p:cNvSpPr txBox="1"/>
          <p:nvPr/>
        </p:nvSpPr>
        <p:spPr>
          <a:xfrm>
            <a:off x="40845" y="6138369"/>
            <a:ext cx="351731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tablo.yerlestir(41,"Sena");</a:t>
            </a:r>
          </a:p>
        </p:txBody>
      </p:sp>
      <p:cxnSp>
        <p:nvCxnSpPr>
          <p:cNvPr id="82" name="Düz Ok Bağlayıcısı 81"/>
          <p:cNvCxnSpPr/>
          <p:nvPr/>
        </p:nvCxnSpPr>
        <p:spPr>
          <a:xfrm>
            <a:off x="4980208" y="562777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Grup 88"/>
          <p:cNvGrpSpPr/>
          <p:nvPr/>
        </p:nvGrpSpPr>
        <p:grpSpPr>
          <a:xfrm>
            <a:off x="2175114" y="1785693"/>
            <a:ext cx="554960" cy="490899"/>
            <a:chOff x="2175112" y="1785693"/>
            <a:chExt cx="554960" cy="490899"/>
          </a:xfrm>
        </p:grpSpPr>
        <p:sp>
          <p:nvSpPr>
            <p:cNvPr id="90" name="Metin kutusu 89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91" name="Düz Ok Bağlayıcısı 90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2" name="Grup 91"/>
          <p:cNvGrpSpPr/>
          <p:nvPr/>
        </p:nvGrpSpPr>
        <p:grpSpPr>
          <a:xfrm flipH="1">
            <a:off x="2943265" y="1915311"/>
            <a:ext cx="3023404" cy="423230"/>
            <a:chOff x="5965370" y="4057541"/>
            <a:chExt cx="3023404" cy="423230"/>
          </a:xfrm>
        </p:grpSpPr>
        <p:sp>
          <p:nvSpPr>
            <p:cNvPr id="93" name="Dikdörtgen 92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94" name="Dikdörtgen 93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95" name="Dikdörtgen 94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96" name="Düz Ok Bağlayıcısı 95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Metin kutusu 96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98" name="Grup 97"/>
          <p:cNvGrpSpPr/>
          <p:nvPr/>
        </p:nvGrpSpPr>
        <p:grpSpPr>
          <a:xfrm>
            <a:off x="4632335" y="2399394"/>
            <a:ext cx="801823" cy="517853"/>
            <a:chOff x="2818048" y="2486482"/>
            <a:chExt cx="801823" cy="517853"/>
          </a:xfrm>
        </p:grpSpPr>
        <p:sp>
          <p:nvSpPr>
            <p:cNvPr id="99" name="Metin kutusu 98"/>
            <p:cNvSpPr txBox="1"/>
            <p:nvPr/>
          </p:nvSpPr>
          <p:spPr>
            <a:xfrm>
              <a:off x="2818048" y="2665781"/>
              <a:ext cx="80182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dugum</a:t>
              </a:r>
            </a:p>
          </p:txBody>
        </p:sp>
        <p:cxnSp>
          <p:nvCxnSpPr>
            <p:cNvPr id="100" name="Düz Ok Bağlayıcısı 99"/>
            <p:cNvCxnSpPr/>
            <p:nvPr/>
          </p:nvCxnSpPr>
          <p:spPr>
            <a:xfrm flipV="1">
              <a:off x="3219263" y="2486482"/>
              <a:ext cx="0" cy="245816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1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73362951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cxnSp>
          <p:nvCxnSpPr>
            <p:cNvPr id="37" name="Düz Ok Bağlayıcısı 36"/>
            <p:cNvCxnSpPr>
              <a:endCxn id="86" idx="1"/>
            </p:cNvCxnSpPr>
            <p:nvPr/>
          </p:nvCxnSpPr>
          <p:spPr>
            <a:xfrm flipV="1">
              <a:off x="3276537" y="2090202"/>
              <a:ext cx="1585666" cy="79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"Sena"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83" name="Grup 82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84" name="Dikdörtgen 83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85" name="Dikdörtgen 84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86" name="Dikdörtgen 85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87" name="Düz Ok Bağlayıcısı 86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Metin kutusu 87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1" name="Metin kutusu 80"/>
          <p:cNvSpPr txBox="1"/>
          <p:nvPr/>
        </p:nvSpPr>
        <p:spPr>
          <a:xfrm>
            <a:off x="40845" y="6138369"/>
            <a:ext cx="351731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tablo.yerlestir(41,"Sena");</a:t>
            </a:r>
          </a:p>
        </p:txBody>
      </p:sp>
      <p:cxnSp>
        <p:nvCxnSpPr>
          <p:cNvPr id="82" name="Düz Ok Bağlayıcısı 81"/>
          <p:cNvCxnSpPr/>
          <p:nvPr/>
        </p:nvCxnSpPr>
        <p:spPr>
          <a:xfrm>
            <a:off x="4980208" y="588903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Grup 88"/>
          <p:cNvGrpSpPr/>
          <p:nvPr/>
        </p:nvGrpSpPr>
        <p:grpSpPr>
          <a:xfrm>
            <a:off x="2175114" y="1785693"/>
            <a:ext cx="554960" cy="490899"/>
            <a:chOff x="2175112" y="1785693"/>
            <a:chExt cx="554960" cy="490899"/>
          </a:xfrm>
        </p:grpSpPr>
        <p:sp>
          <p:nvSpPr>
            <p:cNvPr id="90" name="Metin kutusu 89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91" name="Düz Ok Bağlayıcısı 90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2" name="Grup 91"/>
          <p:cNvGrpSpPr/>
          <p:nvPr/>
        </p:nvGrpSpPr>
        <p:grpSpPr>
          <a:xfrm flipH="1">
            <a:off x="4051699" y="1955307"/>
            <a:ext cx="1914970" cy="383234"/>
            <a:chOff x="5965370" y="4097537"/>
            <a:chExt cx="1914970" cy="383234"/>
          </a:xfrm>
        </p:grpSpPr>
        <p:sp>
          <p:nvSpPr>
            <p:cNvPr id="93" name="Dikdörtgen 92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94" name="Dikdörtgen 93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95" name="Dikdörtgen 94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</p:grpSp>
      <p:grpSp>
        <p:nvGrpSpPr>
          <p:cNvPr id="98" name="Grup 97"/>
          <p:cNvGrpSpPr/>
          <p:nvPr/>
        </p:nvGrpSpPr>
        <p:grpSpPr>
          <a:xfrm>
            <a:off x="4632335" y="2399394"/>
            <a:ext cx="801823" cy="517853"/>
            <a:chOff x="2818048" y="2486482"/>
            <a:chExt cx="801823" cy="517853"/>
          </a:xfrm>
        </p:grpSpPr>
        <p:sp>
          <p:nvSpPr>
            <p:cNvPr id="99" name="Metin kutusu 98"/>
            <p:cNvSpPr txBox="1"/>
            <p:nvPr/>
          </p:nvSpPr>
          <p:spPr>
            <a:xfrm>
              <a:off x="2818048" y="2665781"/>
              <a:ext cx="80182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dugum</a:t>
              </a:r>
            </a:p>
          </p:txBody>
        </p:sp>
        <p:cxnSp>
          <p:nvCxnSpPr>
            <p:cNvPr id="100" name="Düz Ok Bağlayıcısı 99"/>
            <p:cNvCxnSpPr/>
            <p:nvPr/>
          </p:nvCxnSpPr>
          <p:spPr>
            <a:xfrm flipV="1">
              <a:off x="3219263" y="2486482"/>
              <a:ext cx="0" cy="245816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1" name="Düz Ok Bağlayıcısı 100"/>
          <p:cNvCxnSpPr/>
          <p:nvPr/>
        </p:nvCxnSpPr>
        <p:spPr>
          <a:xfrm flipH="1" flipV="1">
            <a:off x="3190673" y="1736836"/>
            <a:ext cx="1078211" cy="40009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32229443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"Sena"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83" name="Grup 82"/>
          <p:cNvGrpSpPr/>
          <p:nvPr/>
        </p:nvGrpSpPr>
        <p:grpSpPr>
          <a:xfrm>
            <a:off x="2233303" y="1313606"/>
            <a:ext cx="3023404" cy="423230"/>
            <a:chOff x="5965370" y="4057541"/>
            <a:chExt cx="3023404" cy="423230"/>
          </a:xfrm>
        </p:grpSpPr>
        <p:sp>
          <p:nvSpPr>
            <p:cNvPr id="84" name="Dikdörtgen 83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85" name="Dikdörtgen 84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86" name="Dikdörtgen 85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87" name="Düz Ok Bağlayıcısı 86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Metin kutusu 87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1" name="Metin kutusu 80"/>
          <p:cNvSpPr txBox="1"/>
          <p:nvPr/>
        </p:nvSpPr>
        <p:spPr>
          <a:xfrm>
            <a:off x="40845" y="6138369"/>
            <a:ext cx="351731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tablo.yerlestir(41,"Sena");</a:t>
            </a:r>
          </a:p>
        </p:txBody>
      </p:sp>
      <p:cxnSp>
        <p:nvCxnSpPr>
          <p:cNvPr id="82" name="Düz Ok Bağlayıcısı 81"/>
          <p:cNvCxnSpPr/>
          <p:nvPr/>
        </p:nvCxnSpPr>
        <p:spPr>
          <a:xfrm>
            <a:off x="4980208" y="610674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Grup 88"/>
          <p:cNvGrpSpPr/>
          <p:nvPr/>
        </p:nvGrpSpPr>
        <p:grpSpPr>
          <a:xfrm>
            <a:off x="2175114" y="1785693"/>
            <a:ext cx="554960" cy="490899"/>
            <a:chOff x="2175112" y="1785693"/>
            <a:chExt cx="554960" cy="490899"/>
          </a:xfrm>
        </p:grpSpPr>
        <p:sp>
          <p:nvSpPr>
            <p:cNvPr id="90" name="Metin kutusu 89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91" name="Düz Ok Bağlayıcısı 90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2" name="Grup 91"/>
          <p:cNvGrpSpPr/>
          <p:nvPr/>
        </p:nvGrpSpPr>
        <p:grpSpPr>
          <a:xfrm flipH="1">
            <a:off x="4051699" y="1955307"/>
            <a:ext cx="1914970" cy="383234"/>
            <a:chOff x="5965370" y="4097537"/>
            <a:chExt cx="1914970" cy="383234"/>
          </a:xfrm>
        </p:grpSpPr>
        <p:sp>
          <p:nvSpPr>
            <p:cNvPr id="93" name="Dikdörtgen 92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94" name="Dikdörtgen 93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95" name="Dikdörtgen 94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</p:grpSp>
      <p:grpSp>
        <p:nvGrpSpPr>
          <p:cNvPr id="98" name="Grup 97"/>
          <p:cNvGrpSpPr/>
          <p:nvPr/>
        </p:nvGrpSpPr>
        <p:grpSpPr>
          <a:xfrm>
            <a:off x="4632335" y="2399394"/>
            <a:ext cx="801823" cy="517853"/>
            <a:chOff x="2818048" y="2486482"/>
            <a:chExt cx="801823" cy="517853"/>
          </a:xfrm>
        </p:grpSpPr>
        <p:sp>
          <p:nvSpPr>
            <p:cNvPr id="99" name="Metin kutusu 98"/>
            <p:cNvSpPr txBox="1"/>
            <p:nvPr/>
          </p:nvSpPr>
          <p:spPr>
            <a:xfrm>
              <a:off x="2818048" y="2665781"/>
              <a:ext cx="80182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dugum</a:t>
              </a:r>
            </a:p>
          </p:txBody>
        </p:sp>
        <p:cxnSp>
          <p:nvCxnSpPr>
            <p:cNvPr id="100" name="Düz Ok Bağlayıcısı 99"/>
            <p:cNvCxnSpPr/>
            <p:nvPr/>
          </p:nvCxnSpPr>
          <p:spPr>
            <a:xfrm flipV="1">
              <a:off x="3219263" y="2486482"/>
              <a:ext cx="0" cy="245816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1" name="Düz Ok Bağlayıcısı 100"/>
          <p:cNvCxnSpPr/>
          <p:nvPr/>
        </p:nvCxnSpPr>
        <p:spPr>
          <a:xfrm flipH="1" flipV="1">
            <a:off x="3190673" y="1736836"/>
            <a:ext cx="1078211" cy="40009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Düz Ok Bağlayıcısı 217"/>
          <p:cNvCxnSpPr/>
          <p:nvPr/>
        </p:nvCxnSpPr>
        <p:spPr>
          <a:xfrm>
            <a:off x="647637" y="1544900"/>
            <a:ext cx="2286063" cy="1038333"/>
          </a:xfrm>
          <a:prstGeom prst="straightConnector1">
            <a:avLst/>
          </a:prstGeom>
          <a:ln w="19050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9" name="Düz Ok Bağlayıcısı 218"/>
          <p:cNvCxnSpPr/>
          <p:nvPr/>
        </p:nvCxnSpPr>
        <p:spPr>
          <a:xfrm flipV="1">
            <a:off x="2927350" y="2253197"/>
            <a:ext cx="1024645" cy="327525"/>
          </a:xfrm>
          <a:prstGeom prst="straightConnector1">
            <a:avLst/>
          </a:prstGeom>
          <a:ln w="1905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0766898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"Sena"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1" name="Metin kutusu 80"/>
          <p:cNvSpPr txBox="1"/>
          <p:nvPr/>
        </p:nvSpPr>
        <p:spPr>
          <a:xfrm>
            <a:off x="40845" y="6138369"/>
            <a:ext cx="351731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tablo.yerlestir(41,"Sena");</a:t>
            </a:r>
          </a:p>
        </p:txBody>
      </p:sp>
      <p:cxnSp>
        <p:nvCxnSpPr>
          <p:cNvPr id="82" name="Düz Ok Bağlayıcısı 81"/>
          <p:cNvCxnSpPr/>
          <p:nvPr/>
        </p:nvCxnSpPr>
        <p:spPr>
          <a:xfrm>
            <a:off x="4980208" y="610674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6" name="Grup 95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97" name="Dikdörtgen 9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02" name="Dikdörtgen 10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03" name="Dikdörtgen 10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04" name="Düz Ok Bağlayıcısı 10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5" name="Grup 104"/>
          <p:cNvGrpSpPr/>
          <p:nvPr/>
        </p:nvGrpSpPr>
        <p:grpSpPr>
          <a:xfrm>
            <a:off x="4689712" y="1785693"/>
            <a:ext cx="554960" cy="490899"/>
            <a:chOff x="2175112" y="1785693"/>
            <a:chExt cx="554960" cy="490899"/>
          </a:xfrm>
        </p:grpSpPr>
        <p:sp>
          <p:nvSpPr>
            <p:cNvPr id="106" name="Metin kutusu 10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07" name="Düz Ok Bağlayıcısı 106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8" name="Düz Ok Bağlayıcısı 107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up 108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10" name="Dikdörtgen 109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11" name="Dikdörtgen 110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12" name="Dikdörtgen 111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13" name="Düz Ok Bağlayıcısı 112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Metin kutusu 113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15" name="Grup 114"/>
          <p:cNvGrpSpPr/>
          <p:nvPr/>
        </p:nvGrpSpPr>
        <p:grpSpPr>
          <a:xfrm>
            <a:off x="2062568" y="1792949"/>
            <a:ext cx="801823" cy="490899"/>
            <a:chOff x="2051681" y="1785693"/>
            <a:chExt cx="801823" cy="490899"/>
          </a:xfrm>
        </p:grpSpPr>
        <p:sp>
          <p:nvSpPr>
            <p:cNvPr id="116" name="Metin kutusu 115"/>
            <p:cNvSpPr txBox="1"/>
            <p:nvPr/>
          </p:nvSpPr>
          <p:spPr>
            <a:xfrm>
              <a:off x="2051681" y="1938038"/>
              <a:ext cx="80182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dugum</a:t>
              </a:r>
            </a:p>
          </p:txBody>
        </p:sp>
        <p:cxnSp>
          <p:nvCxnSpPr>
            <p:cNvPr id="117" name="Düz Ok Bağlayıcısı 116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9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41561841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96" name="Grup 95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97" name="Dikdörtgen 9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02" name="Dikdörtgen 10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03" name="Dikdörtgen 10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04" name="Düz Ok Bağlayıcısı 10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8" name="Düz Ok Bağlayıcısı 107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up 108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10" name="Dikdörtgen 109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11" name="Dikdörtgen 110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12" name="Dikdörtgen 111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13" name="Düz Ok Bağlayıcısı 112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Metin kutusu 113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1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68367606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96" name="Grup 95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97" name="Dikdörtgen 9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02" name="Dikdörtgen 10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03" name="Dikdörtgen 10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04" name="Düz Ok Bağlayıcısı 10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8" name="Düz Ok Bağlayıcısı 107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up 108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10" name="Dikdörtgen 109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11" name="Dikdörtgen 110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12" name="Dikdörtgen 111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13" name="Düz Ok Bağlayıcısı 112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Metin kutusu 113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2" name="Metin kutusu 81"/>
          <p:cNvSpPr txBox="1"/>
          <p:nvPr/>
        </p:nvSpPr>
        <p:spPr>
          <a:xfrm>
            <a:off x="40845" y="6138369"/>
            <a:ext cx="3393878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tablo.yerlestir(21,"Ali");</a:t>
            </a:r>
          </a:p>
        </p:txBody>
      </p:sp>
      <p:sp>
        <p:nvSpPr>
          <p:cNvPr id="83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81920301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"Ali"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96" name="Grup 95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97" name="Dikdörtgen 9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02" name="Dikdörtgen 10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03" name="Dikdörtgen 10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04" name="Düz Ok Bağlayıcısı 10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8" name="Düz Ok Bağlayıcısı 107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up 108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10" name="Dikdörtgen 109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11" name="Dikdörtgen 110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12" name="Dikdörtgen 111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13" name="Düz Ok Bağlayıcısı 112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Metin kutusu 113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2" name="Metin kutusu 81"/>
          <p:cNvSpPr txBox="1"/>
          <p:nvPr/>
        </p:nvSpPr>
        <p:spPr>
          <a:xfrm>
            <a:off x="40845" y="6138369"/>
            <a:ext cx="3393878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tablo.yerlestir(21,"Ali");</a:t>
            </a:r>
          </a:p>
        </p:txBody>
      </p:sp>
      <p:cxnSp>
        <p:nvCxnSpPr>
          <p:cNvPr id="83" name="Düz Ok Bağlayıcısı 82"/>
          <p:cNvCxnSpPr/>
          <p:nvPr/>
        </p:nvCxnSpPr>
        <p:spPr>
          <a:xfrm>
            <a:off x="4980208" y="271039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96848696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"Ali"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96" name="Grup 95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97" name="Dikdörtgen 9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02" name="Dikdörtgen 10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03" name="Dikdörtgen 10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04" name="Düz Ok Bağlayıcısı 10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8" name="Düz Ok Bağlayıcısı 107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up 108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10" name="Dikdörtgen 109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11" name="Dikdörtgen 110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12" name="Dikdörtgen 111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13" name="Düz Ok Bağlayıcısı 112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Metin kutusu 113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2" name="Metin kutusu 81"/>
          <p:cNvSpPr txBox="1"/>
          <p:nvPr/>
        </p:nvSpPr>
        <p:spPr>
          <a:xfrm>
            <a:off x="40845" y="6138369"/>
            <a:ext cx="3393878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tablo.yerlestir(21,"Ali");</a:t>
            </a:r>
          </a:p>
        </p:txBody>
      </p:sp>
      <p:cxnSp>
        <p:nvCxnSpPr>
          <p:cNvPr id="83" name="Düz Ok Bağlayıcısı 82"/>
          <p:cNvCxnSpPr/>
          <p:nvPr/>
        </p:nvCxnSpPr>
        <p:spPr>
          <a:xfrm>
            <a:off x="4980208" y="294262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99493561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"Ali"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96" name="Grup 95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97" name="Dikdörtgen 9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02" name="Dikdörtgen 10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03" name="Dikdörtgen 10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04" name="Düz Ok Bağlayıcısı 10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8" name="Düz Ok Bağlayıcısı 107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up 108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10" name="Dikdörtgen 109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11" name="Dikdörtgen 110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12" name="Dikdörtgen 111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13" name="Düz Ok Bağlayıcısı 112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Metin kutusu 113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2" name="Metin kutusu 81"/>
          <p:cNvSpPr txBox="1"/>
          <p:nvPr/>
        </p:nvSpPr>
        <p:spPr>
          <a:xfrm>
            <a:off x="40845" y="6138369"/>
            <a:ext cx="3393878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tablo.yerlestir(21,"Ali");</a:t>
            </a:r>
          </a:p>
        </p:txBody>
      </p:sp>
      <p:cxnSp>
        <p:nvCxnSpPr>
          <p:cNvPr id="83" name="Düz Ok Bağlayıcısı 82"/>
          <p:cNvCxnSpPr/>
          <p:nvPr/>
        </p:nvCxnSpPr>
        <p:spPr>
          <a:xfrm>
            <a:off x="4980208" y="317485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Grup 83"/>
          <p:cNvGrpSpPr/>
          <p:nvPr/>
        </p:nvGrpSpPr>
        <p:grpSpPr>
          <a:xfrm>
            <a:off x="2175114" y="1785693"/>
            <a:ext cx="554960" cy="490899"/>
            <a:chOff x="2175112" y="1785693"/>
            <a:chExt cx="554960" cy="490899"/>
          </a:xfrm>
        </p:grpSpPr>
        <p:sp>
          <p:nvSpPr>
            <p:cNvPr id="85" name="Metin kutusu 8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86" name="Düz Ok Bağlayıcısı 8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15014035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"Ali"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96" name="Grup 95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97" name="Dikdörtgen 9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02" name="Dikdörtgen 10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03" name="Dikdörtgen 10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04" name="Düz Ok Bağlayıcısı 10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8" name="Düz Ok Bağlayıcısı 107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up 108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10" name="Dikdörtgen 109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11" name="Dikdörtgen 110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12" name="Dikdörtgen 111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13" name="Düz Ok Bağlayıcısı 112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Metin kutusu 113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2" name="Metin kutusu 81"/>
          <p:cNvSpPr txBox="1"/>
          <p:nvPr/>
        </p:nvSpPr>
        <p:spPr>
          <a:xfrm>
            <a:off x="40845" y="6138369"/>
            <a:ext cx="3393878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tablo.yerlestir(21,"Ali");</a:t>
            </a:r>
          </a:p>
        </p:txBody>
      </p:sp>
      <p:cxnSp>
        <p:nvCxnSpPr>
          <p:cNvPr id="83" name="Düz Ok Bağlayıcısı 82"/>
          <p:cNvCxnSpPr/>
          <p:nvPr/>
        </p:nvCxnSpPr>
        <p:spPr>
          <a:xfrm>
            <a:off x="4980208" y="345062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Grup 83"/>
          <p:cNvGrpSpPr/>
          <p:nvPr/>
        </p:nvGrpSpPr>
        <p:grpSpPr>
          <a:xfrm>
            <a:off x="2175114" y="1785693"/>
            <a:ext cx="554960" cy="490899"/>
            <a:chOff x="2175112" y="1785693"/>
            <a:chExt cx="554960" cy="490899"/>
          </a:xfrm>
        </p:grpSpPr>
        <p:sp>
          <p:nvSpPr>
            <p:cNvPr id="85" name="Metin kutusu 8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86" name="Düz Ok Bağlayıcısı 8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16629390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"Ali"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96" name="Grup 95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97" name="Dikdörtgen 9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02" name="Dikdörtgen 10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03" name="Dikdörtgen 10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04" name="Düz Ok Bağlayıcısı 10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8" name="Düz Ok Bağlayıcısı 107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up 108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10" name="Dikdörtgen 109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11" name="Dikdörtgen 110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12" name="Dikdörtgen 111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13" name="Düz Ok Bağlayıcısı 112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Metin kutusu 113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2" name="Metin kutusu 81"/>
          <p:cNvSpPr txBox="1"/>
          <p:nvPr/>
        </p:nvSpPr>
        <p:spPr>
          <a:xfrm>
            <a:off x="40845" y="6138369"/>
            <a:ext cx="3393878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tablo.yerlestir(21,"Ali");</a:t>
            </a:r>
          </a:p>
        </p:txBody>
      </p:sp>
      <p:cxnSp>
        <p:nvCxnSpPr>
          <p:cNvPr id="83" name="Düz Ok Bağlayıcısı 82"/>
          <p:cNvCxnSpPr/>
          <p:nvPr/>
        </p:nvCxnSpPr>
        <p:spPr>
          <a:xfrm>
            <a:off x="4980208" y="365382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Grup 83"/>
          <p:cNvGrpSpPr/>
          <p:nvPr/>
        </p:nvGrpSpPr>
        <p:grpSpPr>
          <a:xfrm>
            <a:off x="2175114" y="1785693"/>
            <a:ext cx="554960" cy="490899"/>
            <a:chOff x="2175112" y="1785693"/>
            <a:chExt cx="554960" cy="490899"/>
          </a:xfrm>
        </p:grpSpPr>
        <p:sp>
          <p:nvSpPr>
            <p:cNvPr id="85" name="Metin kutusu 8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86" name="Düz Ok Bağlayıcısı 8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3234470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"Ali"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96" name="Grup 95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97" name="Dikdörtgen 9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02" name="Dikdörtgen 10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03" name="Dikdörtgen 10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04" name="Düz Ok Bağlayıcısı 10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8" name="Düz Ok Bağlayıcısı 107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up 108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10" name="Dikdörtgen 109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11" name="Dikdörtgen 110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12" name="Dikdörtgen 111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13" name="Düz Ok Bağlayıcısı 112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Metin kutusu 113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2" name="Metin kutusu 81"/>
          <p:cNvSpPr txBox="1"/>
          <p:nvPr/>
        </p:nvSpPr>
        <p:spPr>
          <a:xfrm>
            <a:off x="40845" y="6138369"/>
            <a:ext cx="3393878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tablo.yerlestir(21,"Ali");</a:t>
            </a:r>
          </a:p>
        </p:txBody>
      </p:sp>
      <p:cxnSp>
        <p:nvCxnSpPr>
          <p:cNvPr id="83" name="Düz Ok Bağlayıcısı 82"/>
          <p:cNvCxnSpPr/>
          <p:nvPr/>
        </p:nvCxnSpPr>
        <p:spPr>
          <a:xfrm>
            <a:off x="4980208" y="465530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Grup 83"/>
          <p:cNvGrpSpPr/>
          <p:nvPr/>
        </p:nvGrpSpPr>
        <p:grpSpPr>
          <a:xfrm>
            <a:off x="4729626" y="1785693"/>
            <a:ext cx="554960" cy="490899"/>
            <a:chOff x="2175112" y="1785693"/>
            <a:chExt cx="554960" cy="490899"/>
          </a:xfrm>
        </p:grpSpPr>
        <p:sp>
          <p:nvSpPr>
            <p:cNvPr id="85" name="Metin kutusu 8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86" name="Düz Ok Bağlayıcısı 8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86553170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"Ali"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96" name="Grup 95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97" name="Dikdörtgen 9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02" name="Dikdörtgen 10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03" name="Dikdörtgen 10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04" name="Düz Ok Bağlayıcısı 10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8" name="Düz Ok Bağlayıcısı 107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up 108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10" name="Dikdörtgen 109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11" name="Dikdörtgen 110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12" name="Dikdörtgen 111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13" name="Düz Ok Bağlayıcısı 112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Metin kutusu 113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2" name="Metin kutusu 81"/>
          <p:cNvSpPr txBox="1"/>
          <p:nvPr/>
        </p:nvSpPr>
        <p:spPr>
          <a:xfrm>
            <a:off x="40845" y="6138369"/>
            <a:ext cx="3393878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tablo.yerlestir(21,"Ali");</a:t>
            </a:r>
          </a:p>
        </p:txBody>
      </p:sp>
      <p:cxnSp>
        <p:nvCxnSpPr>
          <p:cNvPr id="83" name="Düz Ok Bağlayıcısı 82"/>
          <p:cNvCxnSpPr/>
          <p:nvPr/>
        </p:nvCxnSpPr>
        <p:spPr>
          <a:xfrm>
            <a:off x="4980208" y="343611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7" name="Grup 86"/>
          <p:cNvGrpSpPr/>
          <p:nvPr/>
        </p:nvGrpSpPr>
        <p:grpSpPr>
          <a:xfrm>
            <a:off x="4729626" y="1785693"/>
            <a:ext cx="554960" cy="490899"/>
            <a:chOff x="2175112" y="1785693"/>
            <a:chExt cx="554960" cy="490899"/>
          </a:xfrm>
        </p:grpSpPr>
        <p:sp>
          <p:nvSpPr>
            <p:cNvPr id="88" name="Metin kutusu 87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89" name="Düz Ok Bağlayıcısı 88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89243802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"Ali"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96" name="Grup 95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97" name="Dikdörtgen 9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02" name="Dikdörtgen 10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03" name="Dikdörtgen 10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04" name="Düz Ok Bağlayıcısı 10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8" name="Düz Ok Bağlayıcısı 107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up 108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10" name="Dikdörtgen 109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"Leyla"</a:t>
              </a:r>
            </a:p>
          </p:txBody>
        </p:sp>
        <p:sp>
          <p:nvSpPr>
            <p:cNvPr id="111" name="Dikdörtgen 110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12" name="Dikdörtgen 111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13" name="Düz Ok Bağlayıcısı 112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Metin kutusu 113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2" name="Metin kutusu 81"/>
          <p:cNvSpPr txBox="1"/>
          <p:nvPr/>
        </p:nvSpPr>
        <p:spPr>
          <a:xfrm>
            <a:off x="40845" y="6138369"/>
            <a:ext cx="3393878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tablo.yerlestir(21,"Ali");</a:t>
            </a:r>
          </a:p>
        </p:txBody>
      </p:sp>
      <p:cxnSp>
        <p:nvCxnSpPr>
          <p:cNvPr id="83" name="Düz Ok Bağlayıcısı 82"/>
          <p:cNvCxnSpPr/>
          <p:nvPr/>
        </p:nvCxnSpPr>
        <p:spPr>
          <a:xfrm>
            <a:off x="4980208" y="366834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7" name="Grup 86"/>
          <p:cNvGrpSpPr/>
          <p:nvPr/>
        </p:nvGrpSpPr>
        <p:grpSpPr>
          <a:xfrm>
            <a:off x="4729626" y="1785693"/>
            <a:ext cx="554960" cy="490899"/>
            <a:chOff x="2175112" y="1785693"/>
            <a:chExt cx="554960" cy="490899"/>
          </a:xfrm>
        </p:grpSpPr>
        <p:sp>
          <p:nvSpPr>
            <p:cNvPr id="88" name="Metin kutusu 87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89" name="Düz Ok Bağlayıcısı 88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76999823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"Ali"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96" name="Grup 95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97" name="Dikdörtgen 9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02" name="Dikdörtgen 10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03" name="Dikdörtgen 10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04" name="Düz Ok Bağlayıcısı 10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8" name="Düz Ok Bağlayıcısı 107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up 108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10" name="Dikdörtgen 109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11" name="Dikdörtgen 110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12" name="Dikdörtgen 111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13" name="Düz Ok Bağlayıcısı 112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Metin kutusu 113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2" name="Metin kutusu 81"/>
          <p:cNvSpPr txBox="1"/>
          <p:nvPr/>
        </p:nvSpPr>
        <p:spPr>
          <a:xfrm>
            <a:off x="40845" y="6138369"/>
            <a:ext cx="3393878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tablo.yerlestir(21,"Ali");</a:t>
            </a:r>
          </a:p>
        </p:txBody>
      </p:sp>
      <p:cxnSp>
        <p:nvCxnSpPr>
          <p:cNvPr id="83" name="Düz Ok Bağlayıcısı 82"/>
          <p:cNvCxnSpPr/>
          <p:nvPr/>
        </p:nvCxnSpPr>
        <p:spPr>
          <a:xfrm>
            <a:off x="4980208" y="390056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7" name="Grup 86"/>
          <p:cNvGrpSpPr/>
          <p:nvPr/>
        </p:nvGrpSpPr>
        <p:grpSpPr>
          <a:xfrm>
            <a:off x="4729626" y="1785693"/>
            <a:ext cx="554960" cy="490899"/>
            <a:chOff x="2175112" y="1785693"/>
            <a:chExt cx="554960" cy="490899"/>
          </a:xfrm>
        </p:grpSpPr>
        <p:sp>
          <p:nvSpPr>
            <p:cNvPr id="88" name="Metin kutusu 87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89" name="Düz Ok Bağlayıcısı 88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24072146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1323439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deger = "Ali"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96" name="Grup 95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97" name="Dikdörtgen 9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02" name="Dikdörtgen 10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03" name="Dikdörtgen 10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04" name="Düz Ok Bağlayıcısı 10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8" name="Düz Ok Bağlayıcısı 107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up 108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10" name="Dikdörtgen 109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11" name="Dikdörtgen 110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12" name="Dikdörtgen 111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13" name="Düz Ok Bağlayıcısı 112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Metin kutusu 113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2" name="Metin kutusu 81"/>
          <p:cNvSpPr txBox="1"/>
          <p:nvPr/>
        </p:nvSpPr>
        <p:spPr>
          <a:xfrm>
            <a:off x="40845" y="6138369"/>
            <a:ext cx="3393878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tablo.yerlestir(21,"Ali");</a:t>
            </a:r>
          </a:p>
        </p:txBody>
      </p:sp>
      <p:cxnSp>
        <p:nvCxnSpPr>
          <p:cNvPr id="83" name="Düz Ok Bağlayıcısı 82"/>
          <p:cNvCxnSpPr/>
          <p:nvPr/>
        </p:nvCxnSpPr>
        <p:spPr>
          <a:xfrm>
            <a:off x="4980208" y="416182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7" name="Grup 86"/>
          <p:cNvGrpSpPr/>
          <p:nvPr/>
        </p:nvGrpSpPr>
        <p:grpSpPr>
          <a:xfrm>
            <a:off x="4729626" y="1785693"/>
            <a:ext cx="554960" cy="490899"/>
            <a:chOff x="2175112" y="1785693"/>
            <a:chExt cx="554960" cy="490899"/>
          </a:xfrm>
        </p:grpSpPr>
        <p:sp>
          <p:nvSpPr>
            <p:cNvPr id="88" name="Metin kutusu 87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89" name="Düz Ok Bağlayıcısı 88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34412600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 6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8" name="Grup 7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39" name="Grup 38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67" name="Dikdörtgen 66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Metin kutusu 67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40" name="Grup 39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5" name="Dikdörtgen 64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Metin kutusu 65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41" name="Grup 40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63" name="Dikdörtgen 6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Metin kutusu 63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42" name="Grup 41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61" name="Dikdörtgen 60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Metin kutusu 61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43" name="Grup 42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9" name="Dikdörtgen 58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Metin kutusu 59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44" name="Grup 43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57" name="Dikdörtgen 56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Metin kutusu 57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45" name="Grup 44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55" name="Dikdörtgen 54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Metin kutusu 55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46" name="Grup 45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53" name="Dikdörtgen 52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Metin kutusu 53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47" name="Grup 46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51" name="Dikdörtgen 50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Metin kutusu 51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48" name="Grup 47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49" name="Dikdörtgen 48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Metin kutusu 49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10" name="Grup 9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35" name="Düz Ok Bağlayıcısı 3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Metin kutusu 3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1" name="Grup 10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33" name="Düz Ok Bağlayıcısı 3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Metin kutusu 3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2" name="Grup 11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31" name="Düz Ok Bağlayıcısı 3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Metin kutusu 3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29" name="Düz Ok Bağlayıcısı 28"/>
            <p:cNvCxnSpPr>
              <a:endCxn id="7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up 13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27" name="Düz Ok Bağlayıcısı 26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Metin kutusu 27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5" name="Grup 14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25" name="Düz Ok Bağlayıcısı 24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6" name="Grup 15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23" name="Düz Ok Bağlayıcısı 22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Metin kutusu 23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7" name="Grup 16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21" name="Düz Ok Bağlayıcısı 20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Metin kutusu 21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18" name="Grup 17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19" name="Düz Ok Bağlayıcısı 18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Metin kutusu 19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69" name="Metin kutusu 68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70" name="Düz Ok Bağlayıcısı 69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Metin kutusu 70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</p:txBody>
      </p:sp>
      <p:grpSp>
        <p:nvGrpSpPr>
          <p:cNvPr id="73" name="Grup 72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77" name="Dikdörtgen 7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78" name="Dikdörtgen 7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79" name="Düz Ok Bağlayıcısı 7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Metin kutusu 7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96" name="Grup 95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97" name="Dikdörtgen 9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02" name="Dikdörtgen 10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03" name="Dikdörtgen 10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04" name="Düz Ok Bağlayıcısı 10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8" name="Düz Ok Bağlayıcısı 107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up 108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10" name="Dikdörtgen 109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11" name="Dikdörtgen 110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12" name="Dikdörtgen 111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13" name="Düz Ok Bağlayıcısı 112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Metin kutusu 113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81" name="Metin kutusu 4"/>
          <p:cNvSpPr txBox="1"/>
          <p:nvPr/>
        </p:nvSpPr>
        <p:spPr>
          <a:xfrm>
            <a:off x="5397500" y="2496708"/>
            <a:ext cx="6775994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yerlestir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++;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,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dugum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323405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err="1"/>
              <a:t>Hash</a:t>
            </a:r>
            <a:r>
              <a:rPr lang="tr-TR" dirty="0"/>
              <a:t> Tablosundan Anahtar ile Değer Getirme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97256871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74284427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28299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tablo.getir(105);</a:t>
            </a:r>
          </a:p>
        </p:txBody>
      </p:sp>
    </p:spTree>
    <p:extLst>
      <p:ext uri="{BB962C8B-B14F-4D97-AF65-F5344CB8AC3E}">
        <p14:creationId xmlns:p14="http://schemas.microsoft.com/office/powerpoint/2010/main" val="3251929338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830997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28299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tablo.getir(105);</a:t>
            </a:r>
          </a:p>
        </p:txBody>
      </p:sp>
    </p:spTree>
    <p:extLst>
      <p:ext uri="{BB962C8B-B14F-4D97-AF65-F5344CB8AC3E}">
        <p14:creationId xmlns:p14="http://schemas.microsoft.com/office/powerpoint/2010/main" val="3511493665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830997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28299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tablo.getir(105);</a:t>
            </a:r>
          </a:p>
        </p:txBody>
      </p:sp>
      <p:sp>
        <p:nvSpPr>
          <p:cNvPr id="100" name="Metin kutusu 99"/>
          <p:cNvSpPr txBox="1"/>
          <p:nvPr/>
        </p:nvSpPr>
        <p:spPr>
          <a:xfrm>
            <a:off x="6448058" y="2072546"/>
            <a:ext cx="5558972" cy="88407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%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length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44227421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28299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tablo.getir(105);</a:t>
            </a:r>
          </a:p>
        </p:txBody>
      </p:sp>
      <p:sp>
        <p:nvSpPr>
          <p:cNvPr id="145" name="Metin kutusu 99"/>
          <p:cNvSpPr txBox="1"/>
          <p:nvPr/>
        </p:nvSpPr>
        <p:spPr>
          <a:xfrm>
            <a:off x="6448058" y="2072546"/>
            <a:ext cx="5558972" cy="88407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%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length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76651771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28299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tablo.getir(105);</a:t>
            </a:r>
          </a:p>
        </p:txBody>
      </p:sp>
    </p:spTree>
    <p:extLst>
      <p:ext uri="{BB962C8B-B14F-4D97-AF65-F5344CB8AC3E}">
        <p14:creationId xmlns:p14="http://schemas.microsoft.com/office/powerpoint/2010/main" val="1381534203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28299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tablo.getir(105);</a:t>
            </a:r>
          </a:p>
        </p:txBody>
      </p:sp>
      <p:grpSp>
        <p:nvGrpSpPr>
          <p:cNvPr id="100" name="Grup 99"/>
          <p:cNvGrpSpPr/>
          <p:nvPr/>
        </p:nvGrpSpPr>
        <p:grpSpPr>
          <a:xfrm>
            <a:off x="2175114" y="3599976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5" name="Düz Ok Bağlayıcısı 144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363141891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28299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tablo.getir(105);</a:t>
            </a:r>
          </a:p>
        </p:txBody>
      </p:sp>
      <p:grpSp>
        <p:nvGrpSpPr>
          <p:cNvPr id="100" name="Grup 99"/>
          <p:cNvGrpSpPr/>
          <p:nvPr/>
        </p:nvGrpSpPr>
        <p:grpSpPr>
          <a:xfrm>
            <a:off x="2175114" y="3599976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5" name="Düz Ok Bağlayıcısı 144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28463402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28299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tablo.getir(105);</a:t>
            </a:r>
          </a:p>
        </p:txBody>
      </p:sp>
      <p:grpSp>
        <p:nvGrpSpPr>
          <p:cNvPr id="100" name="Grup 99"/>
          <p:cNvGrpSpPr/>
          <p:nvPr/>
        </p:nvGrpSpPr>
        <p:grpSpPr>
          <a:xfrm>
            <a:off x="2175114" y="3599976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5" name="Düz Ok Bağlayıcısı 144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284171290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89374739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tablo.getir(21);</a:t>
            </a:r>
          </a:p>
        </p:txBody>
      </p:sp>
    </p:spTree>
    <p:extLst>
      <p:ext uri="{BB962C8B-B14F-4D97-AF65-F5344CB8AC3E}">
        <p14:creationId xmlns:p14="http://schemas.microsoft.com/office/powerpoint/2010/main" val="1881802366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830997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tablo.getir(21);</a:t>
            </a:r>
          </a:p>
        </p:txBody>
      </p:sp>
    </p:spTree>
    <p:extLst>
      <p:ext uri="{BB962C8B-B14F-4D97-AF65-F5344CB8AC3E}">
        <p14:creationId xmlns:p14="http://schemas.microsoft.com/office/powerpoint/2010/main" val="3565002254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tablo.getir(21);</a:t>
            </a:r>
          </a:p>
        </p:txBody>
      </p:sp>
    </p:spTree>
    <p:extLst>
      <p:ext uri="{BB962C8B-B14F-4D97-AF65-F5344CB8AC3E}">
        <p14:creationId xmlns:p14="http://schemas.microsoft.com/office/powerpoint/2010/main" val="2453402908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tablo.getir(21);</a:t>
            </a:r>
          </a:p>
        </p:txBody>
      </p:sp>
    </p:spTree>
    <p:extLst>
      <p:ext uri="{BB962C8B-B14F-4D97-AF65-F5344CB8AC3E}">
        <p14:creationId xmlns:p14="http://schemas.microsoft.com/office/powerpoint/2010/main" val="3092058116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tablo.getir(21);</a:t>
            </a:r>
          </a:p>
        </p:txBody>
      </p:sp>
      <p:grpSp>
        <p:nvGrpSpPr>
          <p:cNvPr id="100" name="Grup 99"/>
          <p:cNvGrpSpPr/>
          <p:nvPr/>
        </p:nvGrpSpPr>
        <p:grpSpPr>
          <a:xfrm>
            <a:off x="2175114" y="1800207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5" name="Düz Ok Bağlayıcısı 144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208483208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tablo.getir(21);</a:t>
            </a:r>
          </a:p>
        </p:txBody>
      </p:sp>
      <p:grpSp>
        <p:nvGrpSpPr>
          <p:cNvPr id="100" name="Grup 99"/>
          <p:cNvGrpSpPr/>
          <p:nvPr/>
        </p:nvGrpSpPr>
        <p:grpSpPr>
          <a:xfrm>
            <a:off x="2175114" y="1800207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5" name="Düz Ok Bağlayıcısı 144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648538027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tablo.getir(21);</a:t>
            </a:r>
          </a:p>
        </p:txBody>
      </p:sp>
      <p:grpSp>
        <p:nvGrpSpPr>
          <p:cNvPr id="100" name="Grup 99"/>
          <p:cNvGrpSpPr/>
          <p:nvPr/>
        </p:nvGrpSpPr>
        <p:grpSpPr>
          <a:xfrm>
            <a:off x="4686087" y="1800207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5" name="Düz Ok Bağlayıcısı 144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60165530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tablo.getir(21);</a:t>
            </a:r>
          </a:p>
        </p:txBody>
      </p:sp>
      <p:grpSp>
        <p:nvGrpSpPr>
          <p:cNvPr id="100" name="Grup 99"/>
          <p:cNvGrpSpPr/>
          <p:nvPr/>
        </p:nvGrpSpPr>
        <p:grpSpPr>
          <a:xfrm>
            <a:off x="4686087" y="1800207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5" name="Düz Ok Bağlayıcısı 144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417357808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tablo.getir(21);</a:t>
            </a:r>
          </a:p>
        </p:txBody>
      </p:sp>
      <p:grpSp>
        <p:nvGrpSpPr>
          <p:cNvPr id="100" name="Grup 99"/>
          <p:cNvGrpSpPr/>
          <p:nvPr/>
        </p:nvGrpSpPr>
        <p:grpSpPr>
          <a:xfrm>
            <a:off x="4686087" y="1800207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5" name="Düz Ok Bağlayıcısı 144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90346565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00" name="Grup 99"/>
          <p:cNvGrpSpPr/>
          <p:nvPr/>
        </p:nvGrpSpPr>
        <p:grpSpPr>
          <a:xfrm>
            <a:off x="4686087" y="1800207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5" name="Düz Ok Bağlayıcısı 144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430185159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00" name="Grup 99"/>
          <p:cNvGrpSpPr/>
          <p:nvPr/>
        </p:nvGrpSpPr>
        <p:grpSpPr>
          <a:xfrm>
            <a:off x="4686087" y="1800207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5" name="Düz Ok Bağlayıcısı 144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tablo.getir(88);</a:t>
            </a:r>
          </a:p>
        </p:txBody>
      </p:sp>
    </p:spTree>
    <p:extLst>
      <p:ext uri="{BB962C8B-B14F-4D97-AF65-F5344CB8AC3E}">
        <p14:creationId xmlns:p14="http://schemas.microsoft.com/office/powerpoint/2010/main" val="411996028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830997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88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00" name="Grup 99"/>
          <p:cNvGrpSpPr/>
          <p:nvPr/>
        </p:nvGrpSpPr>
        <p:grpSpPr>
          <a:xfrm>
            <a:off x="4686087" y="1800207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5" name="Düz Ok Bağlayıcısı 144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tablo.getir(88);</a:t>
            </a:r>
          </a:p>
        </p:txBody>
      </p:sp>
    </p:spTree>
    <p:extLst>
      <p:ext uri="{BB962C8B-B14F-4D97-AF65-F5344CB8AC3E}">
        <p14:creationId xmlns:p14="http://schemas.microsoft.com/office/powerpoint/2010/main" val="334172778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88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8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00" name="Grup 99"/>
          <p:cNvGrpSpPr/>
          <p:nvPr/>
        </p:nvGrpSpPr>
        <p:grpSpPr>
          <a:xfrm>
            <a:off x="4686087" y="1800207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5" name="Düz Ok Bağlayıcısı 144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tablo.getir(88);</a:t>
            </a:r>
          </a:p>
        </p:txBody>
      </p:sp>
    </p:spTree>
    <p:extLst>
      <p:ext uri="{BB962C8B-B14F-4D97-AF65-F5344CB8AC3E}">
        <p14:creationId xmlns:p14="http://schemas.microsoft.com/office/powerpoint/2010/main" val="2042785362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88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8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00" name="Grup 99"/>
          <p:cNvGrpSpPr/>
          <p:nvPr/>
        </p:nvGrpSpPr>
        <p:grpSpPr>
          <a:xfrm>
            <a:off x="4686087" y="1800207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5" name="Düz Ok Bağlayıcısı 144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tablo.getir(88);</a:t>
            </a:r>
          </a:p>
        </p:txBody>
      </p:sp>
    </p:spTree>
    <p:extLst>
      <p:ext uri="{BB962C8B-B14F-4D97-AF65-F5344CB8AC3E}">
        <p14:creationId xmlns:p14="http://schemas.microsoft.com/office/powerpoint/2010/main" val="3633528844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88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8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00" name="Grup 99"/>
          <p:cNvGrpSpPr/>
          <p:nvPr/>
        </p:nvGrpSpPr>
        <p:grpSpPr>
          <a:xfrm>
            <a:off x="4686087" y="1800207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5" name="Düz Ok Bağlayıcısı 144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tablo.getir(88);</a:t>
            </a:r>
          </a:p>
        </p:txBody>
      </p:sp>
      <p:cxnSp>
        <p:nvCxnSpPr>
          <p:cNvPr id="146" name="Düz Ok Bağlayıcısı 145"/>
          <p:cNvCxnSpPr/>
          <p:nvPr/>
        </p:nvCxnSpPr>
        <p:spPr>
          <a:xfrm flipH="1" flipV="1">
            <a:off x="1908618" y="4797076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8" name="Metin kutusu 147"/>
          <p:cNvSpPr txBox="1"/>
          <p:nvPr/>
        </p:nvSpPr>
        <p:spPr>
          <a:xfrm>
            <a:off x="2180377" y="5054741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</p:spTree>
    <p:extLst>
      <p:ext uri="{BB962C8B-B14F-4D97-AF65-F5344CB8AC3E}">
        <p14:creationId xmlns:p14="http://schemas.microsoft.com/office/powerpoint/2010/main" val="4053007845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88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8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00" name="Grup 99"/>
          <p:cNvGrpSpPr/>
          <p:nvPr/>
        </p:nvGrpSpPr>
        <p:grpSpPr>
          <a:xfrm>
            <a:off x="4686087" y="1800207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5" name="Düz Ok Bağlayıcısı 144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tablo.getir(88);</a:t>
            </a:r>
          </a:p>
        </p:txBody>
      </p:sp>
      <p:cxnSp>
        <p:nvCxnSpPr>
          <p:cNvPr id="146" name="Düz Ok Bağlayıcısı 145"/>
          <p:cNvCxnSpPr/>
          <p:nvPr/>
        </p:nvCxnSpPr>
        <p:spPr>
          <a:xfrm flipH="1" flipV="1">
            <a:off x="1908618" y="4797076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8" name="Metin kutusu 147"/>
          <p:cNvSpPr txBox="1"/>
          <p:nvPr/>
        </p:nvSpPr>
        <p:spPr>
          <a:xfrm>
            <a:off x="2180377" y="5054741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  <p:sp>
        <p:nvSpPr>
          <p:cNvPr id="3" name="Metin kutusu 2"/>
          <p:cNvSpPr txBox="1"/>
          <p:nvPr/>
        </p:nvSpPr>
        <p:spPr>
          <a:xfrm>
            <a:off x="7932058" y="4826104"/>
            <a:ext cx="4107543" cy="1638910"/>
          </a:xfrm>
          <a:prstGeom prst="rect">
            <a:avLst/>
          </a:prstGeom>
          <a:solidFill>
            <a:srgbClr val="DEEBF7"/>
          </a:solidFill>
        </p:spPr>
        <p:txBody>
          <a:bodyPr wrap="square" rtlCol="0">
            <a:spAutoFit/>
          </a:bodyPr>
          <a:lstStyle/>
          <a:p>
            <a:pPr defTabSz="914400">
              <a:spcAft>
                <a:spcPts val="500"/>
              </a:spcAft>
            </a:pPr>
            <a:r>
              <a:rPr lang="tr-TR" sz="2200" dirty="0">
                <a:solidFill>
                  <a:prstClr val="black"/>
                </a:solidFill>
              </a:rPr>
              <a:t>Eğer</a:t>
            </a:r>
          </a:p>
          <a:p>
            <a:pPr marL="342900" indent="-342900" defTabSz="914400">
              <a:spcAft>
                <a:spcPts val="500"/>
              </a:spcAft>
              <a:buFont typeface="Arial" panose="020B0604020202020204" pitchFamily="34" charset="0"/>
              <a:buChar char="•"/>
            </a:pPr>
            <a:r>
              <a:rPr lang="tr-TR" sz="2200" dirty="0">
                <a:solidFill>
                  <a:prstClr val="black"/>
                </a:solidFill>
              </a:rPr>
              <a:t> </a:t>
            </a:r>
            <a:r>
              <a:rPr lang="tr-TR" dirty="0">
                <a:solidFill>
                  <a:srgbClr val="FF0000"/>
                </a:solidFill>
                <a:latin typeface="Lucida Console" panose="020B0609040504020204" pitchFamily="49" charset="0"/>
              </a:rPr>
              <a:t>ilk</a:t>
            </a:r>
            <a:r>
              <a:rPr lang="tr-TR" sz="2200" dirty="0">
                <a:solidFill>
                  <a:prstClr val="black"/>
                </a:solidFill>
              </a:rPr>
              <a:t> </a:t>
            </a:r>
            <a:r>
              <a:rPr lang="tr-TR" dirty="0">
                <a:solidFill>
                  <a:srgbClr val="7030A0"/>
                </a:solidFill>
                <a:latin typeface="Lucida Console" panose="020B0609040504020204" pitchFamily="49" charset="0"/>
              </a:rPr>
              <a:t>null</a:t>
            </a:r>
            <a:r>
              <a:rPr lang="tr-TR" sz="2200" dirty="0">
                <a:solidFill>
                  <a:prstClr val="black"/>
                </a:solidFill>
              </a:rPr>
              <a:t>’a işaret ederse veya</a:t>
            </a:r>
          </a:p>
          <a:p>
            <a:pPr marL="342900" indent="-342900" defTabSz="914400">
              <a:spcAft>
                <a:spcPts val="500"/>
              </a:spcAft>
              <a:buFont typeface="Arial" panose="020B0604020202020204" pitchFamily="34" charset="0"/>
              <a:buChar char="•"/>
            </a:pPr>
            <a:r>
              <a:rPr lang="tr-TR" sz="2200" dirty="0">
                <a:solidFill>
                  <a:prstClr val="black"/>
                </a:solidFill>
              </a:rPr>
              <a:t> </a:t>
            </a:r>
            <a:r>
              <a:rPr lang="tr-TR" dirty="0">
                <a:solidFill>
                  <a:srgbClr val="FF0000"/>
                </a:solidFill>
                <a:latin typeface="Lucida Console" panose="020B0609040504020204" pitchFamily="49" charset="0"/>
              </a:rPr>
              <a:t>ilk</a:t>
            </a:r>
            <a:r>
              <a:rPr lang="tr-TR" sz="2200" dirty="0">
                <a:solidFill>
                  <a:prstClr val="black"/>
                </a:solidFill>
              </a:rPr>
              <a:t> </a:t>
            </a:r>
            <a:r>
              <a:rPr lang="tr-TR" dirty="0">
                <a:solidFill>
                  <a:srgbClr val="7030A0"/>
                </a:solidFill>
                <a:latin typeface="Lucida Console" panose="020B0609040504020204" pitchFamily="49" charset="0"/>
              </a:rPr>
              <a:t>null</a:t>
            </a:r>
            <a:r>
              <a:rPr lang="tr-TR" sz="2200" dirty="0">
                <a:solidFill>
                  <a:prstClr val="black"/>
                </a:solidFill>
              </a:rPr>
              <a:t>’a erişirse</a:t>
            </a:r>
          </a:p>
          <a:p>
            <a:pPr defTabSz="914400">
              <a:spcAft>
                <a:spcPts val="500"/>
              </a:spcAft>
            </a:pPr>
            <a:r>
              <a:rPr lang="tr-TR" sz="2200" dirty="0">
                <a:solidFill>
                  <a:prstClr val="black"/>
                </a:solidFill>
              </a:rPr>
              <a:t>anahtar bulunamamış demektir.</a:t>
            </a:r>
          </a:p>
        </p:txBody>
      </p:sp>
    </p:spTree>
    <p:extLst>
      <p:ext uri="{BB962C8B-B14F-4D97-AF65-F5344CB8AC3E}">
        <p14:creationId xmlns:p14="http://schemas.microsoft.com/office/powerpoint/2010/main" val="2484761034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85545395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18594353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1" name="Metin kutusu 100"/>
          <p:cNvSpPr txBox="1"/>
          <p:nvPr/>
        </p:nvSpPr>
        <p:spPr>
          <a:xfrm>
            <a:off x="40845" y="6138369"/>
            <a:ext cx="228299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tablo.getir(105);</a:t>
            </a:r>
          </a:p>
        </p:txBody>
      </p:sp>
      <p:sp>
        <p:nvSpPr>
          <p:cNvPr id="100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75328531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830997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00" name="Düz Ok Bağlayıcısı 99"/>
          <p:cNvCxnSpPr/>
          <p:nvPr/>
        </p:nvCxnSpPr>
        <p:spPr>
          <a:xfrm>
            <a:off x="6034308" y="392052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Metin kutusu 100"/>
          <p:cNvSpPr txBox="1"/>
          <p:nvPr/>
        </p:nvSpPr>
        <p:spPr>
          <a:xfrm>
            <a:off x="40845" y="6138369"/>
            <a:ext cx="228299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tablo.getir(105);</a:t>
            </a:r>
          </a:p>
        </p:txBody>
      </p:sp>
      <p:sp>
        <p:nvSpPr>
          <p:cNvPr id="145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37201424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00" name="Düz Ok Bağlayıcısı 99"/>
          <p:cNvCxnSpPr/>
          <p:nvPr/>
        </p:nvCxnSpPr>
        <p:spPr>
          <a:xfrm>
            <a:off x="6034308" y="416182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Metin kutusu 100"/>
          <p:cNvSpPr txBox="1"/>
          <p:nvPr/>
        </p:nvSpPr>
        <p:spPr>
          <a:xfrm>
            <a:off x="40845" y="6138369"/>
            <a:ext cx="228299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tablo.getir(105);</a:t>
            </a:r>
          </a:p>
        </p:txBody>
      </p:sp>
      <p:sp>
        <p:nvSpPr>
          <p:cNvPr id="145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0879225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00" name="Düz Ok Bağlayıcısı 99"/>
          <p:cNvCxnSpPr/>
          <p:nvPr/>
        </p:nvCxnSpPr>
        <p:spPr>
          <a:xfrm>
            <a:off x="6034308" y="442852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Metin kutusu 100"/>
          <p:cNvSpPr txBox="1"/>
          <p:nvPr/>
        </p:nvSpPr>
        <p:spPr>
          <a:xfrm>
            <a:off x="40845" y="6138369"/>
            <a:ext cx="228299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tablo.getir(105);</a:t>
            </a:r>
          </a:p>
        </p:txBody>
      </p:sp>
      <p:grpSp>
        <p:nvGrpSpPr>
          <p:cNvPr id="145" name="Grup 144"/>
          <p:cNvGrpSpPr/>
          <p:nvPr/>
        </p:nvGrpSpPr>
        <p:grpSpPr>
          <a:xfrm>
            <a:off x="2175114" y="3599976"/>
            <a:ext cx="554960" cy="490899"/>
            <a:chOff x="217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66216986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00" name="Düz Ok Bağlayıcısı 99"/>
          <p:cNvCxnSpPr/>
          <p:nvPr/>
        </p:nvCxnSpPr>
        <p:spPr>
          <a:xfrm>
            <a:off x="6034308" y="466982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Metin kutusu 100"/>
          <p:cNvSpPr txBox="1"/>
          <p:nvPr/>
        </p:nvSpPr>
        <p:spPr>
          <a:xfrm>
            <a:off x="40845" y="6138369"/>
            <a:ext cx="228299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tablo.getir(105);</a:t>
            </a:r>
          </a:p>
        </p:txBody>
      </p:sp>
      <p:grpSp>
        <p:nvGrpSpPr>
          <p:cNvPr id="145" name="Grup 144"/>
          <p:cNvGrpSpPr/>
          <p:nvPr/>
        </p:nvGrpSpPr>
        <p:grpSpPr>
          <a:xfrm>
            <a:off x="2175114" y="3599976"/>
            <a:ext cx="554960" cy="490899"/>
            <a:chOff x="217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43489366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00" name="Düz Ok Bağlayıcısı 99"/>
          <p:cNvCxnSpPr/>
          <p:nvPr/>
        </p:nvCxnSpPr>
        <p:spPr>
          <a:xfrm>
            <a:off x="6034308" y="489842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Metin kutusu 100"/>
          <p:cNvSpPr txBox="1"/>
          <p:nvPr/>
        </p:nvSpPr>
        <p:spPr>
          <a:xfrm>
            <a:off x="40845" y="6138369"/>
            <a:ext cx="228299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tablo.getir(105);</a:t>
            </a:r>
          </a:p>
        </p:txBody>
      </p:sp>
      <p:grpSp>
        <p:nvGrpSpPr>
          <p:cNvPr id="145" name="Grup 144"/>
          <p:cNvGrpSpPr/>
          <p:nvPr/>
        </p:nvGrpSpPr>
        <p:grpSpPr>
          <a:xfrm>
            <a:off x="2175114" y="3599976"/>
            <a:ext cx="554960" cy="490899"/>
            <a:chOff x="217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35135967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00" name="Düz Ok Bağlayıcısı 99"/>
          <p:cNvCxnSpPr/>
          <p:nvPr/>
        </p:nvCxnSpPr>
        <p:spPr>
          <a:xfrm>
            <a:off x="6034308" y="515242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Metin kutusu 100"/>
          <p:cNvSpPr txBox="1"/>
          <p:nvPr/>
        </p:nvSpPr>
        <p:spPr>
          <a:xfrm>
            <a:off x="40845" y="6138369"/>
            <a:ext cx="228299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tablo.getir(105);</a:t>
            </a:r>
          </a:p>
        </p:txBody>
      </p:sp>
      <p:grpSp>
        <p:nvGrpSpPr>
          <p:cNvPr id="145" name="Grup 144"/>
          <p:cNvGrpSpPr/>
          <p:nvPr/>
        </p:nvGrpSpPr>
        <p:grpSpPr>
          <a:xfrm>
            <a:off x="2175114" y="3599976"/>
            <a:ext cx="554960" cy="490899"/>
            <a:chOff x="217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6869616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18148969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tablo.getir(21);</a:t>
            </a:r>
          </a:p>
        </p:txBody>
      </p:sp>
      <p:sp>
        <p:nvSpPr>
          <p:cNvPr id="101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41641571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830997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>
                <a:solidFill>
                  <a:prstClr val="black"/>
                </a:solidFill>
                <a:latin typeface="Lucida Console" panose="020B0609040504020204" pitchFamily="49" charset="0"/>
              </a:rPr>
              <a:t>tablo.getir(21);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394592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88063473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>
                <a:solidFill>
                  <a:prstClr val="black"/>
                </a:solidFill>
                <a:latin typeface="Lucida Console" panose="020B0609040504020204" pitchFamily="49" charset="0"/>
              </a:rPr>
              <a:t>tablo.getir(21);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417815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1592915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>
                <a:solidFill>
                  <a:prstClr val="black"/>
                </a:solidFill>
                <a:latin typeface="Lucida Console" panose="020B0609040504020204" pitchFamily="49" charset="0"/>
              </a:rPr>
              <a:t>tablo.getir(21);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442489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5" name="Grup 144"/>
          <p:cNvGrpSpPr/>
          <p:nvPr/>
        </p:nvGrpSpPr>
        <p:grpSpPr>
          <a:xfrm>
            <a:off x="2175114" y="1800207"/>
            <a:ext cx="554960" cy="490899"/>
            <a:chOff x="217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62186515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>
                <a:solidFill>
                  <a:prstClr val="black"/>
                </a:solidFill>
                <a:latin typeface="Lucida Console" panose="020B0609040504020204" pitchFamily="49" charset="0"/>
              </a:rPr>
              <a:t>tablo.getir(21);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467163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5" name="Grup 144"/>
          <p:cNvGrpSpPr/>
          <p:nvPr/>
        </p:nvGrpSpPr>
        <p:grpSpPr>
          <a:xfrm>
            <a:off x="2175114" y="1800207"/>
            <a:ext cx="554960" cy="490899"/>
            <a:chOff x="217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26728538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>
                <a:solidFill>
                  <a:prstClr val="black"/>
                </a:solidFill>
                <a:latin typeface="Lucida Console" panose="020B0609040504020204" pitchFamily="49" charset="0"/>
              </a:rPr>
              <a:t>tablo.getir(21);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488935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5" name="Grup 144"/>
          <p:cNvGrpSpPr/>
          <p:nvPr/>
        </p:nvGrpSpPr>
        <p:grpSpPr>
          <a:xfrm>
            <a:off x="2175114" y="1800207"/>
            <a:ext cx="554960" cy="490899"/>
            <a:chOff x="217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51550096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>
                <a:solidFill>
                  <a:prstClr val="black"/>
                </a:solidFill>
                <a:latin typeface="Lucida Console" panose="020B0609040504020204" pitchFamily="49" charset="0"/>
              </a:rPr>
              <a:t>tablo.getir(21);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563865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5" name="Grup 144"/>
          <p:cNvGrpSpPr/>
          <p:nvPr/>
        </p:nvGrpSpPr>
        <p:grpSpPr>
          <a:xfrm>
            <a:off x="4702414" y="1800207"/>
            <a:ext cx="554960" cy="490899"/>
            <a:chOff x="217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11979239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>
                <a:solidFill>
                  <a:prstClr val="black"/>
                </a:solidFill>
                <a:latin typeface="Lucida Console" panose="020B0609040504020204" pitchFamily="49" charset="0"/>
              </a:rPr>
              <a:t>tablo.getir(21);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466075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5" name="Grup 144"/>
          <p:cNvGrpSpPr/>
          <p:nvPr/>
        </p:nvGrpSpPr>
        <p:grpSpPr>
          <a:xfrm>
            <a:off x="4702414" y="1800207"/>
            <a:ext cx="554960" cy="490899"/>
            <a:chOff x="217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72722873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>
                <a:solidFill>
                  <a:prstClr val="black"/>
                </a:solidFill>
                <a:latin typeface="Lucida Console" panose="020B0609040504020204" pitchFamily="49" charset="0"/>
              </a:rPr>
              <a:t>tablo.getir(21);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490205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5" name="Grup 144"/>
          <p:cNvGrpSpPr/>
          <p:nvPr/>
        </p:nvGrpSpPr>
        <p:grpSpPr>
          <a:xfrm>
            <a:off x="4702414" y="1800207"/>
            <a:ext cx="554960" cy="490899"/>
            <a:chOff x="217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90146630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tablo.getir(21);</a:t>
            </a: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514335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5" name="Grup 144"/>
          <p:cNvGrpSpPr/>
          <p:nvPr/>
        </p:nvGrpSpPr>
        <p:grpSpPr>
          <a:xfrm>
            <a:off x="4702414" y="1800207"/>
            <a:ext cx="554960" cy="490899"/>
            <a:chOff x="217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04487647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41039389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tablo.getir(88);</a:t>
            </a:r>
          </a:p>
        </p:txBody>
      </p:sp>
      <p:sp>
        <p:nvSpPr>
          <p:cNvPr id="101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19328589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830997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88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tablo.getir(88);</a:t>
            </a: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392869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54430427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88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8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tablo.getir(88);</a:t>
            </a: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416070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73485131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88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8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tablo.getir(88);</a:t>
            </a: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442001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Düz Ok Bağlayıcısı 144"/>
          <p:cNvCxnSpPr/>
          <p:nvPr/>
        </p:nvCxnSpPr>
        <p:spPr>
          <a:xfrm flipH="1" flipV="1">
            <a:off x="1908618" y="4797076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" name="Metin kutusu 145"/>
          <p:cNvSpPr txBox="1"/>
          <p:nvPr/>
        </p:nvSpPr>
        <p:spPr>
          <a:xfrm>
            <a:off x="2180377" y="5054741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  <p:sp>
        <p:nvSpPr>
          <p:cNvPr id="148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41905041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88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8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tablo.getir(88);</a:t>
            </a: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466568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Düz Ok Bağlayıcısı 144"/>
          <p:cNvCxnSpPr/>
          <p:nvPr/>
        </p:nvCxnSpPr>
        <p:spPr>
          <a:xfrm flipH="1" flipV="1">
            <a:off x="1908618" y="4797076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" name="Metin kutusu 145"/>
          <p:cNvSpPr txBox="1"/>
          <p:nvPr/>
        </p:nvSpPr>
        <p:spPr>
          <a:xfrm>
            <a:off x="2180377" y="5054741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  <p:sp>
        <p:nvSpPr>
          <p:cNvPr id="148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65529546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88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8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159566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tablo.getir(88);</a:t>
            </a: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611234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Düz Ok Bağlayıcısı 144"/>
          <p:cNvCxnSpPr/>
          <p:nvPr/>
        </p:nvCxnSpPr>
        <p:spPr>
          <a:xfrm flipH="1" flipV="1">
            <a:off x="1908618" y="4797076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" name="Metin kutusu 145"/>
          <p:cNvSpPr txBox="1"/>
          <p:nvPr/>
        </p:nvSpPr>
        <p:spPr>
          <a:xfrm>
            <a:off x="2180377" y="5054741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  <p:sp>
        <p:nvSpPr>
          <p:cNvPr id="148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35804468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2"/>
          <p:cNvSpPr txBox="1"/>
          <p:nvPr/>
        </p:nvSpPr>
        <p:spPr>
          <a:xfrm>
            <a:off x="6448058" y="3728608"/>
            <a:ext cx="5725436" cy="28538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getir(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52495148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err="1"/>
              <a:t>Hash</a:t>
            </a:r>
            <a:r>
              <a:rPr lang="tr-TR" dirty="0"/>
              <a:t> Tablosundan Anahtar Silme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629504976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618726039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03613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tablo.sil(105);</a:t>
            </a:r>
          </a:p>
        </p:txBody>
      </p:sp>
    </p:spTree>
    <p:extLst>
      <p:ext uri="{BB962C8B-B14F-4D97-AF65-F5344CB8AC3E}">
        <p14:creationId xmlns:p14="http://schemas.microsoft.com/office/powerpoint/2010/main" val="3246821264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830997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03613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tablo.sil(105);</a:t>
            </a:r>
          </a:p>
        </p:txBody>
      </p:sp>
    </p:spTree>
    <p:extLst>
      <p:ext uri="{BB962C8B-B14F-4D97-AF65-F5344CB8AC3E}">
        <p14:creationId xmlns:p14="http://schemas.microsoft.com/office/powerpoint/2010/main" val="2195080391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03613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tablo.sil(105);</a:t>
            </a:r>
          </a:p>
        </p:txBody>
      </p:sp>
    </p:spTree>
    <p:extLst>
      <p:ext uri="{BB962C8B-B14F-4D97-AF65-F5344CB8AC3E}">
        <p14:creationId xmlns:p14="http://schemas.microsoft.com/office/powerpoint/2010/main" val="2403852900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03613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tablo.sil(105);</a:t>
            </a:r>
          </a:p>
        </p:txBody>
      </p:sp>
      <p:grpSp>
        <p:nvGrpSpPr>
          <p:cNvPr id="100" name="Grup 99"/>
          <p:cNvGrpSpPr/>
          <p:nvPr/>
        </p:nvGrpSpPr>
        <p:grpSpPr>
          <a:xfrm>
            <a:off x="2175114" y="3599976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5" name="Düz Ok Bağlayıcısı 144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45007550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03613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tablo.sil(105);</a:t>
            </a:r>
          </a:p>
        </p:txBody>
      </p:sp>
      <p:grpSp>
        <p:nvGrpSpPr>
          <p:cNvPr id="100" name="Grup 99"/>
          <p:cNvGrpSpPr/>
          <p:nvPr/>
        </p:nvGrpSpPr>
        <p:grpSpPr>
          <a:xfrm>
            <a:off x="2175114" y="3599976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5" name="Düz Ok Bağlayıcısı 144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6" name="Metin kutusu 145"/>
          <p:cNvSpPr txBox="1"/>
          <p:nvPr/>
        </p:nvSpPr>
        <p:spPr>
          <a:xfrm>
            <a:off x="2177387" y="4068501"/>
            <a:ext cx="92525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onceki</a:t>
            </a:r>
          </a:p>
        </p:txBody>
      </p:sp>
      <p:cxnSp>
        <p:nvCxnSpPr>
          <p:cNvPr id="148" name="Düz Ok Bağlayıcısı 147"/>
          <p:cNvCxnSpPr/>
          <p:nvPr/>
        </p:nvCxnSpPr>
        <p:spPr>
          <a:xfrm flipV="1">
            <a:off x="3061696" y="4237502"/>
            <a:ext cx="270594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Metin kutusu 148"/>
          <p:cNvSpPr txBox="1"/>
          <p:nvPr/>
        </p:nvSpPr>
        <p:spPr>
          <a:xfrm>
            <a:off x="3305751" y="4031324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</p:spTree>
    <p:extLst>
      <p:ext uri="{BB962C8B-B14F-4D97-AF65-F5344CB8AC3E}">
        <p14:creationId xmlns:p14="http://schemas.microsoft.com/office/powerpoint/2010/main" val="2352384999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03613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tablo.sil(105);</a:t>
            </a:r>
          </a:p>
        </p:txBody>
      </p:sp>
      <p:grpSp>
        <p:nvGrpSpPr>
          <p:cNvPr id="100" name="Grup 99"/>
          <p:cNvGrpSpPr/>
          <p:nvPr/>
        </p:nvGrpSpPr>
        <p:grpSpPr>
          <a:xfrm>
            <a:off x="2175114" y="3599976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5" name="Düz Ok Bağlayıcısı 144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6" name="Metin kutusu 145"/>
          <p:cNvSpPr txBox="1"/>
          <p:nvPr/>
        </p:nvSpPr>
        <p:spPr>
          <a:xfrm>
            <a:off x="2177387" y="4068501"/>
            <a:ext cx="92525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onceki</a:t>
            </a:r>
          </a:p>
        </p:txBody>
      </p:sp>
      <p:cxnSp>
        <p:nvCxnSpPr>
          <p:cNvPr id="148" name="Düz Ok Bağlayıcısı 147"/>
          <p:cNvCxnSpPr/>
          <p:nvPr/>
        </p:nvCxnSpPr>
        <p:spPr>
          <a:xfrm flipV="1">
            <a:off x="3061696" y="4237502"/>
            <a:ext cx="270594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Metin kutusu 148"/>
          <p:cNvSpPr txBox="1"/>
          <p:nvPr/>
        </p:nvSpPr>
        <p:spPr>
          <a:xfrm>
            <a:off x="3305751" y="4031324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</p:spTree>
    <p:extLst>
      <p:ext uri="{BB962C8B-B14F-4D97-AF65-F5344CB8AC3E}">
        <p14:creationId xmlns:p14="http://schemas.microsoft.com/office/powerpoint/2010/main" val="1111707560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03613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tablo.sil(105);</a:t>
            </a:r>
          </a:p>
        </p:txBody>
      </p:sp>
      <p:grpSp>
        <p:nvGrpSpPr>
          <p:cNvPr id="100" name="Grup 99"/>
          <p:cNvGrpSpPr/>
          <p:nvPr/>
        </p:nvGrpSpPr>
        <p:grpSpPr>
          <a:xfrm>
            <a:off x="2175114" y="3599976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5" name="Düz Ok Bağlayıcısı 144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6" name="Metin kutusu 145"/>
          <p:cNvSpPr txBox="1"/>
          <p:nvPr/>
        </p:nvSpPr>
        <p:spPr>
          <a:xfrm>
            <a:off x="2177387" y="4068501"/>
            <a:ext cx="92525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onceki</a:t>
            </a:r>
          </a:p>
        </p:txBody>
      </p:sp>
      <p:cxnSp>
        <p:nvCxnSpPr>
          <p:cNvPr id="148" name="Düz Ok Bağlayıcısı 147"/>
          <p:cNvCxnSpPr/>
          <p:nvPr/>
        </p:nvCxnSpPr>
        <p:spPr>
          <a:xfrm flipV="1">
            <a:off x="3061696" y="4237502"/>
            <a:ext cx="270594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Metin kutusu 148"/>
          <p:cNvSpPr txBox="1"/>
          <p:nvPr/>
        </p:nvSpPr>
        <p:spPr>
          <a:xfrm>
            <a:off x="3305751" y="4031324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</p:spTree>
    <p:extLst>
      <p:ext uri="{BB962C8B-B14F-4D97-AF65-F5344CB8AC3E}">
        <p14:creationId xmlns:p14="http://schemas.microsoft.com/office/powerpoint/2010/main" val="2041169972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40845" y="6138369"/>
            <a:ext cx="203613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tablo.sil(105);</a:t>
            </a:r>
          </a:p>
        </p:txBody>
      </p:sp>
      <p:grpSp>
        <p:nvGrpSpPr>
          <p:cNvPr id="100" name="Grup 99"/>
          <p:cNvGrpSpPr/>
          <p:nvPr/>
        </p:nvGrpSpPr>
        <p:grpSpPr>
          <a:xfrm>
            <a:off x="2175114" y="3599976"/>
            <a:ext cx="554960" cy="490899"/>
            <a:chOff x="2175112" y="1785693"/>
            <a:chExt cx="554960" cy="490899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5" name="Düz Ok Bağlayıcısı 144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6" name="Metin kutusu 145"/>
          <p:cNvSpPr txBox="1"/>
          <p:nvPr/>
        </p:nvSpPr>
        <p:spPr>
          <a:xfrm>
            <a:off x="2177387" y="4068501"/>
            <a:ext cx="92525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onceki</a:t>
            </a:r>
          </a:p>
        </p:txBody>
      </p:sp>
      <p:cxnSp>
        <p:nvCxnSpPr>
          <p:cNvPr id="148" name="Düz Ok Bağlayıcısı 147"/>
          <p:cNvCxnSpPr/>
          <p:nvPr/>
        </p:nvCxnSpPr>
        <p:spPr>
          <a:xfrm flipV="1">
            <a:off x="3061696" y="4237502"/>
            <a:ext cx="270594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Metin kutusu 148"/>
          <p:cNvSpPr txBox="1"/>
          <p:nvPr/>
        </p:nvSpPr>
        <p:spPr>
          <a:xfrm>
            <a:off x="3305751" y="4031324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</p:spTree>
    <p:extLst>
      <p:ext uri="{BB962C8B-B14F-4D97-AF65-F5344CB8AC3E}">
        <p14:creationId xmlns:p14="http://schemas.microsoft.com/office/powerpoint/2010/main" val="2015294384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</p:spTree>
    <p:extLst>
      <p:ext uri="{BB962C8B-B14F-4D97-AF65-F5344CB8AC3E}">
        <p14:creationId xmlns:p14="http://schemas.microsoft.com/office/powerpoint/2010/main" val="4005886688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75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tablo.sil(88);</a:t>
            </a:r>
          </a:p>
        </p:txBody>
      </p:sp>
    </p:spTree>
    <p:extLst>
      <p:ext uri="{BB962C8B-B14F-4D97-AF65-F5344CB8AC3E}">
        <p14:creationId xmlns:p14="http://schemas.microsoft.com/office/powerpoint/2010/main" val="2510482796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830997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88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75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tablo.sil(88);</a:t>
            </a:r>
          </a:p>
        </p:txBody>
      </p:sp>
    </p:spTree>
    <p:extLst>
      <p:ext uri="{BB962C8B-B14F-4D97-AF65-F5344CB8AC3E}">
        <p14:creationId xmlns:p14="http://schemas.microsoft.com/office/powerpoint/2010/main" val="2971918814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88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8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75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tablo.sil(88);</a:t>
            </a:r>
          </a:p>
        </p:txBody>
      </p:sp>
    </p:spTree>
    <p:extLst>
      <p:ext uri="{BB962C8B-B14F-4D97-AF65-F5344CB8AC3E}">
        <p14:creationId xmlns:p14="http://schemas.microsoft.com/office/powerpoint/2010/main" val="2711842501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88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8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75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tablo.sil(88);</a:t>
            </a:r>
          </a:p>
        </p:txBody>
      </p:sp>
      <p:cxnSp>
        <p:nvCxnSpPr>
          <p:cNvPr id="92" name="Düz Ok Bağlayıcısı 91"/>
          <p:cNvCxnSpPr/>
          <p:nvPr/>
        </p:nvCxnSpPr>
        <p:spPr>
          <a:xfrm flipH="1" flipV="1">
            <a:off x="1908618" y="4797076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Metin kutusu 92"/>
          <p:cNvSpPr txBox="1"/>
          <p:nvPr/>
        </p:nvSpPr>
        <p:spPr>
          <a:xfrm>
            <a:off x="2180377" y="5054741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</p:spTree>
    <p:extLst>
      <p:ext uri="{BB962C8B-B14F-4D97-AF65-F5344CB8AC3E}">
        <p14:creationId xmlns:p14="http://schemas.microsoft.com/office/powerpoint/2010/main" val="3523265710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</p:spTree>
    <p:extLst>
      <p:ext uri="{BB962C8B-B14F-4D97-AF65-F5344CB8AC3E}">
        <p14:creationId xmlns:p14="http://schemas.microsoft.com/office/powerpoint/2010/main" val="3551685660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75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</p:spTree>
    <p:extLst>
      <p:ext uri="{BB962C8B-B14F-4D97-AF65-F5344CB8AC3E}">
        <p14:creationId xmlns:p14="http://schemas.microsoft.com/office/powerpoint/2010/main" val="3084104433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830997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75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</p:spTree>
    <p:extLst>
      <p:ext uri="{BB962C8B-B14F-4D97-AF65-F5344CB8AC3E}">
        <p14:creationId xmlns:p14="http://schemas.microsoft.com/office/powerpoint/2010/main" val="3296717073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75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</p:spTree>
    <p:extLst>
      <p:ext uri="{BB962C8B-B14F-4D97-AF65-F5344CB8AC3E}">
        <p14:creationId xmlns:p14="http://schemas.microsoft.com/office/powerpoint/2010/main" val="1710166110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75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grpSp>
        <p:nvGrpSpPr>
          <p:cNvPr id="92" name="Grup 91"/>
          <p:cNvGrpSpPr/>
          <p:nvPr/>
        </p:nvGrpSpPr>
        <p:grpSpPr>
          <a:xfrm>
            <a:off x="2175114" y="1800207"/>
            <a:ext cx="554960" cy="490899"/>
            <a:chOff x="2175112" y="1785693"/>
            <a:chExt cx="554960" cy="490899"/>
          </a:xfrm>
        </p:grpSpPr>
        <p:sp>
          <p:nvSpPr>
            <p:cNvPr id="93" name="Metin kutusu 92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00" name="Düz Ok Bağlayıcısı 99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413207067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75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grpSp>
        <p:nvGrpSpPr>
          <p:cNvPr id="92" name="Grup 91"/>
          <p:cNvGrpSpPr/>
          <p:nvPr/>
        </p:nvGrpSpPr>
        <p:grpSpPr>
          <a:xfrm>
            <a:off x="2175114" y="1800207"/>
            <a:ext cx="554960" cy="490899"/>
            <a:chOff x="2175112" y="1785693"/>
            <a:chExt cx="554960" cy="490899"/>
          </a:xfrm>
        </p:grpSpPr>
        <p:sp>
          <p:nvSpPr>
            <p:cNvPr id="93" name="Metin kutusu 92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00" name="Düz Ok Bağlayıcısı 99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1" name="Metin kutusu 100"/>
          <p:cNvSpPr txBox="1"/>
          <p:nvPr/>
        </p:nvSpPr>
        <p:spPr>
          <a:xfrm>
            <a:off x="2040907" y="833969"/>
            <a:ext cx="92525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onceki</a:t>
            </a:r>
          </a:p>
        </p:txBody>
      </p:sp>
      <p:cxnSp>
        <p:nvCxnSpPr>
          <p:cNvPr id="135" name="Düz Ok Bağlayıcısı 134"/>
          <p:cNvCxnSpPr/>
          <p:nvPr/>
        </p:nvCxnSpPr>
        <p:spPr>
          <a:xfrm flipV="1">
            <a:off x="2925216" y="1002970"/>
            <a:ext cx="270594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Metin kutusu 135"/>
          <p:cNvSpPr txBox="1"/>
          <p:nvPr/>
        </p:nvSpPr>
        <p:spPr>
          <a:xfrm>
            <a:off x="3169271" y="796792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</p:spTree>
    <p:extLst>
      <p:ext uri="{BB962C8B-B14F-4D97-AF65-F5344CB8AC3E}">
        <p14:creationId xmlns:p14="http://schemas.microsoft.com/office/powerpoint/2010/main" val="701185342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75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grpSp>
        <p:nvGrpSpPr>
          <p:cNvPr id="92" name="Grup 91"/>
          <p:cNvGrpSpPr/>
          <p:nvPr/>
        </p:nvGrpSpPr>
        <p:grpSpPr>
          <a:xfrm>
            <a:off x="2175114" y="1800207"/>
            <a:ext cx="554960" cy="490899"/>
            <a:chOff x="2175112" y="1785693"/>
            <a:chExt cx="554960" cy="490899"/>
          </a:xfrm>
        </p:grpSpPr>
        <p:sp>
          <p:nvSpPr>
            <p:cNvPr id="93" name="Metin kutusu 92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00" name="Düz Ok Bağlayıcısı 99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up 2"/>
          <p:cNvGrpSpPr/>
          <p:nvPr/>
        </p:nvGrpSpPr>
        <p:grpSpPr>
          <a:xfrm>
            <a:off x="2040907" y="796792"/>
            <a:ext cx="1662485" cy="375731"/>
            <a:chOff x="2040907" y="796792"/>
            <a:chExt cx="1662485" cy="375731"/>
          </a:xfrm>
        </p:grpSpPr>
        <p:sp>
          <p:nvSpPr>
            <p:cNvPr id="101" name="Metin kutusu 100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35" name="Düz Ok Bağlayıcısı 134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6" name="Metin kutusu 135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44542282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75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grpSp>
        <p:nvGrpSpPr>
          <p:cNvPr id="92" name="Grup 91"/>
          <p:cNvGrpSpPr/>
          <p:nvPr/>
        </p:nvGrpSpPr>
        <p:grpSpPr>
          <a:xfrm>
            <a:off x="2175114" y="1800207"/>
            <a:ext cx="554960" cy="490899"/>
            <a:chOff x="2175112" y="1785693"/>
            <a:chExt cx="554960" cy="490899"/>
          </a:xfrm>
        </p:grpSpPr>
        <p:sp>
          <p:nvSpPr>
            <p:cNvPr id="93" name="Metin kutusu 92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00" name="Düz Ok Bağlayıcısı 99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7" name="Metin kutusu 136"/>
          <p:cNvSpPr txBox="1"/>
          <p:nvPr/>
        </p:nvSpPr>
        <p:spPr>
          <a:xfrm>
            <a:off x="2040907" y="833969"/>
            <a:ext cx="92525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onceki</a:t>
            </a:r>
          </a:p>
        </p:txBody>
      </p:sp>
      <p:cxnSp>
        <p:nvCxnSpPr>
          <p:cNvPr id="138" name="Düz Ok Bağlayıcısı 137"/>
          <p:cNvCxnSpPr/>
          <p:nvPr/>
        </p:nvCxnSpPr>
        <p:spPr>
          <a:xfrm>
            <a:off x="2436901" y="1120092"/>
            <a:ext cx="0" cy="17315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53467517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75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grpSp>
        <p:nvGrpSpPr>
          <p:cNvPr id="92" name="Grup 91"/>
          <p:cNvGrpSpPr/>
          <p:nvPr/>
        </p:nvGrpSpPr>
        <p:grpSpPr>
          <a:xfrm>
            <a:off x="4727252" y="1800207"/>
            <a:ext cx="554960" cy="490899"/>
            <a:chOff x="2175112" y="1785693"/>
            <a:chExt cx="554960" cy="490899"/>
          </a:xfrm>
        </p:grpSpPr>
        <p:sp>
          <p:nvSpPr>
            <p:cNvPr id="93" name="Metin kutusu 92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00" name="Düz Ok Bağlayıcısı 99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up 2"/>
          <p:cNvGrpSpPr/>
          <p:nvPr/>
        </p:nvGrpSpPr>
        <p:grpSpPr>
          <a:xfrm>
            <a:off x="2040907" y="833969"/>
            <a:ext cx="925253" cy="459281"/>
            <a:chOff x="2040907" y="833969"/>
            <a:chExt cx="925253" cy="459281"/>
          </a:xfrm>
        </p:grpSpPr>
        <p:sp>
          <p:nvSpPr>
            <p:cNvPr id="137" name="Metin kutusu 136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38" name="Düz Ok Bağlayıcısı 137"/>
            <p:cNvCxnSpPr/>
            <p:nvPr/>
          </p:nvCxnSpPr>
          <p:spPr>
            <a:xfrm>
              <a:off x="2436901" y="1120092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68960577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75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sp>
        <p:nvSpPr>
          <p:cNvPr id="137" name="Metin kutusu 136"/>
          <p:cNvSpPr txBox="1"/>
          <p:nvPr/>
        </p:nvSpPr>
        <p:spPr>
          <a:xfrm>
            <a:off x="2040907" y="833969"/>
            <a:ext cx="92525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onceki</a:t>
            </a:r>
          </a:p>
        </p:txBody>
      </p:sp>
      <p:cxnSp>
        <p:nvCxnSpPr>
          <p:cNvPr id="138" name="Düz Ok Bağlayıcısı 137"/>
          <p:cNvCxnSpPr/>
          <p:nvPr/>
        </p:nvCxnSpPr>
        <p:spPr>
          <a:xfrm>
            <a:off x="2436901" y="1120092"/>
            <a:ext cx="0" cy="17315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4727252" y="1800207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133479719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75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sp>
        <p:nvSpPr>
          <p:cNvPr id="137" name="Metin kutusu 136"/>
          <p:cNvSpPr txBox="1"/>
          <p:nvPr/>
        </p:nvSpPr>
        <p:spPr>
          <a:xfrm>
            <a:off x="2040907" y="833969"/>
            <a:ext cx="92525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onceki</a:t>
            </a:r>
          </a:p>
        </p:txBody>
      </p:sp>
      <p:cxnSp>
        <p:nvCxnSpPr>
          <p:cNvPr id="138" name="Düz Ok Bağlayıcısı 137"/>
          <p:cNvCxnSpPr/>
          <p:nvPr/>
        </p:nvCxnSpPr>
        <p:spPr>
          <a:xfrm>
            <a:off x="2436901" y="1120092"/>
            <a:ext cx="0" cy="17315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4727252" y="1800207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69760679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1914970" cy="973201"/>
            <a:chOff x="5965370" y="4097537"/>
            <a:chExt cx="1914970" cy="973201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rot="5400000" flipV="1">
              <a:off x="7253718" y="4669984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75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sp>
        <p:nvSpPr>
          <p:cNvPr id="137" name="Metin kutusu 136"/>
          <p:cNvSpPr txBox="1"/>
          <p:nvPr/>
        </p:nvSpPr>
        <p:spPr>
          <a:xfrm>
            <a:off x="2040907" y="833969"/>
            <a:ext cx="92525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onceki</a:t>
            </a:r>
          </a:p>
        </p:txBody>
      </p:sp>
      <p:cxnSp>
        <p:nvCxnSpPr>
          <p:cNvPr id="138" name="Düz Ok Bağlayıcısı 137"/>
          <p:cNvCxnSpPr/>
          <p:nvPr/>
        </p:nvCxnSpPr>
        <p:spPr>
          <a:xfrm>
            <a:off x="2436901" y="1120092"/>
            <a:ext cx="0" cy="17315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4727252" y="1800207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Metin kutusu 91"/>
          <p:cNvSpPr txBox="1"/>
          <p:nvPr/>
        </p:nvSpPr>
        <p:spPr>
          <a:xfrm>
            <a:off x="3657478" y="2277458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</p:spTree>
    <p:extLst>
      <p:ext uri="{BB962C8B-B14F-4D97-AF65-F5344CB8AC3E}">
        <p14:creationId xmlns:p14="http://schemas.microsoft.com/office/powerpoint/2010/main" val="1429563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727632" y="1337943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grpSp>
        <p:nvGrpSpPr>
          <p:cNvPr id="93" name="Grup 92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00" name="Dikdörtgen 99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39" name="Dikdörtgen 138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0" name="Dikdörtgen 139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5" name="Düz Ok Bağlayıcısı 144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103934235"/>
      </p:ext>
    </p:extLst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75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tablo.sil(41);</a:t>
            </a:r>
          </a:p>
        </p:txBody>
      </p:sp>
    </p:spTree>
    <p:extLst>
      <p:ext uri="{BB962C8B-B14F-4D97-AF65-F5344CB8AC3E}">
        <p14:creationId xmlns:p14="http://schemas.microsoft.com/office/powerpoint/2010/main" val="1227843582"/>
      </p:ext>
    </p:extLst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830997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75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tablo.sil(41);</a:t>
            </a:r>
          </a:p>
        </p:txBody>
      </p:sp>
    </p:spTree>
    <p:extLst>
      <p:ext uri="{BB962C8B-B14F-4D97-AF65-F5344CB8AC3E}">
        <p14:creationId xmlns:p14="http://schemas.microsoft.com/office/powerpoint/2010/main" val="2907938085"/>
      </p:ext>
    </p:extLst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75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tablo.sil(41);</a:t>
            </a:r>
          </a:p>
        </p:txBody>
      </p:sp>
    </p:spTree>
    <p:extLst>
      <p:ext uri="{BB962C8B-B14F-4D97-AF65-F5344CB8AC3E}">
        <p14:creationId xmlns:p14="http://schemas.microsoft.com/office/powerpoint/2010/main" val="2022057894"/>
      </p:ext>
    </p:extLst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75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tablo.sil(41);</a:t>
            </a:r>
          </a:p>
        </p:txBody>
      </p:sp>
      <p:grpSp>
        <p:nvGrpSpPr>
          <p:cNvPr id="92" name="Grup 91"/>
          <p:cNvGrpSpPr/>
          <p:nvPr/>
        </p:nvGrpSpPr>
        <p:grpSpPr>
          <a:xfrm>
            <a:off x="2175114" y="1800207"/>
            <a:ext cx="554960" cy="490899"/>
            <a:chOff x="2175112" y="1785693"/>
            <a:chExt cx="554960" cy="490899"/>
          </a:xfrm>
        </p:grpSpPr>
        <p:sp>
          <p:nvSpPr>
            <p:cNvPr id="93" name="Metin kutusu 92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00" name="Düz Ok Bağlayıcısı 99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38823869"/>
      </p:ext>
    </p:ext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75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tablo.sil(41);</a:t>
            </a:r>
          </a:p>
        </p:txBody>
      </p:sp>
      <p:grpSp>
        <p:nvGrpSpPr>
          <p:cNvPr id="92" name="Grup 91"/>
          <p:cNvGrpSpPr/>
          <p:nvPr/>
        </p:nvGrpSpPr>
        <p:grpSpPr>
          <a:xfrm>
            <a:off x="2175114" y="1800207"/>
            <a:ext cx="554960" cy="490899"/>
            <a:chOff x="2175112" y="1785693"/>
            <a:chExt cx="554960" cy="490899"/>
          </a:xfrm>
        </p:grpSpPr>
        <p:sp>
          <p:nvSpPr>
            <p:cNvPr id="93" name="Metin kutusu 92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00" name="Düz Ok Bağlayıcısı 99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1" name="Grup 100"/>
          <p:cNvGrpSpPr/>
          <p:nvPr/>
        </p:nvGrpSpPr>
        <p:grpSpPr>
          <a:xfrm>
            <a:off x="2040907" y="833969"/>
            <a:ext cx="925253" cy="459281"/>
            <a:chOff x="2040907" y="833969"/>
            <a:chExt cx="925253" cy="459281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>
              <a:off x="2436901" y="1120092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974336139"/>
      </p:ext>
    </p:extLst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75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tablo.sil(41);</a:t>
            </a:r>
          </a:p>
        </p:txBody>
      </p:sp>
      <p:grpSp>
        <p:nvGrpSpPr>
          <p:cNvPr id="92" name="Grup 91"/>
          <p:cNvGrpSpPr/>
          <p:nvPr/>
        </p:nvGrpSpPr>
        <p:grpSpPr>
          <a:xfrm>
            <a:off x="2175114" y="1800207"/>
            <a:ext cx="554960" cy="490899"/>
            <a:chOff x="2175112" y="1785693"/>
            <a:chExt cx="554960" cy="490899"/>
          </a:xfrm>
        </p:grpSpPr>
        <p:sp>
          <p:nvSpPr>
            <p:cNvPr id="93" name="Metin kutusu 92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00" name="Düz Ok Bağlayıcısı 99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1" name="Grup 100"/>
          <p:cNvGrpSpPr/>
          <p:nvPr/>
        </p:nvGrpSpPr>
        <p:grpSpPr>
          <a:xfrm>
            <a:off x="2040907" y="833969"/>
            <a:ext cx="925253" cy="459281"/>
            <a:chOff x="2040907" y="833969"/>
            <a:chExt cx="925253" cy="459281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>
              <a:off x="2436901" y="1120092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132087690"/>
      </p:ext>
    </p:extLst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75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tablo.sil(41);</a:t>
            </a:r>
          </a:p>
        </p:txBody>
      </p:sp>
      <p:grpSp>
        <p:nvGrpSpPr>
          <p:cNvPr id="92" name="Grup 91"/>
          <p:cNvGrpSpPr/>
          <p:nvPr/>
        </p:nvGrpSpPr>
        <p:grpSpPr>
          <a:xfrm>
            <a:off x="2175114" y="1800207"/>
            <a:ext cx="554960" cy="490899"/>
            <a:chOff x="2175112" y="1785693"/>
            <a:chExt cx="554960" cy="490899"/>
          </a:xfrm>
        </p:grpSpPr>
        <p:sp>
          <p:nvSpPr>
            <p:cNvPr id="93" name="Metin kutusu 92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00" name="Düz Ok Bağlayıcısı 99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1" name="Grup 100"/>
          <p:cNvGrpSpPr/>
          <p:nvPr/>
        </p:nvGrpSpPr>
        <p:grpSpPr>
          <a:xfrm>
            <a:off x="2040907" y="833969"/>
            <a:ext cx="925253" cy="459281"/>
            <a:chOff x="2040907" y="833969"/>
            <a:chExt cx="925253" cy="459281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>
              <a:off x="2436901" y="1120092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977134905"/>
      </p:ext>
    </p:extLst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>
            <a:off x="647637" y="1544900"/>
            <a:ext cx="2491639" cy="1135093"/>
          </a:xfrm>
          <a:prstGeom prst="straightConnector1">
            <a:avLst/>
          </a:prstGeom>
          <a:ln w="2857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75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tablo.sil(41);</a:t>
            </a:r>
          </a:p>
        </p:txBody>
      </p:sp>
      <p:grpSp>
        <p:nvGrpSpPr>
          <p:cNvPr id="92" name="Grup 91"/>
          <p:cNvGrpSpPr/>
          <p:nvPr/>
        </p:nvGrpSpPr>
        <p:grpSpPr>
          <a:xfrm>
            <a:off x="2175114" y="1800207"/>
            <a:ext cx="554960" cy="490899"/>
            <a:chOff x="2175112" y="1785693"/>
            <a:chExt cx="554960" cy="490899"/>
          </a:xfrm>
        </p:grpSpPr>
        <p:sp>
          <p:nvSpPr>
            <p:cNvPr id="93" name="Metin kutusu 92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00" name="Düz Ok Bağlayıcısı 99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1" name="Grup 100"/>
          <p:cNvGrpSpPr/>
          <p:nvPr/>
        </p:nvGrpSpPr>
        <p:grpSpPr>
          <a:xfrm>
            <a:off x="2040907" y="833969"/>
            <a:ext cx="925253" cy="459281"/>
            <a:chOff x="2040907" y="833969"/>
            <a:chExt cx="925253" cy="459281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>
              <a:off x="2436901" y="1120092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" name="Düz Ok Bağlayıcısı 136"/>
          <p:cNvCxnSpPr/>
          <p:nvPr/>
        </p:nvCxnSpPr>
        <p:spPr>
          <a:xfrm flipV="1">
            <a:off x="3115629" y="1700936"/>
            <a:ext cx="1523662" cy="977455"/>
          </a:xfrm>
          <a:prstGeom prst="straightConnector1">
            <a:avLst/>
          </a:prstGeom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4001608"/>
      </p:ext>
    </p:extLst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Düz Ok Bağlayıcısı 146"/>
          <p:cNvCxnSpPr/>
          <p:nvPr/>
        </p:nvCxnSpPr>
        <p:spPr>
          <a:xfrm>
            <a:off x="647637" y="1544900"/>
            <a:ext cx="2491639" cy="1135093"/>
          </a:xfrm>
          <a:prstGeom prst="straightConnector1">
            <a:avLst/>
          </a:prstGeom>
          <a:ln w="2857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cxnSp>
        <p:nvCxnSpPr>
          <p:cNvPr id="137" name="Düz Ok Bağlayıcısı 136"/>
          <p:cNvCxnSpPr/>
          <p:nvPr/>
        </p:nvCxnSpPr>
        <p:spPr>
          <a:xfrm flipV="1">
            <a:off x="3115629" y="1700936"/>
            <a:ext cx="1523662" cy="977455"/>
          </a:xfrm>
          <a:prstGeom prst="straightConnector1">
            <a:avLst/>
          </a:prstGeom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1734741"/>
      </p:ext>
    </p:extLst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Düz Ok Bağlayıcısı 149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Metin kutusu 150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grpSp>
        <p:nvGrpSpPr>
          <p:cNvPr id="72" name="Grup 71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76" name="Dikdörtgen 7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92" name="Dikdörtgen 9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93" name="Dikdörtgen 9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00" name="Düz Ok Bağlayıcısı 9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1" name="Düz Ok Bağlayıcısı 100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Metin kutusu 133"/>
          <p:cNvSpPr txBox="1"/>
          <p:nvPr/>
        </p:nvSpPr>
        <p:spPr>
          <a:xfrm>
            <a:off x="4742146" y="1313329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</p:spTree>
    <p:extLst>
      <p:ext uri="{BB962C8B-B14F-4D97-AF65-F5344CB8AC3E}">
        <p14:creationId xmlns:p14="http://schemas.microsoft.com/office/powerpoint/2010/main" val="1062344923"/>
      </p:ext>
    </p:extLst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err="1"/>
              <a:t>Hash</a:t>
            </a:r>
            <a:r>
              <a:rPr lang="tr-TR" dirty="0"/>
              <a:t> Tablosundan Anahtar Silme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598745611"/>
      </p:ext>
    </p:extLst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02036426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830997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03613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tablo.sil(105);</a:t>
            </a: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209989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00729582"/>
      </p:ext>
    </p:extLst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03613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tablo.sil(105);</a:t>
            </a: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231579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60480224"/>
      </p:ext>
    </p:extLst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03613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tablo.sil(105);</a:t>
            </a: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253169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5" name="Grup 144"/>
          <p:cNvGrpSpPr/>
          <p:nvPr/>
        </p:nvGrpSpPr>
        <p:grpSpPr>
          <a:xfrm>
            <a:off x="2175114" y="3599976"/>
            <a:ext cx="554960" cy="490899"/>
            <a:chOff x="217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7935061"/>
      </p:ext>
    </p:extLst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03613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tablo.sil(105);</a:t>
            </a: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274759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5" name="Grup 144"/>
          <p:cNvGrpSpPr/>
          <p:nvPr/>
        </p:nvGrpSpPr>
        <p:grpSpPr>
          <a:xfrm>
            <a:off x="2175114" y="3599976"/>
            <a:ext cx="554960" cy="490899"/>
            <a:chOff x="217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3" name="Grup 152"/>
          <p:cNvGrpSpPr/>
          <p:nvPr/>
        </p:nvGrpSpPr>
        <p:grpSpPr>
          <a:xfrm>
            <a:off x="2040907" y="2587492"/>
            <a:ext cx="1662485" cy="375731"/>
            <a:chOff x="2040907" y="796792"/>
            <a:chExt cx="1662485" cy="375731"/>
          </a:xfrm>
        </p:grpSpPr>
        <p:sp>
          <p:nvSpPr>
            <p:cNvPr id="154" name="Metin kutusu 153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55" name="Düz Ok Bağlayıcısı 154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" name="Metin kutusu 155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49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60887013"/>
      </p:ext>
    </p:extLst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03613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tablo.sil(105);</a:t>
            </a: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295079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5" name="Grup 144"/>
          <p:cNvGrpSpPr/>
          <p:nvPr/>
        </p:nvGrpSpPr>
        <p:grpSpPr>
          <a:xfrm>
            <a:off x="2175114" y="3599976"/>
            <a:ext cx="554960" cy="490899"/>
            <a:chOff x="217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3" name="Grup 152"/>
          <p:cNvGrpSpPr/>
          <p:nvPr/>
        </p:nvGrpSpPr>
        <p:grpSpPr>
          <a:xfrm>
            <a:off x="2040907" y="2587492"/>
            <a:ext cx="1662485" cy="375731"/>
            <a:chOff x="2040907" y="796792"/>
            <a:chExt cx="1662485" cy="375731"/>
          </a:xfrm>
        </p:grpSpPr>
        <p:sp>
          <p:nvSpPr>
            <p:cNvPr id="154" name="Metin kutusu 153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55" name="Düz Ok Bağlayıcısı 154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" name="Metin kutusu 155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49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02856311"/>
      </p:ext>
    </p:extLst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03613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tablo.sil(105);</a:t>
            </a: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316764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5" name="Grup 144"/>
          <p:cNvGrpSpPr/>
          <p:nvPr/>
        </p:nvGrpSpPr>
        <p:grpSpPr>
          <a:xfrm>
            <a:off x="2175114" y="3599976"/>
            <a:ext cx="554960" cy="490899"/>
            <a:chOff x="217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3" name="Grup 152"/>
          <p:cNvGrpSpPr/>
          <p:nvPr/>
        </p:nvGrpSpPr>
        <p:grpSpPr>
          <a:xfrm>
            <a:off x="2040907" y="2587492"/>
            <a:ext cx="1662485" cy="375731"/>
            <a:chOff x="2040907" y="796792"/>
            <a:chExt cx="1662485" cy="375731"/>
          </a:xfrm>
        </p:grpSpPr>
        <p:sp>
          <p:nvSpPr>
            <p:cNvPr id="154" name="Metin kutusu 153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55" name="Düz Ok Bağlayıcısı 154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" name="Metin kutusu 155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49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5944779"/>
      </p:ext>
    </p:extLst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03613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tablo.sil(105);</a:t>
            </a: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337236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5" name="Grup 144"/>
          <p:cNvGrpSpPr/>
          <p:nvPr/>
        </p:nvGrpSpPr>
        <p:grpSpPr>
          <a:xfrm>
            <a:off x="2175114" y="3599976"/>
            <a:ext cx="554960" cy="490899"/>
            <a:chOff x="217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3" name="Grup 152"/>
          <p:cNvGrpSpPr/>
          <p:nvPr/>
        </p:nvGrpSpPr>
        <p:grpSpPr>
          <a:xfrm>
            <a:off x="2040907" y="2587492"/>
            <a:ext cx="1662485" cy="375731"/>
            <a:chOff x="2040907" y="796792"/>
            <a:chExt cx="1662485" cy="375731"/>
          </a:xfrm>
        </p:grpSpPr>
        <p:sp>
          <p:nvSpPr>
            <p:cNvPr id="154" name="Metin kutusu 153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55" name="Düz Ok Bağlayıcısı 154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" name="Metin kutusu 155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49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96485661"/>
      </p:ext>
    </p:extLst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3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03613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tablo.sil(105);</a:t>
            </a: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442324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5" name="Grup 144"/>
          <p:cNvGrpSpPr/>
          <p:nvPr/>
        </p:nvGrpSpPr>
        <p:grpSpPr>
          <a:xfrm>
            <a:off x="2175114" y="3599976"/>
            <a:ext cx="554960" cy="490899"/>
            <a:chOff x="217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3" name="Grup 152"/>
          <p:cNvGrpSpPr/>
          <p:nvPr/>
        </p:nvGrpSpPr>
        <p:grpSpPr>
          <a:xfrm>
            <a:off x="2040907" y="2587492"/>
            <a:ext cx="1662485" cy="375731"/>
            <a:chOff x="2040907" y="796792"/>
            <a:chExt cx="1662485" cy="375731"/>
          </a:xfrm>
        </p:grpSpPr>
        <p:sp>
          <p:nvSpPr>
            <p:cNvPr id="154" name="Metin kutusu 153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55" name="Düz Ok Bağlayıcısı 154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" name="Metin kutusu 155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49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77086524"/>
      </p:ext>
    </p:extLst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03613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tablo.sil(105);</a:t>
            </a: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465526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5" name="Grup 144"/>
          <p:cNvGrpSpPr/>
          <p:nvPr/>
        </p:nvGrpSpPr>
        <p:grpSpPr>
          <a:xfrm>
            <a:off x="2175114" y="3599976"/>
            <a:ext cx="554960" cy="490899"/>
            <a:chOff x="217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3" name="Grup 152"/>
          <p:cNvGrpSpPr/>
          <p:nvPr/>
        </p:nvGrpSpPr>
        <p:grpSpPr>
          <a:xfrm>
            <a:off x="2040907" y="2587492"/>
            <a:ext cx="1662485" cy="375731"/>
            <a:chOff x="2040907" y="796792"/>
            <a:chExt cx="1662485" cy="375731"/>
          </a:xfrm>
        </p:grpSpPr>
        <p:sp>
          <p:nvSpPr>
            <p:cNvPr id="154" name="Metin kutusu 153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55" name="Düz Ok Bağlayıcısı 154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" name="Metin kutusu 155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49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90112852"/>
      </p:ext>
    </p:extLst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03613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tablo.sil(105);</a:t>
            </a: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487362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5" name="Grup 144"/>
          <p:cNvGrpSpPr/>
          <p:nvPr/>
        </p:nvGrpSpPr>
        <p:grpSpPr>
          <a:xfrm>
            <a:off x="2175114" y="3599976"/>
            <a:ext cx="554960" cy="490899"/>
            <a:chOff x="217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3" name="Grup 152"/>
          <p:cNvGrpSpPr/>
          <p:nvPr/>
        </p:nvGrpSpPr>
        <p:grpSpPr>
          <a:xfrm>
            <a:off x="2040907" y="2587492"/>
            <a:ext cx="1662485" cy="375731"/>
            <a:chOff x="2040907" y="796792"/>
            <a:chExt cx="1662485" cy="375731"/>
          </a:xfrm>
        </p:grpSpPr>
        <p:sp>
          <p:nvSpPr>
            <p:cNvPr id="154" name="Metin kutusu 153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55" name="Düz Ok Bağlayıcısı 154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" name="Metin kutusu 155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49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67442217"/>
      </p:ext>
    </p:extLst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2077579" cy="4507066"/>
            <a:chOff x="2784624" y="1422404"/>
            <a:chExt cx="207757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cxnSp>
          <p:nvCxnSpPr>
            <p:cNvPr id="92" name="Düz Ok Bağlayıcısı 91"/>
            <p:cNvCxnSpPr>
              <a:endCxn id="138" idx="1"/>
            </p:cNvCxnSpPr>
            <p:nvPr/>
          </p:nvCxnSpPr>
          <p:spPr>
            <a:xfrm flipV="1">
              <a:off x="3283843" y="3896145"/>
              <a:ext cx="1578360" cy="44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03613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tablo.sil(105);</a:t>
            </a: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550142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5" name="Grup 144"/>
          <p:cNvGrpSpPr/>
          <p:nvPr/>
        </p:nvGrpSpPr>
        <p:grpSpPr>
          <a:xfrm>
            <a:off x="2175114" y="3599976"/>
            <a:ext cx="554960" cy="490899"/>
            <a:chOff x="217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3" name="Grup 152"/>
          <p:cNvGrpSpPr/>
          <p:nvPr/>
        </p:nvGrpSpPr>
        <p:grpSpPr>
          <a:xfrm>
            <a:off x="2040907" y="2587492"/>
            <a:ext cx="1662485" cy="375731"/>
            <a:chOff x="2040907" y="796792"/>
            <a:chExt cx="1662485" cy="375731"/>
          </a:xfrm>
        </p:grpSpPr>
        <p:sp>
          <p:nvSpPr>
            <p:cNvPr id="154" name="Metin kutusu 153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55" name="Düz Ok Bağlayıcısı 154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" name="Metin kutusu 155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49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56778123"/>
      </p:ext>
    </p:extLst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03613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tablo.sil(105);</a:t>
            </a: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571979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5" name="Grup 144"/>
          <p:cNvGrpSpPr/>
          <p:nvPr/>
        </p:nvGrpSpPr>
        <p:grpSpPr>
          <a:xfrm>
            <a:off x="2175114" y="3599976"/>
            <a:ext cx="554960" cy="490899"/>
            <a:chOff x="217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3" name="Grup 152"/>
          <p:cNvGrpSpPr/>
          <p:nvPr/>
        </p:nvGrpSpPr>
        <p:grpSpPr>
          <a:xfrm>
            <a:off x="2040907" y="2587492"/>
            <a:ext cx="1662485" cy="375731"/>
            <a:chOff x="2040907" y="796792"/>
            <a:chExt cx="1662485" cy="375731"/>
          </a:xfrm>
        </p:grpSpPr>
        <p:sp>
          <p:nvSpPr>
            <p:cNvPr id="154" name="Metin kutusu 153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55" name="Düz Ok Bağlayıcısı 154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" name="Metin kutusu 155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30641090"/>
      </p:ext>
    </p:extLst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105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5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up 134"/>
          <p:cNvGrpSpPr/>
          <p:nvPr/>
        </p:nvGrpSpPr>
        <p:grpSpPr>
          <a:xfrm>
            <a:off x="2233303" y="3119549"/>
            <a:ext cx="3023404" cy="423230"/>
            <a:chOff x="5965370" y="4057541"/>
            <a:chExt cx="3023404" cy="423230"/>
          </a:xfrm>
        </p:grpSpPr>
        <p:sp>
          <p:nvSpPr>
            <p:cNvPr id="136" name="Dikdörtgen 135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"Murat"</a:t>
              </a:r>
            </a:p>
          </p:txBody>
        </p:sp>
        <p:sp>
          <p:nvSpPr>
            <p:cNvPr id="137" name="Dikdörtgen 136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38" name="Dikdörtgen 137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105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00" name="Metin kutusu 99"/>
          <p:cNvSpPr txBox="1"/>
          <p:nvPr/>
        </p:nvSpPr>
        <p:spPr>
          <a:xfrm>
            <a:off x="40845" y="6138369"/>
            <a:ext cx="203613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tablo.sil(105);</a:t>
            </a:r>
          </a:p>
        </p:txBody>
      </p:sp>
      <p:cxnSp>
        <p:nvCxnSpPr>
          <p:cNvPr id="101" name="Düz Ok Bağlayıcısı 100"/>
          <p:cNvCxnSpPr/>
          <p:nvPr/>
        </p:nvCxnSpPr>
        <p:spPr>
          <a:xfrm>
            <a:off x="6034308" y="614287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5" name="Grup 144"/>
          <p:cNvGrpSpPr/>
          <p:nvPr/>
        </p:nvGrpSpPr>
        <p:grpSpPr>
          <a:xfrm>
            <a:off x="2175114" y="3599976"/>
            <a:ext cx="554960" cy="490899"/>
            <a:chOff x="2175112" y="1785693"/>
            <a:chExt cx="554960" cy="490899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3" name="Grup 152"/>
          <p:cNvGrpSpPr/>
          <p:nvPr/>
        </p:nvGrpSpPr>
        <p:grpSpPr>
          <a:xfrm>
            <a:off x="2040907" y="2587492"/>
            <a:ext cx="1662485" cy="375731"/>
            <a:chOff x="2040907" y="796792"/>
            <a:chExt cx="1662485" cy="375731"/>
          </a:xfrm>
        </p:grpSpPr>
        <p:sp>
          <p:nvSpPr>
            <p:cNvPr id="154" name="Metin kutusu 153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55" name="Düz Ok Bağlayıcısı 154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" name="Metin kutusu 155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34598818"/>
      </p:ext>
    </p:extLst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6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33276254"/>
      </p:ext>
    </p:extLst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sp>
        <p:nvSpPr>
          <p:cNvPr id="100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3064435"/>
      </p:ext>
    </p:extLst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830997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210313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47177738"/>
      </p:ext>
    </p:extLst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230785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8714432"/>
      </p:ext>
    </p:extLst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253986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2175114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7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0268412"/>
      </p:ext>
    </p:extLst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274458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2175114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5" name="Grup 144"/>
          <p:cNvGrpSpPr/>
          <p:nvPr/>
        </p:nvGrpSpPr>
        <p:grpSpPr>
          <a:xfrm>
            <a:off x="2040907" y="796792"/>
            <a:ext cx="1662485" cy="375731"/>
            <a:chOff x="2040907" y="796792"/>
            <a:chExt cx="1662485" cy="375731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Metin kutusu 150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37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4128604"/>
      </p:ext>
    </p:extLst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294930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2175114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5" name="Grup 144"/>
          <p:cNvGrpSpPr/>
          <p:nvPr/>
        </p:nvGrpSpPr>
        <p:grpSpPr>
          <a:xfrm>
            <a:off x="2040907" y="796792"/>
            <a:ext cx="1662485" cy="375731"/>
            <a:chOff x="2040907" y="796792"/>
            <a:chExt cx="1662485" cy="375731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Metin kutusu 150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37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07375731"/>
      </p:ext>
    </p:extLst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316766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2175114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5" name="Grup 144"/>
          <p:cNvGrpSpPr/>
          <p:nvPr/>
        </p:nvGrpSpPr>
        <p:grpSpPr>
          <a:xfrm>
            <a:off x="2040907" y="796792"/>
            <a:ext cx="1662485" cy="375731"/>
            <a:chOff x="2040907" y="796792"/>
            <a:chExt cx="1662485" cy="375731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Metin kutusu 150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37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8863344"/>
      </p:ext>
    </p:extLst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380911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2175114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2" name="Grup 151"/>
          <p:cNvGrpSpPr/>
          <p:nvPr/>
        </p:nvGrpSpPr>
        <p:grpSpPr>
          <a:xfrm>
            <a:off x="2040907" y="833969"/>
            <a:ext cx="925253" cy="459281"/>
            <a:chOff x="2040907" y="833969"/>
            <a:chExt cx="925253" cy="459281"/>
          </a:xfrm>
        </p:grpSpPr>
        <p:sp>
          <p:nvSpPr>
            <p:cNvPr id="153" name="Metin kutusu 152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54" name="Düz Ok Bağlayıcısı 153"/>
            <p:cNvCxnSpPr/>
            <p:nvPr/>
          </p:nvCxnSpPr>
          <p:spPr>
            <a:xfrm>
              <a:off x="2436901" y="1120092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7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40710354"/>
      </p:ext>
    </p:extLst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400018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4713602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2" name="Grup 151"/>
          <p:cNvGrpSpPr/>
          <p:nvPr/>
        </p:nvGrpSpPr>
        <p:grpSpPr>
          <a:xfrm>
            <a:off x="2040907" y="833969"/>
            <a:ext cx="925253" cy="459281"/>
            <a:chOff x="2040907" y="833969"/>
            <a:chExt cx="925253" cy="459281"/>
          </a:xfrm>
        </p:grpSpPr>
        <p:sp>
          <p:nvSpPr>
            <p:cNvPr id="153" name="Metin kutusu 152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54" name="Düz Ok Bağlayıcısı 153"/>
            <p:cNvCxnSpPr/>
            <p:nvPr/>
          </p:nvCxnSpPr>
          <p:spPr>
            <a:xfrm>
              <a:off x="2436901" y="1120092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7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18465806"/>
      </p:ext>
    </p:extLst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294931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4713602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2" name="Grup 151"/>
          <p:cNvGrpSpPr/>
          <p:nvPr/>
        </p:nvGrpSpPr>
        <p:grpSpPr>
          <a:xfrm>
            <a:off x="2040907" y="833969"/>
            <a:ext cx="925253" cy="459281"/>
            <a:chOff x="2040907" y="833969"/>
            <a:chExt cx="925253" cy="459281"/>
          </a:xfrm>
        </p:grpSpPr>
        <p:sp>
          <p:nvSpPr>
            <p:cNvPr id="153" name="Metin kutusu 152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54" name="Düz Ok Bağlayıcısı 153"/>
            <p:cNvCxnSpPr/>
            <p:nvPr/>
          </p:nvCxnSpPr>
          <p:spPr>
            <a:xfrm>
              <a:off x="2436901" y="1120092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7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6579034"/>
      </p:ext>
    </p:extLst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316767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4713602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2" name="Grup 151"/>
          <p:cNvGrpSpPr/>
          <p:nvPr/>
        </p:nvGrpSpPr>
        <p:grpSpPr>
          <a:xfrm>
            <a:off x="2040907" y="833969"/>
            <a:ext cx="925253" cy="459281"/>
            <a:chOff x="2040907" y="833969"/>
            <a:chExt cx="925253" cy="459281"/>
          </a:xfrm>
        </p:grpSpPr>
        <p:sp>
          <p:nvSpPr>
            <p:cNvPr id="153" name="Metin kutusu 152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54" name="Düz Ok Bağlayıcısı 153"/>
            <p:cNvCxnSpPr/>
            <p:nvPr/>
          </p:nvCxnSpPr>
          <p:spPr>
            <a:xfrm>
              <a:off x="2436901" y="1120092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7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13680104"/>
      </p:ext>
    </p:extLst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335874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4713602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2" name="Grup 151"/>
          <p:cNvGrpSpPr/>
          <p:nvPr/>
        </p:nvGrpSpPr>
        <p:grpSpPr>
          <a:xfrm>
            <a:off x="2040907" y="833969"/>
            <a:ext cx="925253" cy="459281"/>
            <a:chOff x="2040907" y="833969"/>
            <a:chExt cx="925253" cy="459281"/>
          </a:xfrm>
        </p:grpSpPr>
        <p:sp>
          <p:nvSpPr>
            <p:cNvPr id="153" name="Metin kutusu 152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54" name="Düz Ok Bağlayıcısı 153"/>
            <p:cNvCxnSpPr/>
            <p:nvPr/>
          </p:nvCxnSpPr>
          <p:spPr>
            <a:xfrm>
              <a:off x="2436901" y="1120092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7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09345075"/>
      </p:ext>
    </p:extLst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443692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4713602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2" name="Grup 151"/>
          <p:cNvGrpSpPr/>
          <p:nvPr/>
        </p:nvGrpSpPr>
        <p:grpSpPr>
          <a:xfrm>
            <a:off x="2040907" y="833969"/>
            <a:ext cx="925253" cy="459281"/>
            <a:chOff x="2040907" y="833969"/>
            <a:chExt cx="925253" cy="459281"/>
          </a:xfrm>
        </p:grpSpPr>
        <p:sp>
          <p:nvSpPr>
            <p:cNvPr id="153" name="Metin kutusu 152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54" name="Düz Ok Bağlayıcısı 153"/>
            <p:cNvCxnSpPr/>
            <p:nvPr/>
          </p:nvCxnSpPr>
          <p:spPr>
            <a:xfrm>
              <a:off x="2436901" y="1120092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7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10548060"/>
      </p:ext>
    </p:extLst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465529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4713602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2" name="Grup 151"/>
          <p:cNvGrpSpPr/>
          <p:nvPr/>
        </p:nvGrpSpPr>
        <p:grpSpPr>
          <a:xfrm>
            <a:off x="2040907" y="833969"/>
            <a:ext cx="925253" cy="459281"/>
            <a:chOff x="2040907" y="833969"/>
            <a:chExt cx="925253" cy="459281"/>
          </a:xfrm>
        </p:grpSpPr>
        <p:sp>
          <p:nvSpPr>
            <p:cNvPr id="153" name="Metin kutusu 152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54" name="Düz Ok Bağlayıcısı 153"/>
            <p:cNvCxnSpPr/>
            <p:nvPr/>
          </p:nvCxnSpPr>
          <p:spPr>
            <a:xfrm>
              <a:off x="2436901" y="1120092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7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7829823"/>
      </p:ext>
    </p:extLst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487366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4713602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2" name="Grup 151"/>
          <p:cNvGrpSpPr/>
          <p:nvPr/>
        </p:nvGrpSpPr>
        <p:grpSpPr>
          <a:xfrm>
            <a:off x="2040907" y="833969"/>
            <a:ext cx="925253" cy="459281"/>
            <a:chOff x="2040907" y="833969"/>
            <a:chExt cx="925253" cy="459281"/>
          </a:xfrm>
        </p:grpSpPr>
        <p:sp>
          <p:nvSpPr>
            <p:cNvPr id="153" name="Metin kutusu 152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54" name="Düz Ok Bağlayıcısı 153"/>
            <p:cNvCxnSpPr/>
            <p:nvPr/>
          </p:nvCxnSpPr>
          <p:spPr>
            <a:xfrm>
              <a:off x="2436901" y="1120092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7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21156308"/>
      </p:ext>
    </p:extLst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507838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4713602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2" name="Grup 151"/>
          <p:cNvGrpSpPr/>
          <p:nvPr/>
        </p:nvGrpSpPr>
        <p:grpSpPr>
          <a:xfrm>
            <a:off x="2040907" y="833969"/>
            <a:ext cx="925253" cy="459281"/>
            <a:chOff x="2040907" y="833969"/>
            <a:chExt cx="925253" cy="459281"/>
          </a:xfrm>
        </p:grpSpPr>
        <p:sp>
          <p:nvSpPr>
            <p:cNvPr id="153" name="Metin kutusu 152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54" name="Düz Ok Bağlayıcısı 153"/>
            <p:cNvCxnSpPr/>
            <p:nvPr/>
          </p:nvCxnSpPr>
          <p:spPr>
            <a:xfrm>
              <a:off x="2436901" y="1120092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7" name="Grup 136"/>
          <p:cNvGrpSpPr/>
          <p:nvPr/>
        </p:nvGrpSpPr>
        <p:grpSpPr>
          <a:xfrm>
            <a:off x="2233303" y="1353602"/>
            <a:ext cx="1914970" cy="973201"/>
            <a:chOff x="5965370" y="4097537"/>
            <a:chExt cx="1914970" cy="973201"/>
          </a:xfrm>
        </p:grpSpPr>
        <p:sp>
          <p:nvSpPr>
            <p:cNvPr id="138" name="Dikdörtgen 137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39" name="Dikdörtgen 138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0" name="Dikdörtgen 139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5" name="Düz Ok Bağlayıcısı 144"/>
            <p:cNvCxnSpPr/>
            <p:nvPr/>
          </p:nvCxnSpPr>
          <p:spPr>
            <a:xfrm rot="5400000" flipV="1">
              <a:off x="7253718" y="4669984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6" name="Metin kutusu 145"/>
          <p:cNvSpPr txBox="1"/>
          <p:nvPr/>
        </p:nvSpPr>
        <p:spPr>
          <a:xfrm>
            <a:off x="3657478" y="2277458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134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0214371"/>
      </p:ext>
    </p:extLst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21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tablo.sil(21);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614290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4713602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2" name="Grup 151"/>
          <p:cNvGrpSpPr/>
          <p:nvPr/>
        </p:nvGrpSpPr>
        <p:grpSpPr>
          <a:xfrm>
            <a:off x="2040907" y="833969"/>
            <a:ext cx="925253" cy="459281"/>
            <a:chOff x="2040907" y="833969"/>
            <a:chExt cx="925253" cy="459281"/>
          </a:xfrm>
        </p:grpSpPr>
        <p:sp>
          <p:nvSpPr>
            <p:cNvPr id="153" name="Metin kutusu 152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54" name="Düz Ok Bağlayıcısı 153"/>
            <p:cNvCxnSpPr/>
            <p:nvPr/>
          </p:nvCxnSpPr>
          <p:spPr>
            <a:xfrm>
              <a:off x="2436901" y="1120092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7" name="Grup 136"/>
          <p:cNvGrpSpPr/>
          <p:nvPr/>
        </p:nvGrpSpPr>
        <p:grpSpPr>
          <a:xfrm>
            <a:off x="2233303" y="1353602"/>
            <a:ext cx="1914970" cy="973201"/>
            <a:chOff x="5965370" y="4097537"/>
            <a:chExt cx="1914970" cy="973201"/>
          </a:xfrm>
        </p:grpSpPr>
        <p:sp>
          <p:nvSpPr>
            <p:cNvPr id="138" name="Dikdörtgen 137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39" name="Dikdörtgen 138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0" name="Dikdörtgen 139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5" name="Düz Ok Bağlayıcısı 144"/>
            <p:cNvCxnSpPr/>
            <p:nvPr/>
          </p:nvCxnSpPr>
          <p:spPr>
            <a:xfrm rot="5400000" flipV="1">
              <a:off x="7253718" y="4669984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6" name="Metin kutusu 145"/>
          <p:cNvSpPr txBox="1"/>
          <p:nvPr/>
        </p:nvSpPr>
        <p:spPr>
          <a:xfrm>
            <a:off x="3657478" y="2277458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134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7913587"/>
      </p:ext>
    </p:extLst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134" name="Metin kutusu 133"/>
          <p:cNvSpPr txBox="1"/>
          <p:nvPr/>
        </p:nvSpPr>
        <p:spPr>
          <a:xfrm>
            <a:off x="4727632" y="1337943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grpSp>
        <p:nvGrpSpPr>
          <p:cNvPr id="141" name="Grup 140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2" name="Dikdörtgen 141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4" name="Dikdörtgen 143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7853651"/>
      </p:ext>
    </p:extLst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tablo.sil(41);</a:t>
            </a:r>
          </a:p>
        </p:txBody>
      </p:sp>
      <p:sp>
        <p:nvSpPr>
          <p:cNvPr id="100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0921038"/>
      </p:ext>
    </p:extLst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830997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tablo.sil(41);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210316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3455125"/>
      </p:ext>
    </p:extLst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tablo.sil(41);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230788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41600024"/>
      </p:ext>
    </p:extLst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tablo.sil(41);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252624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2175114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7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92261178"/>
      </p:ext>
    </p:extLst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tablo.sil(41);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273096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2175114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7" name="Grup 136"/>
          <p:cNvGrpSpPr/>
          <p:nvPr/>
        </p:nvGrpSpPr>
        <p:grpSpPr>
          <a:xfrm>
            <a:off x="2040907" y="796792"/>
            <a:ext cx="1662485" cy="375731"/>
            <a:chOff x="2040907" y="796792"/>
            <a:chExt cx="1662485" cy="375731"/>
          </a:xfrm>
        </p:grpSpPr>
        <p:sp>
          <p:nvSpPr>
            <p:cNvPr id="138" name="Metin kutusu 137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45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19590499"/>
      </p:ext>
    </p:extLst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tablo.sil(41);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293568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2175114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7" name="Grup 136"/>
          <p:cNvGrpSpPr/>
          <p:nvPr/>
        </p:nvGrpSpPr>
        <p:grpSpPr>
          <a:xfrm>
            <a:off x="2040907" y="796792"/>
            <a:ext cx="1662485" cy="375731"/>
            <a:chOff x="2040907" y="796792"/>
            <a:chExt cx="1662485" cy="375731"/>
          </a:xfrm>
        </p:grpSpPr>
        <p:sp>
          <p:nvSpPr>
            <p:cNvPr id="138" name="Metin kutusu 137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45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14088144"/>
      </p:ext>
    </p:extLst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tablo.sil(41);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315405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2175114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7" name="Grup 136"/>
          <p:cNvGrpSpPr/>
          <p:nvPr/>
        </p:nvGrpSpPr>
        <p:grpSpPr>
          <a:xfrm>
            <a:off x="2040907" y="796792"/>
            <a:ext cx="1662485" cy="375731"/>
            <a:chOff x="2040907" y="796792"/>
            <a:chExt cx="1662485" cy="375731"/>
          </a:xfrm>
        </p:grpSpPr>
        <p:sp>
          <p:nvSpPr>
            <p:cNvPr id="138" name="Metin kutusu 137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39" name="Düz Ok Bağlayıcısı 138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Metin kutusu 139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45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59609472"/>
      </p:ext>
    </p:extLst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tablo.sil(41);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335877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2175114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5" name="Grup 144"/>
          <p:cNvGrpSpPr/>
          <p:nvPr/>
        </p:nvGrpSpPr>
        <p:grpSpPr>
          <a:xfrm>
            <a:off x="2040907" y="796792"/>
            <a:ext cx="1662485" cy="375731"/>
            <a:chOff x="2040907" y="796792"/>
            <a:chExt cx="1662485" cy="375731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Metin kutusu 150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37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09926851"/>
      </p:ext>
    </p:extLst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tablo.sil(41);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442330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2175114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5" name="Grup 144"/>
          <p:cNvGrpSpPr/>
          <p:nvPr/>
        </p:nvGrpSpPr>
        <p:grpSpPr>
          <a:xfrm>
            <a:off x="2040907" y="796792"/>
            <a:ext cx="1662485" cy="375731"/>
            <a:chOff x="2040907" y="796792"/>
            <a:chExt cx="1662485" cy="375731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Metin kutusu 150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37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06809694"/>
      </p:ext>
    </p:extLst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tablo.sil(41);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464166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2175114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5" name="Grup 144"/>
          <p:cNvGrpSpPr/>
          <p:nvPr/>
        </p:nvGrpSpPr>
        <p:grpSpPr>
          <a:xfrm>
            <a:off x="2040907" y="796792"/>
            <a:ext cx="1662485" cy="375731"/>
            <a:chOff x="2040907" y="796792"/>
            <a:chExt cx="1662485" cy="375731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Metin kutusu 150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37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52104518"/>
      </p:ext>
    </p:extLst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tablo.sil(41);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486003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2175114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5" name="Grup 144"/>
          <p:cNvGrpSpPr/>
          <p:nvPr/>
        </p:nvGrpSpPr>
        <p:grpSpPr>
          <a:xfrm>
            <a:off x="2040907" y="796792"/>
            <a:ext cx="1662485" cy="375731"/>
            <a:chOff x="2040907" y="796792"/>
            <a:chExt cx="1662485" cy="375731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Metin kutusu 150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37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26585900"/>
      </p:ext>
    </p:extLst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tablo.sil(41);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550147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2175114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5" name="Grup 144"/>
          <p:cNvGrpSpPr/>
          <p:nvPr/>
        </p:nvGrpSpPr>
        <p:grpSpPr>
          <a:xfrm>
            <a:off x="2040907" y="796792"/>
            <a:ext cx="1662485" cy="375731"/>
            <a:chOff x="2040907" y="796792"/>
            <a:chExt cx="1662485" cy="375731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Metin kutusu 150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37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80573151"/>
      </p:ext>
    </p:extLst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tablo.sil(41);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571984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2175114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5" name="Grup 144"/>
          <p:cNvGrpSpPr/>
          <p:nvPr/>
        </p:nvGrpSpPr>
        <p:grpSpPr>
          <a:xfrm>
            <a:off x="2040907" y="796792"/>
            <a:ext cx="1662485" cy="375731"/>
            <a:chOff x="2040907" y="796792"/>
            <a:chExt cx="1662485" cy="375731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Metin kutusu 150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37" name="Düz Ok Bağlayıcısı 136"/>
          <p:cNvCxnSpPr/>
          <p:nvPr/>
        </p:nvCxnSpPr>
        <p:spPr>
          <a:xfrm>
            <a:off x="647637" y="1544900"/>
            <a:ext cx="2491639" cy="1135093"/>
          </a:xfrm>
          <a:prstGeom prst="straightConnector1">
            <a:avLst/>
          </a:prstGeom>
          <a:ln w="2857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Düz Ok Bağlayıcısı 137"/>
          <p:cNvCxnSpPr/>
          <p:nvPr/>
        </p:nvCxnSpPr>
        <p:spPr>
          <a:xfrm flipV="1">
            <a:off x="3115629" y="1700936"/>
            <a:ext cx="1523662" cy="977455"/>
          </a:xfrm>
          <a:prstGeom prst="straightConnector1">
            <a:avLst/>
          </a:prstGeom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68370885"/>
      </p:ext>
    </p:extLst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41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tablo.sil(41);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614292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up 100"/>
          <p:cNvGrpSpPr/>
          <p:nvPr/>
        </p:nvGrpSpPr>
        <p:grpSpPr>
          <a:xfrm>
            <a:off x="2175114" y="1784820"/>
            <a:ext cx="554960" cy="490899"/>
            <a:chOff x="2175112" y="1785693"/>
            <a:chExt cx="554960" cy="490899"/>
          </a:xfrm>
        </p:grpSpPr>
        <p:sp>
          <p:nvSpPr>
            <p:cNvPr id="135" name="Metin kutusu 134"/>
            <p:cNvSpPr txBox="1"/>
            <p:nvPr/>
          </p:nvSpPr>
          <p:spPr>
            <a:xfrm>
              <a:off x="2175112" y="1938038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ilk</a:t>
              </a:r>
            </a:p>
          </p:txBody>
        </p:sp>
        <p:cxnSp>
          <p:nvCxnSpPr>
            <p:cNvPr id="136" name="Düz Ok Bağlayıcısı 135"/>
            <p:cNvCxnSpPr/>
            <p:nvPr/>
          </p:nvCxnSpPr>
          <p:spPr>
            <a:xfrm flipV="1">
              <a:off x="2448275" y="1785693"/>
              <a:ext cx="0" cy="173158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5" name="Grup 144"/>
          <p:cNvGrpSpPr/>
          <p:nvPr/>
        </p:nvGrpSpPr>
        <p:grpSpPr>
          <a:xfrm>
            <a:off x="2040907" y="796792"/>
            <a:ext cx="1662485" cy="375731"/>
            <a:chOff x="2040907" y="796792"/>
            <a:chExt cx="1662485" cy="375731"/>
          </a:xfrm>
        </p:grpSpPr>
        <p:sp>
          <p:nvSpPr>
            <p:cNvPr id="146" name="Metin kutusu 145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48" name="Düz Ok Bağlayıcısı 147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Metin kutusu 150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37" name="Düz Ok Bağlayıcısı 136"/>
          <p:cNvCxnSpPr/>
          <p:nvPr/>
        </p:nvCxnSpPr>
        <p:spPr>
          <a:xfrm>
            <a:off x="647637" y="1544900"/>
            <a:ext cx="2491639" cy="1135093"/>
          </a:xfrm>
          <a:prstGeom prst="straightConnector1">
            <a:avLst/>
          </a:prstGeom>
          <a:ln w="2857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Düz Ok Bağlayıcısı 137"/>
          <p:cNvCxnSpPr/>
          <p:nvPr/>
        </p:nvCxnSpPr>
        <p:spPr>
          <a:xfrm flipV="1">
            <a:off x="3115629" y="1700936"/>
            <a:ext cx="1523662" cy="977455"/>
          </a:xfrm>
          <a:prstGeom prst="straightConnector1">
            <a:avLst/>
          </a:prstGeom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06100871"/>
      </p:ext>
    </p:extLst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cxnSp>
        <p:nvCxnSpPr>
          <p:cNvPr id="137" name="Düz Ok Bağlayıcısı 136"/>
          <p:cNvCxnSpPr/>
          <p:nvPr/>
        </p:nvCxnSpPr>
        <p:spPr>
          <a:xfrm>
            <a:off x="647637" y="1544900"/>
            <a:ext cx="2491639" cy="1135093"/>
          </a:xfrm>
          <a:prstGeom prst="straightConnector1">
            <a:avLst/>
          </a:prstGeom>
          <a:ln w="2857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Düz Ok Bağlayıcısı 137"/>
          <p:cNvCxnSpPr/>
          <p:nvPr/>
        </p:nvCxnSpPr>
        <p:spPr>
          <a:xfrm flipV="1">
            <a:off x="3115629" y="1700936"/>
            <a:ext cx="1523662" cy="977455"/>
          </a:xfrm>
          <a:prstGeom prst="straightConnector1">
            <a:avLst/>
          </a:prstGeom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04687065"/>
      </p:ext>
    </p:extLst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1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grpSp>
        <p:nvGrpSpPr>
          <p:cNvPr id="76" name="Grup 75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92" name="Dikdörtgen 91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00" name="Dikdörtgen 99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01" name="Dikdörtgen 100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34" name="Düz Ok Bağlayıcısı 13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5" name="Düz Ok Bağlayıcısı 134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Metin kutusu 135"/>
          <p:cNvSpPr txBox="1"/>
          <p:nvPr/>
        </p:nvSpPr>
        <p:spPr>
          <a:xfrm>
            <a:off x="4703342" y="1324174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72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58329804"/>
      </p:ext>
    </p:extLst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tablo.sil(88);</a:t>
            </a:r>
          </a:p>
        </p:txBody>
      </p:sp>
      <p:sp>
        <p:nvSpPr>
          <p:cNvPr id="100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95850677"/>
      </p:ext>
    </p:extLst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830997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88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tablo.sil(88);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208953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34382542"/>
      </p:ext>
    </p:extLst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88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8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tablo.sil(88);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230789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5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5200521"/>
      </p:ext>
    </p:extLst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88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8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tablo.sil(88);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253991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Düz Ok Bağlayıcısı 100"/>
          <p:cNvCxnSpPr/>
          <p:nvPr/>
        </p:nvCxnSpPr>
        <p:spPr>
          <a:xfrm flipH="1" flipV="1">
            <a:off x="1908618" y="4797076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5" name="Metin kutusu 134"/>
          <p:cNvSpPr txBox="1"/>
          <p:nvPr/>
        </p:nvSpPr>
        <p:spPr>
          <a:xfrm>
            <a:off x="2180377" y="5054741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  <p:sp>
        <p:nvSpPr>
          <p:cNvPr id="136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5901991"/>
      </p:ext>
    </p:extLst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88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8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tablo.sil(88);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273098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Düz Ok Bağlayıcısı 100"/>
          <p:cNvCxnSpPr/>
          <p:nvPr/>
        </p:nvCxnSpPr>
        <p:spPr>
          <a:xfrm flipH="1" flipV="1">
            <a:off x="1908618" y="4797076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5" name="Metin kutusu 134"/>
          <p:cNvSpPr txBox="1"/>
          <p:nvPr/>
        </p:nvSpPr>
        <p:spPr>
          <a:xfrm>
            <a:off x="2180377" y="5054741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  <p:grpSp>
        <p:nvGrpSpPr>
          <p:cNvPr id="136" name="Grup 135"/>
          <p:cNvGrpSpPr/>
          <p:nvPr/>
        </p:nvGrpSpPr>
        <p:grpSpPr>
          <a:xfrm>
            <a:off x="2040907" y="4225226"/>
            <a:ext cx="1662485" cy="375731"/>
            <a:chOff x="2040907" y="796792"/>
            <a:chExt cx="1662485" cy="375731"/>
          </a:xfrm>
        </p:grpSpPr>
        <p:sp>
          <p:nvSpPr>
            <p:cNvPr id="137" name="Metin kutusu 136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38" name="Düz Ok Bağlayıcısı 137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" name="Metin kutusu 138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40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85444115"/>
      </p:ext>
    </p:extLst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88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8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tablo.sil(88);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294934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Düz Ok Bağlayıcısı 100"/>
          <p:cNvCxnSpPr/>
          <p:nvPr/>
        </p:nvCxnSpPr>
        <p:spPr>
          <a:xfrm flipH="1" flipV="1">
            <a:off x="1908618" y="4797076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5" name="Metin kutusu 134"/>
          <p:cNvSpPr txBox="1"/>
          <p:nvPr/>
        </p:nvSpPr>
        <p:spPr>
          <a:xfrm>
            <a:off x="2180377" y="5054741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  <p:grpSp>
        <p:nvGrpSpPr>
          <p:cNvPr id="136" name="Grup 135"/>
          <p:cNvGrpSpPr/>
          <p:nvPr/>
        </p:nvGrpSpPr>
        <p:grpSpPr>
          <a:xfrm>
            <a:off x="2040907" y="4225226"/>
            <a:ext cx="1662485" cy="375731"/>
            <a:chOff x="2040907" y="796792"/>
            <a:chExt cx="1662485" cy="375731"/>
          </a:xfrm>
        </p:grpSpPr>
        <p:sp>
          <p:nvSpPr>
            <p:cNvPr id="137" name="Metin kutusu 136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38" name="Düz Ok Bağlayıcısı 137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" name="Metin kutusu 138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40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95701901"/>
      </p:ext>
    </p:extLst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1077218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anahtar = 88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kovaIndeksi = 8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  <p:sp>
        <p:nvSpPr>
          <p:cNvPr id="92" name="Metin kutusu 91"/>
          <p:cNvSpPr txBox="1"/>
          <p:nvPr/>
        </p:nvSpPr>
        <p:spPr>
          <a:xfrm>
            <a:off x="40845" y="6138369"/>
            <a:ext cx="191270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tablo.sil(88);</a:t>
            </a:r>
          </a:p>
        </p:txBody>
      </p:sp>
      <p:cxnSp>
        <p:nvCxnSpPr>
          <p:cNvPr id="100" name="Düz Ok Bağlayıcısı 99"/>
          <p:cNvCxnSpPr/>
          <p:nvPr/>
        </p:nvCxnSpPr>
        <p:spPr>
          <a:xfrm>
            <a:off x="6034308" y="443695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Düz Ok Bağlayıcısı 100"/>
          <p:cNvCxnSpPr/>
          <p:nvPr/>
        </p:nvCxnSpPr>
        <p:spPr>
          <a:xfrm flipH="1" flipV="1">
            <a:off x="1908618" y="4797076"/>
            <a:ext cx="343735" cy="27671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5" name="Metin kutusu 134"/>
          <p:cNvSpPr txBox="1"/>
          <p:nvPr/>
        </p:nvSpPr>
        <p:spPr>
          <a:xfrm>
            <a:off x="2180377" y="5054741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ilk</a:t>
            </a:r>
          </a:p>
        </p:txBody>
      </p:sp>
      <p:grpSp>
        <p:nvGrpSpPr>
          <p:cNvPr id="136" name="Grup 135"/>
          <p:cNvGrpSpPr/>
          <p:nvPr/>
        </p:nvGrpSpPr>
        <p:grpSpPr>
          <a:xfrm>
            <a:off x="2040907" y="4225226"/>
            <a:ext cx="1662485" cy="375731"/>
            <a:chOff x="2040907" y="796792"/>
            <a:chExt cx="1662485" cy="375731"/>
          </a:xfrm>
        </p:grpSpPr>
        <p:sp>
          <p:nvSpPr>
            <p:cNvPr id="137" name="Metin kutusu 136"/>
            <p:cNvSpPr txBox="1"/>
            <p:nvPr/>
          </p:nvSpPr>
          <p:spPr>
            <a:xfrm>
              <a:off x="2040907" y="833969"/>
              <a:ext cx="9252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sz="1600" dirty="0">
                  <a:solidFill>
                    <a:prstClr val="black"/>
                  </a:solidFill>
                  <a:latin typeface="Lucida Console" panose="020B0609040504020204" pitchFamily="49" charset="0"/>
                </a:rPr>
                <a:t>onceki</a:t>
              </a:r>
            </a:p>
          </p:txBody>
        </p:sp>
        <p:cxnSp>
          <p:nvCxnSpPr>
            <p:cNvPr id="138" name="Düz Ok Bağlayıcısı 137"/>
            <p:cNvCxnSpPr/>
            <p:nvPr/>
          </p:nvCxnSpPr>
          <p:spPr>
            <a:xfrm flipV="1">
              <a:off x="2925216" y="1002970"/>
              <a:ext cx="270594" cy="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" name="Metin kutusu 138"/>
            <p:cNvSpPr txBox="1"/>
            <p:nvPr/>
          </p:nvSpPr>
          <p:spPr>
            <a:xfrm>
              <a:off x="3169271" y="796792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140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980384"/>
      </p:ext>
    </p:extLst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etin kutusu 3"/>
          <p:cNvSpPr txBox="1"/>
          <p:nvPr/>
        </p:nvSpPr>
        <p:spPr>
          <a:xfrm>
            <a:off x="9759671" y="799334"/>
            <a:ext cx="2036135" cy="584775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kovaSayisi = 10</a:t>
            </a:r>
          </a:p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buyukluk = 2</a:t>
            </a:r>
          </a:p>
        </p:txBody>
      </p:sp>
      <p:grpSp>
        <p:nvGrpSpPr>
          <p:cNvPr id="70" name="Grup 69"/>
          <p:cNvGrpSpPr/>
          <p:nvPr/>
        </p:nvGrpSpPr>
        <p:grpSpPr>
          <a:xfrm>
            <a:off x="155724" y="876304"/>
            <a:ext cx="1799319" cy="4507066"/>
            <a:chOff x="2784624" y="1422404"/>
            <a:chExt cx="1799319" cy="4507066"/>
          </a:xfrm>
        </p:grpSpPr>
        <p:grpSp>
          <p:nvGrpSpPr>
            <p:cNvPr id="71" name="Grup 70"/>
            <p:cNvGrpSpPr/>
            <p:nvPr/>
          </p:nvGrpSpPr>
          <p:grpSpPr>
            <a:xfrm rot="5400000">
              <a:off x="867048" y="3339980"/>
              <a:ext cx="4507066" cy="671914"/>
              <a:chOff x="3194302" y="1849616"/>
              <a:chExt cx="5390047" cy="671914"/>
            </a:xfrm>
          </p:grpSpPr>
          <p:grpSp>
            <p:nvGrpSpPr>
              <p:cNvPr id="102" name="Grup 101"/>
              <p:cNvGrpSpPr/>
              <p:nvPr/>
            </p:nvGrpSpPr>
            <p:grpSpPr>
              <a:xfrm>
                <a:off x="3194302" y="1849616"/>
                <a:ext cx="540000" cy="669524"/>
                <a:chOff x="6810409" y="4800528"/>
                <a:chExt cx="540000" cy="669524"/>
              </a:xfrm>
            </p:grpSpPr>
            <p:sp>
              <p:nvSpPr>
                <p:cNvPr id="130" name="Dikdörtgen 129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Metin kutusu 130"/>
                <p:cNvSpPr txBox="1"/>
                <p:nvPr/>
              </p:nvSpPr>
              <p:spPr>
                <a:xfrm rot="16200000">
                  <a:off x="6899184" y="5134543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0</a:t>
                  </a:r>
                </a:p>
              </p:txBody>
            </p:sp>
          </p:grpSp>
          <p:grpSp>
            <p:nvGrpSpPr>
              <p:cNvPr id="103" name="Grup 102"/>
              <p:cNvGrpSpPr/>
              <p:nvPr/>
            </p:nvGrpSpPr>
            <p:grpSpPr>
              <a:xfrm>
                <a:off x="3735352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8" name="Dikdörtgen 127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Metin kutusu 128"/>
                <p:cNvSpPr txBox="1"/>
                <p:nvPr/>
              </p:nvSpPr>
              <p:spPr>
                <a:xfrm rot="16200000">
                  <a:off x="6896698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1</a:t>
                  </a:r>
                </a:p>
              </p:txBody>
            </p:sp>
          </p:grpSp>
          <p:grpSp>
            <p:nvGrpSpPr>
              <p:cNvPr id="104" name="Grup 103"/>
              <p:cNvGrpSpPr/>
              <p:nvPr/>
            </p:nvGrpSpPr>
            <p:grpSpPr>
              <a:xfrm>
                <a:off x="4272306" y="1849616"/>
                <a:ext cx="540000" cy="669522"/>
                <a:chOff x="6810409" y="4800528"/>
                <a:chExt cx="540000" cy="669522"/>
              </a:xfrm>
            </p:grpSpPr>
            <p:sp>
              <p:nvSpPr>
                <p:cNvPr id="126" name="Dikdörtgen 12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Metin kutusu 126"/>
                <p:cNvSpPr txBox="1"/>
                <p:nvPr/>
              </p:nvSpPr>
              <p:spPr>
                <a:xfrm rot="16200000">
                  <a:off x="691437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5" name="Grup 104"/>
              <p:cNvGrpSpPr/>
              <p:nvPr/>
            </p:nvGrpSpPr>
            <p:grpSpPr>
              <a:xfrm>
                <a:off x="4811352" y="1849616"/>
                <a:ext cx="540000" cy="670690"/>
                <a:chOff x="6810409" y="4799360"/>
                <a:chExt cx="540000" cy="670690"/>
              </a:xfrm>
            </p:grpSpPr>
            <p:sp>
              <p:nvSpPr>
                <p:cNvPr id="124" name="Dikdörtgen 123"/>
                <p:cNvSpPr/>
                <p:nvPr/>
              </p:nvSpPr>
              <p:spPr>
                <a:xfrm>
                  <a:off x="6810409" y="4799360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Metin kutusu 124"/>
                <p:cNvSpPr txBox="1"/>
                <p:nvPr/>
              </p:nvSpPr>
              <p:spPr>
                <a:xfrm rot="16200000">
                  <a:off x="68991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3</a:t>
                  </a:r>
                </a:p>
              </p:txBody>
            </p:sp>
          </p:grpSp>
          <p:grpSp>
            <p:nvGrpSpPr>
              <p:cNvPr id="106" name="Grup 105"/>
              <p:cNvGrpSpPr/>
              <p:nvPr/>
            </p:nvGrpSpPr>
            <p:grpSpPr>
              <a:xfrm>
                <a:off x="5351422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2" name="Dikdörtgen 121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Metin kutusu 122"/>
                <p:cNvSpPr txBox="1"/>
                <p:nvPr/>
              </p:nvSpPr>
              <p:spPr>
                <a:xfrm rot="16200000">
                  <a:off x="6899184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4</a:t>
                  </a:r>
                </a:p>
              </p:txBody>
            </p:sp>
          </p:grpSp>
          <p:grpSp>
            <p:nvGrpSpPr>
              <p:cNvPr id="107" name="Grup 106"/>
              <p:cNvGrpSpPr/>
              <p:nvPr/>
            </p:nvGrpSpPr>
            <p:grpSpPr>
              <a:xfrm>
                <a:off x="5888376" y="1849616"/>
                <a:ext cx="540000" cy="670746"/>
                <a:chOff x="6810409" y="4799304"/>
                <a:chExt cx="540000" cy="670746"/>
              </a:xfrm>
            </p:grpSpPr>
            <p:sp>
              <p:nvSpPr>
                <p:cNvPr id="120" name="Dikdörtgen 119"/>
                <p:cNvSpPr/>
                <p:nvPr/>
              </p:nvSpPr>
              <p:spPr>
                <a:xfrm>
                  <a:off x="6810409" y="4799304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Metin kutusu 120"/>
                <p:cNvSpPr txBox="1"/>
                <p:nvPr/>
              </p:nvSpPr>
              <p:spPr>
                <a:xfrm rot="16200000">
                  <a:off x="6899187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5</a:t>
                  </a:r>
                </a:p>
              </p:txBody>
            </p:sp>
          </p:grpSp>
          <p:grpSp>
            <p:nvGrpSpPr>
              <p:cNvPr id="108" name="Grup 107"/>
              <p:cNvGrpSpPr/>
              <p:nvPr/>
            </p:nvGrpSpPr>
            <p:grpSpPr>
              <a:xfrm>
                <a:off x="6427422" y="1849616"/>
                <a:ext cx="540000" cy="671914"/>
                <a:chOff x="6810409" y="4798136"/>
                <a:chExt cx="540000" cy="671914"/>
              </a:xfrm>
            </p:grpSpPr>
            <p:sp>
              <p:nvSpPr>
                <p:cNvPr id="118" name="Dikdörtgen 117"/>
                <p:cNvSpPr/>
                <p:nvPr/>
              </p:nvSpPr>
              <p:spPr>
                <a:xfrm>
                  <a:off x="6810409" y="4798136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Metin kutusu 118"/>
                <p:cNvSpPr txBox="1"/>
                <p:nvPr/>
              </p:nvSpPr>
              <p:spPr>
                <a:xfrm rot="16200000">
                  <a:off x="6911885" y="5134541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6</a:t>
                  </a:r>
                </a:p>
              </p:txBody>
            </p:sp>
          </p:grpSp>
          <p:grpSp>
            <p:nvGrpSpPr>
              <p:cNvPr id="109" name="Grup 108"/>
              <p:cNvGrpSpPr/>
              <p:nvPr/>
            </p:nvGrpSpPr>
            <p:grpSpPr>
              <a:xfrm>
                <a:off x="6968280" y="1849616"/>
                <a:ext cx="540000" cy="669521"/>
                <a:chOff x="6810409" y="4800528"/>
                <a:chExt cx="540000" cy="669521"/>
              </a:xfrm>
            </p:grpSpPr>
            <p:sp>
              <p:nvSpPr>
                <p:cNvPr id="116" name="Dikdörtgen 115"/>
                <p:cNvSpPr/>
                <p:nvPr/>
              </p:nvSpPr>
              <p:spPr>
                <a:xfrm>
                  <a:off x="6810409" y="4800528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Metin kutusu 116"/>
                <p:cNvSpPr txBox="1"/>
                <p:nvPr/>
              </p:nvSpPr>
              <p:spPr>
                <a:xfrm rot="16200000">
                  <a:off x="6899186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7</a:t>
                  </a:r>
                </a:p>
              </p:txBody>
            </p:sp>
          </p:grpSp>
          <p:grpSp>
            <p:nvGrpSpPr>
              <p:cNvPr id="110" name="Grup 109"/>
              <p:cNvGrpSpPr/>
              <p:nvPr/>
            </p:nvGrpSpPr>
            <p:grpSpPr>
              <a:xfrm>
                <a:off x="7503491" y="1849617"/>
                <a:ext cx="540000" cy="671912"/>
                <a:chOff x="6810408" y="4798137"/>
                <a:chExt cx="540000" cy="671912"/>
              </a:xfrm>
            </p:grpSpPr>
            <p:sp>
              <p:nvSpPr>
                <p:cNvPr id="114" name="Dikdörtgen 113"/>
                <p:cNvSpPr/>
                <p:nvPr/>
              </p:nvSpPr>
              <p:spPr>
                <a:xfrm>
                  <a:off x="6810408" y="4798137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Metin kutusu 114"/>
                <p:cNvSpPr txBox="1"/>
                <p:nvPr/>
              </p:nvSpPr>
              <p:spPr>
                <a:xfrm rot="16200000">
                  <a:off x="6911887" y="513454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8</a:t>
                  </a:r>
                </a:p>
              </p:txBody>
            </p:sp>
          </p:grpSp>
          <p:grpSp>
            <p:nvGrpSpPr>
              <p:cNvPr id="111" name="Grup 110"/>
              <p:cNvGrpSpPr/>
              <p:nvPr/>
            </p:nvGrpSpPr>
            <p:grpSpPr>
              <a:xfrm>
                <a:off x="8044349" y="1849617"/>
                <a:ext cx="540000" cy="669518"/>
                <a:chOff x="6810408" y="4800529"/>
                <a:chExt cx="540000" cy="669518"/>
              </a:xfrm>
            </p:grpSpPr>
            <p:sp>
              <p:nvSpPr>
                <p:cNvPr id="112" name="Dikdörtgen 111"/>
                <p:cNvSpPr/>
                <p:nvPr/>
              </p:nvSpPr>
              <p:spPr>
                <a:xfrm>
                  <a:off x="6810408" y="4800529"/>
                  <a:ext cx="540000" cy="360000"/>
                </a:xfrm>
                <a:prstGeom prst="rect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 defTabSz="914400"/>
                  <a:endParaRPr lang="tr-TR" dirty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Metin kutusu 112"/>
                <p:cNvSpPr txBox="1"/>
                <p:nvPr/>
              </p:nvSpPr>
              <p:spPr>
                <a:xfrm rot="16200000">
                  <a:off x="6911889" y="5134538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 defTabSz="914400"/>
                  <a:r>
                    <a:rPr lang="tr-TR" dirty="0">
                      <a:solidFill>
                        <a:prstClr val="black"/>
                      </a:solidFill>
                    </a:rPr>
                    <a:t>9</a:t>
                  </a:r>
                </a:p>
              </p:txBody>
            </p:sp>
          </p:grpSp>
        </p:grpSp>
        <p:grpSp>
          <p:nvGrpSpPr>
            <p:cNvPr id="73" name="Grup 72"/>
            <p:cNvGrpSpPr/>
            <p:nvPr/>
          </p:nvGrpSpPr>
          <p:grpSpPr>
            <a:xfrm>
              <a:off x="3283843" y="1451003"/>
              <a:ext cx="1285488" cy="369332"/>
              <a:chOff x="3276537" y="1829269"/>
              <a:chExt cx="1285488" cy="369332"/>
            </a:xfrm>
          </p:grpSpPr>
          <p:cxnSp>
            <p:nvCxnSpPr>
              <p:cNvPr id="98" name="Düz Ok Bağlayıcısı 9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Metin kutusu 9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4" name="Grup 73"/>
            <p:cNvGrpSpPr/>
            <p:nvPr/>
          </p:nvGrpSpPr>
          <p:grpSpPr>
            <a:xfrm>
              <a:off x="3283843" y="2792947"/>
              <a:ext cx="1285488" cy="369332"/>
              <a:chOff x="3276537" y="1829269"/>
              <a:chExt cx="1285488" cy="369332"/>
            </a:xfrm>
          </p:grpSpPr>
          <p:cxnSp>
            <p:nvCxnSpPr>
              <p:cNvPr id="96" name="Düz Ok Bağlayıcısı 9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Metin kutusu 9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5" name="Grup 74"/>
            <p:cNvGrpSpPr/>
            <p:nvPr/>
          </p:nvGrpSpPr>
          <p:grpSpPr>
            <a:xfrm>
              <a:off x="3291149" y="2356625"/>
              <a:ext cx="1285488" cy="369332"/>
              <a:chOff x="3276537" y="1829269"/>
              <a:chExt cx="1285488" cy="369332"/>
            </a:xfrm>
          </p:grpSpPr>
          <p:cxnSp>
            <p:nvCxnSpPr>
              <p:cNvPr id="94" name="Düz Ok Bağlayıcısı 9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Metin kutusu 9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7" name="Grup 76"/>
            <p:cNvGrpSpPr/>
            <p:nvPr/>
          </p:nvGrpSpPr>
          <p:grpSpPr>
            <a:xfrm>
              <a:off x="3291149" y="3256596"/>
              <a:ext cx="1285488" cy="369332"/>
              <a:chOff x="3276537" y="1829269"/>
              <a:chExt cx="1285488" cy="369332"/>
            </a:xfrm>
          </p:grpSpPr>
          <p:cxnSp>
            <p:nvCxnSpPr>
              <p:cNvPr id="90" name="Düz Ok Bağlayıcısı 89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1" name="Metin kutusu 90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8" name="Grup 77"/>
            <p:cNvGrpSpPr/>
            <p:nvPr/>
          </p:nvGrpSpPr>
          <p:grpSpPr>
            <a:xfrm>
              <a:off x="3291149" y="4598540"/>
              <a:ext cx="1285488" cy="369332"/>
              <a:chOff x="3276537" y="1829269"/>
              <a:chExt cx="1285488" cy="369332"/>
            </a:xfrm>
          </p:grpSpPr>
          <p:cxnSp>
            <p:nvCxnSpPr>
              <p:cNvPr id="88" name="Düz Ok Bağlayıcısı 87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Metin kutusu 88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79" name="Grup 78"/>
            <p:cNvGrpSpPr/>
            <p:nvPr/>
          </p:nvGrpSpPr>
          <p:grpSpPr>
            <a:xfrm>
              <a:off x="3298455" y="4162218"/>
              <a:ext cx="1285488" cy="369332"/>
              <a:chOff x="3276537" y="1829269"/>
              <a:chExt cx="1285488" cy="369332"/>
            </a:xfrm>
          </p:grpSpPr>
          <p:cxnSp>
            <p:nvCxnSpPr>
              <p:cNvPr id="86" name="Düz Ok Bağlayıcısı 85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Metin kutusu 86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0" name="Grup 79"/>
            <p:cNvGrpSpPr/>
            <p:nvPr/>
          </p:nvGrpSpPr>
          <p:grpSpPr>
            <a:xfrm>
              <a:off x="3283843" y="5477061"/>
              <a:ext cx="1285488" cy="369332"/>
              <a:chOff x="3276537" y="1829269"/>
              <a:chExt cx="1285488" cy="369332"/>
            </a:xfrm>
          </p:grpSpPr>
          <p:cxnSp>
            <p:nvCxnSpPr>
              <p:cNvPr id="84" name="Düz Ok Bağlayıcısı 83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Metin kutusu 84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  <p:grpSp>
          <p:nvGrpSpPr>
            <p:cNvPr id="81" name="Grup 80"/>
            <p:cNvGrpSpPr/>
            <p:nvPr/>
          </p:nvGrpSpPr>
          <p:grpSpPr>
            <a:xfrm>
              <a:off x="3291149" y="5040739"/>
              <a:ext cx="1285488" cy="369332"/>
              <a:chOff x="3276537" y="1829269"/>
              <a:chExt cx="1285488" cy="369332"/>
            </a:xfrm>
          </p:grpSpPr>
          <p:cxnSp>
            <p:nvCxnSpPr>
              <p:cNvPr id="82" name="Düz Ok Bağlayıcısı 81"/>
              <p:cNvCxnSpPr/>
              <p:nvPr/>
            </p:nvCxnSpPr>
            <p:spPr>
              <a:xfrm flipV="1">
                <a:off x="3276537" y="2027979"/>
                <a:ext cx="796544" cy="496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Metin kutusu 82"/>
              <p:cNvSpPr txBox="1"/>
              <p:nvPr/>
            </p:nvSpPr>
            <p:spPr>
              <a:xfrm>
                <a:off x="4027904" y="1829269"/>
                <a:ext cx="53412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914400"/>
                <a:r>
                  <a:rPr lang="tr-TR" dirty="0">
                    <a:solidFill>
                      <a:prstClr val="black"/>
                    </a:solidFill>
                  </a:rPr>
                  <a:t>null</a:t>
                </a:r>
              </a:p>
            </p:txBody>
          </p:sp>
        </p:grpSp>
      </p:grpSp>
      <p:sp>
        <p:nvSpPr>
          <p:cNvPr id="132" name="Metin kutusu 131"/>
          <p:cNvSpPr txBox="1"/>
          <p:nvPr/>
        </p:nvSpPr>
        <p:spPr>
          <a:xfrm>
            <a:off x="485986" y="5609752"/>
            <a:ext cx="2653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sz="1600" dirty="0">
                <a:solidFill>
                  <a:prstClr val="black"/>
                </a:solidFill>
                <a:latin typeface="Lucida Console" panose="020B0609040504020204" pitchFamily="49" charset="0"/>
              </a:rPr>
              <a:t>HashDugumu[] kovalar</a:t>
            </a:r>
          </a:p>
        </p:txBody>
      </p:sp>
      <p:cxnSp>
        <p:nvCxnSpPr>
          <p:cNvPr id="133" name="Düz Ok Bağlayıcısı 132"/>
          <p:cNvCxnSpPr/>
          <p:nvPr/>
        </p:nvCxnSpPr>
        <p:spPr>
          <a:xfrm rot="16200000" flipV="1">
            <a:off x="538392" y="5548049"/>
            <a:ext cx="1826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up 133"/>
          <p:cNvGrpSpPr/>
          <p:nvPr/>
        </p:nvGrpSpPr>
        <p:grpSpPr>
          <a:xfrm>
            <a:off x="2233303" y="1353602"/>
            <a:ext cx="2494329" cy="383234"/>
            <a:chOff x="5965370" y="4097537"/>
            <a:chExt cx="2494329" cy="383234"/>
          </a:xfrm>
        </p:grpSpPr>
        <p:sp>
          <p:nvSpPr>
            <p:cNvPr id="141" name="Dikdörtgen 140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"Sena"</a:t>
              </a:r>
            </a:p>
          </p:txBody>
        </p:sp>
        <p:sp>
          <p:nvSpPr>
            <p:cNvPr id="142" name="Dikdörtgen 141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43" name="Dikdörtgen 142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41</a:t>
              </a:r>
            </a:p>
          </p:txBody>
        </p:sp>
        <p:cxnSp>
          <p:nvCxnSpPr>
            <p:cNvPr id="144" name="Düz Ok Bağlayıcısı 143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7" name="Düz Ok Bağlayıcısı 146"/>
          <p:cNvCxnSpPr/>
          <p:nvPr/>
        </p:nvCxnSpPr>
        <p:spPr>
          <a:xfrm flipV="1">
            <a:off x="647637" y="1544102"/>
            <a:ext cx="1585666" cy="7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up 165"/>
          <p:cNvGrpSpPr/>
          <p:nvPr/>
        </p:nvGrpSpPr>
        <p:grpSpPr>
          <a:xfrm>
            <a:off x="4750273" y="1308254"/>
            <a:ext cx="3023404" cy="423230"/>
            <a:chOff x="5965370" y="4057541"/>
            <a:chExt cx="3023404" cy="423230"/>
          </a:xfrm>
        </p:grpSpPr>
        <p:sp>
          <p:nvSpPr>
            <p:cNvPr id="167" name="Dikdörtgen 166"/>
            <p:cNvSpPr/>
            <p:nvPr/>
          </p:nvSpPr>
          <p:spPr>
            <a:xfrm>
              <a:off x="6436740" y="4099771"/>
              <a:ext cx="972000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"Ali"</a:t>
              </a:r>
            </a:p>
          </p:txBody>
        </p:sp>
        <p:sp>
          <p:nvSpPr>
            <p:cNvPr id="168" name="Dikdörtgen 167"/>
            <p:cNvSpPr/>
            <p:nvPr/>
          </p:nvSpPr>
          <p:spPr>
            <a:xfrm>
              <a:off x="7408740" y="4099771"/>
              <a:ext cx="4716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tr-TR" dirty="0">
                <a:solidFill>
                  <a:prstClr val="black"/>
                </a:solidFill>
              </a:endParaRPr>
            </a:p>
          </p:txBody>
        </p:sp>
        <p:sp>
          <p:nvSpPr>
            <p:cNvPr id="169" name="Dikdörtgen 168"/>
            <p:cNvSpPr/>
            <p:nvPr/>
          </p:nvSpPr>
          <p:spPr>
            <a:xfrm>
              <a:off x="5965370" y="4097537"/>
              <a:ext cx="471369" cy="381000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914400"/>
              <a:r>
                <a:rPr lang="tr-TR" dirty="0">
                  <a:solidFill>
                    <a:prstClr val="black"/>
                  </a:solidFill>
                </a:rPr>
                <a:t>21</a:t>
              </a:r>
            </a:p>
          </p:txBody>
        </p:sp>
        <p:cxnSp>
          <p:nvCxnSpPr>
            <p:cNvPr id="170" name="Düz Ok Bağlayıcısı 169"/>
            <p:cNvCxnSpPr/>
            <p:nvPr/>
          </p:nvCxnSpPr>
          <p:spPr>
            <a:xfrm flipV="1">
              <a:off x="7663155" y="4274197"/>
              <a:ext cx="796544" cy="496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Metin kutusu 170"/>
            <p:cNvSpPr txBox="1"/>
            <p:nvPr/>
          </p:nvSpPr>
          <p:spPr>
            <a:xfrm>
              <a:off x="8454653" y="4057541"/>
              <a:ext cx="534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tr-TR" dirty="0">
                  <a:solidFill>
                    <a:prstClr val="black"/>
                  </a:solidFill>
                </a:rPr>
                <a:t>null</a:t>
              </a:r>
            </a:p>
          </p:txBody>
        </p:sp>
      </p:grpSp>
      <p:sp>
        <p:nvSpPr>
          <p:cNvPr id="93" name="Metin kutusu 92"/>
          <p:cNvSpPr txBox="1"/>
          <p:nvPr/>
        </p:nvSpPr>
        <p:spPr>
          <a:xfrm>
            <a:off x="6448058" y="1912508"/>
            <a:ext cx="5725436" cy="466972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String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sil(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getKovaIndeksi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HashDugumu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.equals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anahtar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)) {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    break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ilk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==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 }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buyukluk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--;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400" dirty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onceki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400" dirty="0">
                <a:solidFill>
                  <a:srgbClr val="0000C0"/>
                </a:solidFill>
                <a:latin typeface="Consolas" panose="020B0609020204030204" pitchFamily="49" charset="0"/>
              </a:rPr>
              <a:t>    kovalar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[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kovaIndeksi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] = </a:t>
            </a:r>
            <a:r>
              <a:rPr lang="tr-TR" sz="1400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dirty="0" err="1">
                <a:solidFill>
                  <a:srgbClr val="0000C0"/>
                </a:solidFill>
                <a:latin typeface="Consolas" panose="020B0609020204030204" pitchFamily="49" charset="0"/>
              </a:rPr>
              <a:t>sonraki</a:t>
            </a:r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r>
              <a:rPr lang="tr-TR" sz="14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4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4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ilk</a:t>
            </a:r>
            <a:r>
              <a:rPr lang="tr-TR" sz="14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4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deger</a:t>
            </a:r>
            <a:r>
              <a:rPr lang="tr-TR" sz="14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4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4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  <p:cxnSp>
        <p:nvCxnSpPr>
          <p:cNvPr id="149" name="Düz Ok Bağlayıcısı 148"/>
          <p:cNvCxnSpPr/>
          <p:nvPr/>
        </p:nvCxnSpPr>
        <p:spPr>
          <a:xfrm flipV="1">
            <a:off x="662249" y="3348697"/>
            <a:ext cx="796544" cy="496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Metin kutusu 149"/>
          <p:cNvSpPr txBox="1"/>
          <p:nvPr/>
        </p:nvSpPr>
        <p:spPr>
          <a:xfrm>
            <a:off x="1413616" y="3149987"/>
            <a:ext cx="5341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tr-TR" dirty="0">
                <a:solidFill>
                  <a:prstClr val="black"/>
                </a:solidFill>
              </a:rPr>
              <a:t>null</a:t>
            </a:r>
          </a:p>
        </p:txBody>
      </p:sp>
    </p:spTree>
    <p:extLst>
      <p:ext uri="{BB962C8B-B14F-4D97-AF65-F5344CB8AC3E}">
        <p14:creationId xmlns:p14="http://schemas.microsoft.com/office/powerpoint/2010/main" val="780784134"/>
      </p:ext>
    </p:extLst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289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04921901"/>
      </p:ext>
    </p:extLst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DBC909D-71E3-FBFE-0BDE-93FFE3A4BE7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Okul Numarası </a:t>
            </a:r>
            <a:r>
              <a:rPr lang="tr-TR" dirty="0" err="1"/>
              <a:t>Hashleme</a:t>
            </a:r>
            <a:endParaRPr lang="tr-TR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3831A93-56A6-05FB-7A67-42D249BEEC4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dirty="0"/>
              <a:t>Sorun:</a:t>
            </a:r>
          </a:p>
          <a:p>
            <a:pPr lvl="1"/>
            <a:r>
              <a:rPr lang="tr-TR" dirty="0"/>
              <a:t>Okul numaralarını 1000 elemanlık bir diziye eşit şekilde dağıtmak.</a:t>
            </a:r>
          </a:p>
          <a:p>
            <a:r>
              <a:rPr lang="tr-TR" dirty="0"/>
              <a:t>Çözüm:</a:t>
            </a:r>
          </a:p>
          <a:p>
            <a:pPr lvl="1"/>
            <a:r>
              <a:rPr lang="tr-TR" dirty="0"/>
              <a:t>Bir </a:t>
            </a:r>
            <a:r>
              <a:rPr lang="tr-TR" dirty="0" err="1"/>
              <a:t>hash</a:t>
            </a:r>
            <a:r>
              <a:rPr lang="tr-TR" dirty="0"/>
              <a:t> fonksiyonu tasarlayarak çakışmaları azaltmak.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5BF8C6B-ADEF-7C62-10ED-B08A5195B6C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C2DC689-B53E-B900-5347-78387717E53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D3C55BD-4812-B89F-6162-5E420D39A2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290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00853572"/>
      </p:ext>
    </p:extLst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A2B46D4-FB8A-6C60-6753-47E3816DCE8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Okul Numarası Formatı (ab070c0de)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7A8B5B5-6EDB-DD63-2822-E621B411B61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dirty="0"/>
              <a:t>Örnek: 210707003</a:t>
            </a:r>
          </a:p>
          <a:p>
            <a:pPr lvl="1"/>
            <a:r>
              <a:rPr lang="tr-TR" dirty="0"/>
              <a:t>ab: Kayıt yılı (20–24)</a:t>
            </a:r>
          </a:p>
          <a:p>
            <a:pPr lvl="1"/>
            <a:r>
              <a:rPr lang="tr-TR" dirty="0"/>
              <a:t>c: Bölüm (6 veya 7)</a:t>
            </a:r>
          </a:p>
          <a:p>
            <a:pPr lvl="1"/>
            <a:r>
              <a:rPr lang="tr-TR" dirty="0"/>
              <a:t>de: Kayıt sırası (1–100)</a:t>
            </a:r>
          </a:p>
          <a:p>
            <a:r>
              <a:rPr lang="tr-TR" dirty="0"/>
              <a:t>Hedef:</a:t>
            </a:r>
          </a:p>
          <a:p>
            <a:pPr lvl="1"/>
            <a:r>
              <a:rPr lang="tr-TR" dirty="0"/>
              <a:t>Bu formatı bir dizin (</a:t>
            </a:r>
            <a:r>
              <a:rPr lang="tr-TR" dirty="0" err="1"/>
              <a:t>index</a:t>
            </a:r>
            <a:r>
              <a:rPr lang="tr-TR" dirty="0"/>
              <a:t>) değerine dönüştürmek.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8213D03-9F62-B602-679C-5E81E9559F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343F1FC-9123-EB28-D8B7-226F7A44A2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475A630-5D4D-602C-4E64-490AC846CA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291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48182039"/>
      </p:ext>
    </p:extLst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0B2F6E-5505-F78B-93BA-9BBD8E0908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11E2AEC-4374-AD90-F50C-E448B08B4B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err="1"/>
              <a:t>Hash</a:t>
            </a:r>
            <a:r>
              <a:rPr lang="tr-TR" dirty="0"/>
              <a:t> Fonksiyonu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38D50F8-5AA5-C5AA-2212-BF2C520245B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tr-TR" dirty="0" err="1"/>
              <a:t>hash</a:t>
            </a:r>
            <a:r>
              <a:rPr lang="tr-TR" dirty="0"/>
              <a:t>(ab0c070de) = </a:t>
            </a:r>
          </a:p>
          <a:p>
            <a:pPr lvl="1"/>
            <a:r>
              <a:rPr lang="tr-TR" dirty="0"/>
              <a:t>((</a:t>
            </a:r>
            <a:r>
              <a:rPr lang="tr-TR" i="1" dirty="0"/>
              <a:t>ab − 20</a:t>
            </a:r>
            <a:r>
              <a:rPr lang="tr-TR" dirty="0"/>
              <a:t>) × 100 + (</a:t>
            </a:r>
            <a:r>
              <a:rPr lang="tr-TR" i="1" dirty="0"/>
              <a:t>c − 6</a:t>
            </a:r>
            <a:r>
              <a:rPr lang="tr-TR" dirty="0"/>
              <a:t>) × 500 + </a:t>
            </a:r>
            <a:r>
              <a:rPr lang="tr-TR" i="1" dirty="0"/>
              <a:t>de</a:t>
            </a:r>
            <a:r>
              <a:rPr lang="tr-TR" dirty="0"/>
              <a:t>) % 1000</a:t>
            </a:r>
          </a:p>
          <a:p>
            <a:r>
              <a:rPr lang="tr-TR" dirty="0"/>
              <a:t>Adımlar:</a:t>
            </a:r>
          </a:p>
          <a:p>
            <a:pPr lvl="1"/>
            <a:r>
              <a:rPr lang="tr-TR" dirty="0"/>
              <a:t>Kayıt yılı (ab): (ab−20) ile normalize edilir ve çarpan olarak kullanılır.</a:t>
            </a:r>
          </a:p>
          <a:p>
            <a:pPr lvl="1"/>
            <a:r>
              <a:rPr lang="tr-TR" dirty="0"/>
              <a:t>Bölüm (c): (c−6) ile normalize edilir ve çarpan olarak kullanılır.</a:t>
            </a:r>
          </a:p>
          <a:p>
            <a:pPr lvl="1"/>
            <a:r>
              <a:rPr lang="tr-TR" dirty="0"/>
              <a:t>Kayıt sırası (de): Direkt eklenir.</a:t>
            </a:r>
          </a:p>
          <a:p>
            <a:pPr lvl="1"/>
            <a:r>
              <a:rPr lang="tr-TR" dirty="0"/>
              <a:t>Sonuç: 1000’e mod alınır.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8058D7F-D125-EED8-A6FF-EB9A9E7ECC4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5C7406E-AEF5-4C5D-B36A-C0F63D89706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3C1354B-AFEC-22F7-7D31-09050CEFB3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292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20783061"/>
      </p:ext>
    </p:extLst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013A23-3B33-4876-B6E5-C296EA6521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3785CEF-B17C-34EC-B203-A368074E7EB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err="1"/>
              <a:t>Hash</a:t>
            </a:r>
            <a:r>
              <a:rPr lang="tr-TR" dirty="0"/>
              <a:t> Fonksiyonu Örnekleri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D372909-6328-14C6-F090-66C806D9EB6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dirty="0"/>
              <a:t>Okul Numarası: 210607003 </a:t>
            </a:r>
          </a:p>
          <a:p>
            <a:r>
              <a:rPr lang="tr-TR" dirty="0"/>
              <a:t>ab=21, c=6, de=03 </a:t>
            </a:r>
          </a:p>
          <a:p>
            <a:r>
              <a:rPr lang="tr-TR" dirty="0"/>
              <a:t>Hesaplama: </a:t>
            </a:r>
          </a:p>
          <a:p>
            <a:pPr lvl="1"/>
            <a:r>
              <a:rPr lang="tr-TR" dirty="0" err="1"/>
              <a:t>hash</a:t>
            </a:r>
            <a:r>
              <a:rPr lang="tr-TR" dirty="0"/>
              <a:t>=((21−20)×100)+((6−6)×500)+3 % 1000 = 103 </a:t>
            </a:r>
          </a:p>
          <a:p>
            <a:pPr lvl="1"/>
            <a:r>
              <a:rPr lang="tr-TR" dirty="0" err="1"/>
              <a:t>Hash</a:t>
            </a:r>
            <a:r>
              <a:rPr lang="tr-TR" dirty="0"/>
              <a:t> Değeri: 103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F0DB3D7-0A37-B568-D266-26129912507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942EA75-830C-7254-3CEF-59CCEA481B7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950EBDB-40B2-3870-D530-C80EC48CD9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65549073"/>
      </p:ext>
    </p:extLst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EF46B6-AEC6-0340-156C-E8FBA1FF8D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0E00C0-F69F-FE4B-56E6-5A63E9DB2C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err="1"/>
              <a:t>Hash</a:t>
            </a:r>
            <a:r>
              <a:rPr lang="tr-TR" dirty="0"/>
              <a:t> Fonksiyonu Örnekleri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EC4D4A9-8FAA-4C99-6739-0EF9DF364A1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dirty="0"/>
              <a:t>Okul Numarası: 240707050 </a:t>
            </a:r>
          </a:p>
          <a:p>
            <a:r>
              <a:rPr lang="tr-TR" dirty="0"/>
              <a:t>ab=24, c=7, de=50 </a:t>
            </a:r>
          </a:p>
          <a:p>
            <a:r>
              <a:rPr lang="tr-TR" dirty="0"/>
              <a:t>Hesaplama: </a:t>
            </a:r>
          </a:p>
          <a:p>
            <a:pPr lvl="1"/>
            <a:r>
              <a:rPr lang="tr-TR" dirty="0" err="1"/>
              <a:t>hash</a:t>
            </a:r>
            <a:r>
              <a:rPr lang="tr-TR" dirty="0"/>
              <a:t>=((24−20)×100)+((7−6)×500)+50 % 1000 = 950 </a:t>
            </a:r>
          </a:p>
          <a:p>
            <a:pPr lvl="1"/>
            <a:r>
              <a:rPr lang="tr-TR" dirty="0" err="1"/>
              <a:t>Hash</a:t>
            </a:r>
            <a:r>
              <a:rPr lang="tr-TR" dirty="0"/>
              <a:t> Değeri: 950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D0F7761-79AB-0483-F6BF-DCC69E3B9F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4A621E1-3D83-A8CF-97B9-75A6798E623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B276DF-3BCD-2D41-589E-7C8530F3BF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294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9039450"/>
      </p:ext>
    </p:extLst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AD4E0E-370D-6114-666B-1A64FD14EE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C23BA2C-A5BC-237C-5664-28221FDC749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err="1"/>
              <a:t>calculateHash</a:t>
            </a:r>
            <a:r>
              <a:rPr lang="tr-TR" dirty="0"/>
              <a:t> Fonksiyonu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68EDCEC-9D04-251B-F968-7F6E613ED4E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0" marR="0" indent="0">
              <a:buNone/>
            </a:pPr>
            <a:r>
              <a:rPr lang="tr-TR" sz="1800" b="1" dirty="0" err="1">
                <a:solidFill>
                  <a:srgbClr val="7F0055"/>
                </a:solidFill>
                <a:effectLst/>
                <a:latin typeface="Consolas" panose="020B0609020204030204" pitchFamily="49" charset="0"/>
              </a:rPr>
              <a:t>public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tr-TR" sz="1800" b="1" dirty="0" err="1">
                <a:solidFill>
                  <a:srgbClr val="7F0055"/>
                </a:solidFill>
                <a:effectLst/>
                <a:latin typeface="Consolas" panose="020B0609020204030204" pitchFamily="49" charset="0"/>
              </a:rPr>
              <a:t>int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tr-TR" sz="1800" dirty="0" err="1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calculateHash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(</a:t>
            </a:r>
            <a:r>
              <a:rPr lang="tr-TR" sz="1800" dirty="0" err="1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String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tr-TR" sz="1800" dirty="0" err="1">
                <a:solidFill>
                  <a:srgbClr val="6A3E3E"/>
                </a:solidFill>
                <a:effectLst/>
                <a:latin typeface="Consolas" panose="020B0609020204030204" pitchFamily="49" charset="0"/>
              </a:rPr>
              <a:t>studentId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) {</a:t>
            </a:r>
          </a:p>
          <a:p>
            <a:pPr marL="0" marR="0" indent="0">
              <a:buNone/>
            </a:pPr>
            <a:r>
              <a:rPr lang="tr-TR" sz="1800" b="1" dirty="0">
                <a:solidFill>
                  <a:srgbClr val="7F0055"/>
                </a:solidFill>
                <a:effectLst/>
                <a:latin typeface="Consolas" panose="020B0609020204030204" pitchFamily="49" charset="0"/>
              </a:rPr>
              <a:t>    </a:t>
            </a:r>
            <a:r>
              <a:rPr lang="tr-TR" sz="1800" b="1" dirty="0" err="1">
                <a:solidFill>
                  <a:srgbClr val="7F0055"/>
                </a:solidFill>
                <a:effectLst/>
                <a:latin typeface="Consolas" panose="020B0609020204030204" pitchFamily="49" charset="0"/>
              </a:rPr>
              <a:t>int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tr-TR" sz="1800" dirty="0">
                <a:solidFill>
                  <a:srgbClr val="6A3E3E"/>
                </a:solidFill>
                <a:effectLst/>
                <a:latin typeface="Consolas" panose="020B0609020204030204" pitchFamily="49" charset="0"/>
              </a:rPr>
              <a:t>ab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= </a:t>
            </a:r>
            <a:r>
              <a:rPr lang="tr-TR" sz="1800" dirty="0" err="1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Integer.</a:t>
            </a:r>
            <a:r>
              <a:rPr lang="tr-TR" sz="1800" i="1" dirty="0" err="1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parseInt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(</a:t>
            </a:r>
            <a:r>
              <a:rPr lang="tr-TR" sz="1800" dirty="0" err="1">
                <a:solidFill>
                  <a:srgbClr val="6A3E3E"/>
                </a:solidFill>
                <a:effectLst/>
                <a:latin typeface="Consolas" panose="020B0609020204030204" pitchFamily="49" charset="0"/>
              </a:rPr>
              <a:t>studentId</a:t>
            </a:r>
            <a:r>
              <a:rPr lang="tr-TR" sz="1800" dirty="0" err="1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.substring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(0, 2)); </a:t>
            </a:r>
            <a:r>
              <a:rPr lang="tr-TR" sz="1800" dirty="0">
                <a:solidFill>
                  <a:srgbClr val="3F7F5F"/>
                </a:solidFill>
                <a:effectLst/>
                <a:latin typeface="Consolas" panose="020B0609020204030204" pitchFamily="49" charset="0"/>
              </a:rPr>
              <a:t>// </a:t>
            </a:r>
            <a:r>
              <a:rPr lang="tr-TR" sz="1800" u="sng" dirty="0">
                <a:solidFill>
                  <a:srgbClr val="3F7F5F"/>
                </a:solidFill>
                <a:effectLst/>
                <a:latin typeface="Consolas" panose="020B0609020204030204" pitchFamily="49" charset="0"/>
              </a:rPr>
              <a:t>ab</a:t>
            </a:r>
            <a:r>
              <a:rPr lang="tr-TR" sz="1800" dirty="0">
                <a:solidFill>
                  <a:srgbClr val="3F7F5F"/>
                </a:solidFill>
                <a:effectLst/>
                <a:latin typeface="Consolas" panose="020B0609020204030204" pitchFamily="49" charset="0"/>
              </a:rPr>
              <a:t>: </a:t>
            </a:r>
            <a:r>
              <a:rPr lang="tr-TR" sz="1800" u="sng" dirty="0">
                <a:solidFill>
                  <a:srgbClr val="3F7F5F"/>
                </a:solidFill>
                <a:effectLst/>
                <a:latin typeface="Consolas" panose="020B0609020204030204" pitchFamily="49" charset="0"/>
              </a:rPr>
              <a:t>Kayıt</a:t>
            </a:r>
            <a:r>
              <a:rPr lang="tr-TR" sz="1800" dirty="0">
                <a:solidFill>
                  <a:srgbClr val="3F7F5F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tr-TR" sz="1800" u="sng" dirty="0">
                <a:solidFill>
                  <a:srgbClr val="3F7F5F"/>
                </a:solidFill>
                <a:effectLst/>
                <a:latin typeface="Consolas" panose="020B0609020204030204" pitchFamily="49" charset="0"/>
              </a:rPr>
              <a:t>yılı</a:t>
            </a:r>
            <a:endParaRPr lang="tr-TR" sz="1800" dirty="0">
              <a:solidFill>
                <a:srgbClr val="000000"/>
              </a:solidFill>
              <a:effectLst/>
              <a:latin typeface="Consolas" panose="020B0609020204030204" pitchFamily="49" charset="0"/>
            </a:endParaRPr>
          </a:p>
          <a:p>
            <a:pPr marL="0" marR="0" indent="0">
              <a:buNone/>
            </a:pPr>
            <a:r>
              <a:rPr lang="tr-TR" sz="1800" b="1" dirty="0">
                <a:solidFill>
                  <a:srgbClr val="7F0055"/>
                </a:solidFill>
                <a:effectLst/>
                <a:latin typeface="Consolas" panose="020B0609020204030204" pitchFamily="49" charset="0"/>
              </a:rPr>
              <a:t>    </a:t>
            </a:r>
            <a:r>
              <a:rPr lang="tr-TR" sz="1800" b="1" dirty="0" err="1">
                <a:solidFill>
                  <a:srgbClr val="7F0055"/>
                </a:solidFill>
                <a:effectLst/>
                <a:latin typeface="Consolas" panose="020B0609020204030204" pitchFamily="49" charset="0"/>
              </a:rPr>
              <a:t>int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tr-TR" sz="1800" dirty="0">
                <a:solidFill>
                  <a:srgbClr val="6A3E3E"/>
                </a:solidFill>
                <a:effectLst/>
                <a:latin typeface="Consolas" panose="020B0609020204030204" pitchFamily="49" charset="0"/>
              </a:rPr>
              <a:t>c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= </a:t>
            </a:r>
            <a:r>
              <a:rPr lang="tr-TR" sz="1800" dirty="0" err="1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Integer.</a:t>
            </a:r>
            <a:r>
              <a:rPr lang="tr-TR" sz="1800" i="1" dirty="0" err="1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parseInt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(</a:t>
            </a:r>
            <a:r>
              <a:rPr lang="tr-TR" sz="1800" dirty="0" err="1">
                <a:solidFill>
                  <a:srgbClr val="6A3E3E"/>
                </a:solidFill>
                <a:effectLst/>
                <a:latin typeface="Consolas" panose="020B0609020204030204" pitchFamily="49" charset="0"/>
              </a:rPr>
              <a:t>studentId</a:t>
            </a:r>
            <a:r>
              <a:rPr lang="tr-TR" sz="1800" dirty="0" err="1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.substring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(5, 6)); </a:t>
            </a:r>
            <a:r>
              <a:rPr lang="tr-TR" sz="1800" dirty="0">
                <a:solidFill>
                  <a:srgbClr val="3F7F5F"/>
                </a:solidFill>
                <a:effectLst/>
                <a:latin typeface="Consolas" panose="020B0609020204030204" pitchFamily="49" charset="0"/>
              </a:rPr>
              <a:t>// c: </a:t>
            </a:r>
            <a:r>
              <a:rPr lang="tr-TR" sz="1800" u="sng" dirty="0">
                <a:solidFill>
                  <a:srgbClr val="3F7F5F"/>
                </a:solidFill>
                <a:effectLst/>
                <a:latin typeface="Consolas" panose="020B0609020204030204" pitchFamily="49" charset="0"/>
              </a:rPr>
              <a:t>Bölüm</a:t>
            </a:r>
            <a:endParaRPr lang="tr-TR" sz="1800" dirty="0">
              <a:solidFill>
                <a:srgbClr val="000000"/>
              </a:solidFill>
              <a:effectLst/>
              <a:latin typeface="Consolas" panose="020B0609020204030204" pitchFamily="49" charset="0"/>
            </a:endParaRPr>
          </a:p>
          <a:p>
            <a:pPr marL="0" marR="0" indent="0">
              <a:buNone/>
            </a:pPr>
            <a:r>
              <a:rPr lang="tr-TR" sz="1800" b="1" dirty="0">
                <a:solidFill>
                  <a:srgbClr val="7F0055"/>
                </a:solidFill>
                <a:effectLst/>
                <a:latin typeface="Consolas" panose="020B0609020204030204" pitchFamily="49" charset="0"/>
              </a:rPr>
              <a:t>    </a:t>
            </a:r>
            <a:r>
              <a:rPr lang="tr-TR" sz="1800" b="1" dirty="0" err="1">
                <a:solidFill>
                  <a:srgbClr val="7F0055"/>
                </a:solidFill>
                <a:effectLst/>
                <a:latin typeface="Consolas" panose="020B0609020204030204" pitchFamily="49" charset="0"/>
              </a:rPr>
              <a:t>int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tr-TR" sz="1800" dirty="0">
                <a:solidFill>
                  <a:srgbClr val="6A3E3E"/>
                </a:solidFill>
                <a:effectLst/>
                <a:latin typeface="Consolas" panose="020B0609020204030204" pitchFamily="49" charset="0"/>
              </a:rPr>
              <a:t>de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= </a:t>
            </a:r>
            <a:r>
              <a:rPr lang="tr-TR" sz="1800" dirty="0" err="1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Integer.</a:t>
            </a:r>
            <a:r>
              <a:rPr lang="tr-TR" sz="1800" i="1" dirty="0" err="1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parseInt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(</a:t>
            </a:r>
            <a:r>
              <a:rPr lang="tr-TR" sz="1800" dirty="0" err="1">
                <a:solidFill>
                  <a:srgbClr val="6A3E3E"/>
                </a:solidFill>
                <a:effectLst/>
                <a:latin typeface="Consolas" panose="020B0609020204030204" pitchFamily="49" charset="0"/>
              </a:rPr>
              <a:t>studentId</a:t>
            </a:r>
            <a:r>
              <a:rPr lang="tr-TR" sz="1800" dirty="0" err="1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.substring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(7, 9)); </a:t>
            </a:r>
            <a:r>
              <a:rPr lang="tr-TR" sz="1800" dirty="0">
                <a:solidFill>
                  <a:srgbClr val="3F7F5F"/>
                </a:solidFill>
                <a:effectLst/>
                <a:latin typeface="Consolas" panose="020B0609020204030204" pitchFamily="49" charset="0"/>
              </a:rPr>
              <a:t>// </a:t>
            </a:r>
            <a:r>
              <a:rPr lang="tr-TR" sz="1800" u="sng" dirty="0">
                <a:solidFill>
                  <a:srgbClr val="3F7F5F"/>
                </a:solidFill>
                <a:effectLst/>
                <a:latin typeface="Consolas" panose="020B0609020204030204" pitchFamily="49" charset="0"/>
              </a:rPr>
              <a:t>de</a:t>
            </a:r>
            <a:r>
              <a:rPr lang="tr-TR" sz="1800" dirty="0">
                <a:solidFill>
                  <a:srgbClr val="3F7F5F"/>
                </a:solidFill>
                <a:effectLst/>
                <a:latin typeface="Consolas" panose="020B0609020204030204" pitchFamily="49" charset="0"/>
              </a:rPr>
              <a:t>: </a:t>
            </a:r>
            <a:r>
              <a:rPr lang="tr-TR" sz="1800" u="sng" dirty="0">
                <a:solidFill>
                  <a:srgbClr val="3F7F5F"/>
                </a:solidFill>
                <a:effectLst/>
                <a:latin typeface="Consolas" panose="020B0609020204030204" pitchFamily="49" charset="0"/>
              </a:rPr>
              <a:t>Kayıt</a:t>
            </a:r>
            <a:r>
              <a:rPr lang="tr-TR" sz="1800" dirty="0">
                <a:solidFill>
                  <a:srgbClr val="3F7F5F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tr-TR" sz="1800" u="sng" dirty="0">
                <a:solidFill>
                  <a:srgbClr val="3F7F5F"/>
                </a:solidFill>
                <a:effectLst/>
                <a:latin typeface="Consolas" panose="020B0609020204030204" pitchFamily="49" charset="0"/>
              </a:rPr>
              <a:t>sırası</a:t>
            </a:r>
            <a:endParaRPr lang="tr-TR" sz="1800" dirty="0">
              <a:solidFill>
                <a:srgbClr val="000000"/>
              </a:solidFill>
              <a:effectLst/>
              <a:latin typeface="Consolas" panose="020B0609020204030204" pitchFamily="49" charset="0"/>
            </a:endParaRPr>
          </a:p>
          <a:p>
            <a:pPr marL="0" marR="0" indent="0">
              <a:buNone/>
            </a:pPr>
            <a:r>
              <a:rPr lang="tr-TR" sz="1800" b="1" dirty="0">
                <a:solidFill>
                  <a:srgbClr val="7F0055"/>
                </a:solidFill>
                <a:effectLst/>
                <a:latin typeface="Consolas" panose="020B0609020204030204" pitchFamily="49" charset="0"/>
              </a:rPr>
              <a:t>    </a:t>
            </a:r>
            <a:r>
              <a:rPr lang="tr-TR" sz="1800" b="1" dirty="0" err="1">
                <a:solidFill>
                  <a:srgbClr val="7F0055"/>
                </a:solidFill>
                <a:effectLst/>
                <a:latin typeface="Consolas" panose="020B0609020204030204" pitchFamily="49" charset="0"/>
              </a:rPr>
              <a:t>int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tr-TR" sz="1800" dirty="0" err="1">
                <a:solidFill>
                  <a:srgbClr val="6A3E3E"/>
                </a:solidFill>
                <a:effectLst/>
                <a:latin typeface="Consolas" panose="020B0609020204030204" pitchFamily="49" charset="0"/>
              </a:rPr>
              <a:t>yearFactor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= (</a:t>
            </a:r>
            <a:r>
              <a:rPr lang="tr-TR" sz="1800" dirty="0">
                <a:solidFill>
                  <a:srgbClr val="6A3E3E"/>
                </a:solidFill>
                <a:effectLst/>
                <a:latin typeface="Consolas" panose="020B0609020204030204" pitchFamily="49" charset="0"/>
              </a:rPr>
              <a:t>ab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- 20) * 100;</a:t>
            </a:r>
          </a:p>
          <a:p>
            <a:pPr marL="0" marR="0" indent="0">
              <a:buNone/>
            </a:pPr>
            <a:r>
              <a:rPr lang="tr-TR" sz="1800" b="1" dirty="0">
                <a:solidFill>
                  <a:srgbClr val="7F0055"/>
                </a:solidFill>
                <a:effectLst/>
                <a:latin typeface="Consolas" panose="020B0609020204030204" pitchFamily="49" charset="0"/>
              </a:rPr>
              <a:t>    </a:t>
            </a:r>
            <a:r>
              <a:rPr lang="tr-TR" sz="1800" b="1" dirty="0" err="1">
                <a:solidFill>
                  <a:srgbClr val="7F0055"/>
                </a:solidFill>
                <a:effectLst/>
                <a:latin typeface="Consolas" panose="020B0609020204030204" pitchFamily="49" charset="0"/>
              </a:rPr>
              <a:t>int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tr-TR" sz="1800" dirty="0" err="1">
                <a:solidFill>
                  <a:srgbClr val="6A3E3E"/>
                </a:solidFill>
                <a:effectLst/>
                <a:latin typeface="Consolas" panose="020B0609020204030204" pitchFamily="49" charset="0"/>
              </a:rPr>
              <a:t>departmentFactor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= (</a:t>
            </a:r>
            <a:r>
              <a:rPr lang="tr-TR" sz="1800" dirty="0">
                <a:solidFill>
                  <a:srgbClr val="6A3E3E"/>
                </a:solidFill>
                <a:effectLst/>
                <a:latin typeface="Consolas" panose="020B0609020204030204" pitchFamily="49" charset="0"/>
              </a:rPr>
              <a:t>c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- 6) * 500;</a:t>
            </a:r>
          </a:p>
          <a:p>
            <a:pPr marL="0" marR="0" indent="0">
              <a:buNone/>
            </a:pPr>
            <a:r>
              <a:rPr lang="tr-TR" sz="1800" b="1" dirty="0">
                <a:solidFill>
                  <a:srgbClr val="7F0055"/>
                </a:solidFill>
                <a:effectLst/>
                <a:latin typeface="Consolas" panose="020B0609020204030204" pitchFamily="49" charset="0"/>
              </a:rPr>
              <a:t>    </a:t>
            </a:r>
            <a:r>
              <a:rPr lang="tr-TR" sz="1800" b="1" dirty="0" err="1">
                <a:solidFill>
                  <a:srgbClr val="7F0055"/>
                </a:solidFill>
                <a:effectLst/>
                <a:latin typeface="Consolas" panose="020B0609020204030204" pitchFamily="49" charset="0"/>
              </a:rPr>
              <a:t>int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tr-TR" sz="1800" dirty="0" err="1">
                <a:solidFill>
                  <a:srgbClr val="6A3E3E"/>
                </a:solidFill>
                <a:effectLst/>
                <a:latin typeface="Consolas" panose="020B0609020204030204" pitchFamily="49" charset="0"/>
              </a:rPr>
              <a:t>hashValue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= (</a:t>
            </a:r>
            <a:r>
              <a:rPr lang="tr-TR" sz="1800" dirty="0" err="1">
                <a:solidFill>
                  <a:srgbClr val="6A3E3E"/>
                </a:solidFill>
                <a:effectLst/>
                <a:latin typeface="Consolas" panose="020B0609020204030204" pitchFamily="49" charset="0"/>
              </a:rPr>
              <a:t>yearFactor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+ </a:t>
            </a:r>
            <a:r>
              <a:rPr lang="tr-TR" sz="1800" dirty="0" err="1">
                <a:solidFill>
                  <a:srgbClr val="6A3E3E"/>
                </a:solidFill>
                <a:effectLst/>
                <a:latin typeface="Consolas" panose="020B0609020204030204" pitchFamily="49" charset="0"/>
              </a:rPr>
              <a:t>departmentFactor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+ </a:t>
            </a:r>
            <a:r>
              <a:rPr lang="tr-TR" sz="1800" dirty="0">
                <a:solidFill>
                  <a:srgbClr val="6A3E3E"/>
                </a:solidFill>
                <a:effectLst/>
                <a:latin typeface="Consolas" panose="020B0609020204030204" pitchFamily="49" charset="0"/>
              </a:rPr>
              <a:t>de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) % 1000;</a:t>
            </a:r>
          </a:p>
          <a:p>
            <a:pPr marL="0" marR="0" indent="0">
              <a:buNone/>
            </a:pPr>
            <a:r>
              <a:rPr lang="tr-TR" sz="1800" b="1" dirty="0">
                <a:solidFill>
                  <a:srgbClr val="7F0055"/>
                </a:solidFill>
                <a:effectLst/>
                <a:latin typeface="Consolas" panose="020B0609020204030204" pitchFamily="49" charset="0"/>
              </a:rPr>
              <a:t>    </a:t>
            </a:r>
            <a:r>
              <a:rPr lang="tr-TR" sz="1800" b="1" dirty="0" err="1">
                <a:solidFill>
                  <a:srgbClr val="7F0055"/>
                </a:solidFill>
                <a:effectLst/>
                <a:latin typeface="Consolas" panose="020B0609020204030204" pitchFamily="49" charset="0"/>
              </a:rPr>
              <a:t>return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tr-TR" sz="1800" dirty="0" err="1">
                <a:solidFill>
                  <a:srgbClr val="6A3E3E"/>
                </a:solidFill>
                <a:effectLst/>
                <a:latin typeface="Consolas" panose="020B0609020204030204" pitchFamily="49" charset="0"/>
              </a:rPr>
              <a:t>hashValue</a:t>
            </a: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;</a:t>
            </a:r>
          </a:p>
          <a:p>
            <a:pPr marL="0" marR="0" indent="0">
              <a:buNone/>
            </a:pPr>
            <a:r>
              <a:rPr lang="tr-TR" sz="180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}</a:t>
            </a:r>
          </a:p>
          <a:p>
            <a:endParaRPr lang="tr-TR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F85C190-47B8-75CA-2275-DECC05C7174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21AFD4C-809E-3551-C96D-0CD80C04E1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6CA5E0E-25F8-3AC7-ACA0-A941ABD454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295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1510272"/>
      </p:ext>
    </p:extLst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680000"/>
          </a:xfrm>
        </p:spPr>
        <p:txBody>
          <a:bodyPr>
            <a:normAutofit/>
          </a:bodyPr>
          <a:lstStyle/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pPr marL="0" indent="0" algn="ctr">
              <a:buNone/>
            </a:pPr>
            <a:r>
              <a:rPr lang="tr-TR" dirty="0"/>
              <a:t>SON</a:t>
            </a:r>
          </a:p>
          <a:p>
            <a:endParaRPr lang="tr-TR" dirty="0"/>
          </a:p>
          <a:p>
            <a:endParaRPr lang="tr-TR" dirty="0"/>
          </a:p>
          <a:p>
            <a:endParaRPr lang="tr-TR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Sercan KÜLCÜ, </a:t>
            </a:r>
            <a:r>
              <a:rPr lang="en-US" dirty="0" err="1"/>
              <a:t>Tüm</a:t>
            </a:r>
            <a:r>
              <a:rPr lang="en-US" dirty="0"/>
              <a:t> </a:t>
            </a:r>
            <a:r>
              <a:rPr lang="en-US" dirty="0" err="1"/>
              <a:t>hakları</a:t>
            </a:r>
            <a:r>
              <a:rPr lang="en-US" dirty="0"/>
              <a:t> </a:t>
            </a:r>
            <a:r>
              <a:rPr lang="en-US" dirty="0" err="1"/>
              <a:t>saklıdır</a:t>
            </a:r>
            <a:r>
              <a:rPr lang="en-US" dirty="0"/>
              <a:t>.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296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24592776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eması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7557</TotalTime>
  <Words>29793</Words>
  <Application>Microsoft Office PowerPoint</Application>
  <PresentationFormat>Widescreen</PresentationFormat>
  <Paragraphs>10696</Paragraphs>
  <Slides>296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296</vt:i4>
      </vt:variant>
    </vt:vector>
  </HeadingPairs>
  <TitlesOfParts>
    <vt:vector size="304" baseType="lpstr">
      <vt:lpstr>Arial</vt:lpstr>
      <vt:lpstr>Calibri</vt:lpstr>
      <vt:lpstr>Calibri Light</vt:lpstr>
      <vt:lpstr>Consolas</vt:lpstr>
      <vt:lpstr>Lucida Console</vt:lpstr>
      <vt:lpstr>Wingdings</vt:lpstr>
      <vt:lpstr>Office Theme</vt:lpstr>
      <vt:lpstr>Office Teması</vt:lpstr>
      <vt:lpstr>Bölüm 9: Hash Tablosu</vt:lpstr>
      <vt:lpstr>Eşleme (Map)</vt:lpstr>
      <vt:lpstr>Temel İşlevler</vt:lpstr>
      <vt:lpstr>Hash Tablosu</vt:lpstr>
      <vt:lpstr>Hash Fonksiyonları</vt:lpstr>
      <vt:lpstr>Çakışmalar (Collisions)</vt:lpstr>
      <vt:lpstr>Kullanım Alanları</vt:lpstr>
      <vt:lpstr>Dizi Üzerinde Arama İşlemi</vt:lpstr>
      <vt:lpstr>İndeksleme</vt:lpstr>
      <vt:lpstr>Doğrudan Adresleme</vt:lpstr>
      <vt:lpstr>Hash Tekniği </vt:lpstr>
      <vt:lpstr>Örnek Hash Fonksiyonları</vt:lpstr>
      <vt:lpstr>Örnek Hash Fonksiyonları</vt:lpstr>
      <vt:lpstr>Örnek Hash Fonksiyonları</vt:lpstr>
      <vt:lpstr>Modulus Hash Fonksiyonu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Basit Bir Hash Tablosu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Çakışma Çözüm: Ayrı Zincirleme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Hash Tablosu Terminolojisi</vt:lpstr>
      <vt:lpstr>Hash Tablosu Uygulama</vt:lpstr>
      <vt:lpstr>PowerPoint Presentation</vt:lpstr>
      <vt:lpstr>PowerPoint Presentation</vt:lpstr>
      <vt:lpstr>PowerPoint Presentation</vt:lpstr>
      <vt:lpstr>PowerPoint Presentation</vt:lpstr>
      <vt:lpstr>Hash Tablosuna Anahtar - Değer İkilisi Yerleştirme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Hash Tablosuna Anahtar - Değer İkilisi Yerleştirme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Hash Tablosundan Anahtar ile Değer Getirme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Hash Tablosundan Anahtar Silme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Hash Tablosundan Anahtar Silme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Okul Numarası Hashleme</vt:lpstr>
      <vt:lpstr>Okul Numarası Formatı (ab070c0de)</vt:lpstr>
      <vt:lpstr>Hash Fonksiyonu</vt:lpstr>
      <vt:lpstr>Hash Fonksiyonu Örnekleri</vt:lpstr>
      <vt:lpstr>Hash Fonksiyonu Örnekleri</vt:lpstr>
      <vt:lpstr>calculateHash Fonksiyonu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Hash Tablosu</dc:title>
  <dc:creator>sercan</dc:creator>
  <cp:lastModifiedBy>Sercan Kulcu</cp:lastModifiedBy>
  <cp:revision>528</cp:revision>
  <dcterms:created xsi:type="dcterms:W3CDTF">2023-01-12T09:23:55Z</dcterms:created>
  <dcterms:modified xsi:type="dcterms:W3CDTF">2024-12-02T08:51:38Z</dcterms:modified>
</cp:coreProperties>
</file>