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935" r:id="rId1"/>
  </p:sldMasterIdLst>
  <p:notesMasterIdLst>
    <p:notesMasterId r:id="rId509"/>
  </p:notesMasterIdLst>
  <p:sldIdLst>
    <p:sldId id="256" r:id="rId2"/>
    <p:sldId id="329" r:id="rId3"/>
    <p:sldId id="853" r:id="rId4"/>
    <p:sldId id="856" r:id="rId5"/>
    <p:sldId id="854" r:id="rId6"/>
    <p:sldId id="855" r:id="rId7"/>
    <p:sldId id="851" r:id="rId8"/>
    <p:sldId id="857" r:id="rId9"/>
    <p:sldId id="330" r:id="rId10"/>
    <p:sldId id="331" r:id="rId11"/>
    <p:sldId id="346" r:id="rId12"/>
    <p:sldId id="347" r:id="rId13"/>
    <p:sldId id="334" r:id="rId14"/>
    <p:sldId id="335" r:id="rId15"/>
    <p:sldId id="336" r:id="rId16"/>
    <p:sldId id="337" r:id="rId17"/>
    <p:sldId id="348" r:id="rId18"/>
    <p:sldId id="338" r:id="rId19"/>
    <p:sldId id="859" r:id="rId20"/>
    <p:sldId id="858" r:id="rId21"/>
    <p:sldId id="339" r:id="rId22"/>
    <p:sldId id="340" r:id="rId23"/>
    <p:sldId id="349" r:id="rId24"/>
    <p:sldId id="350" r:id="rId25"/>
    <p:sldId id="342" r:id="rId26"/>
    <p:sldId id="343" r:id="rId27"/>
    <p:sldId id="344" r:id="rId28"/>
    <p:sldId id="357" r:id="rId29"/>
    <p:sldId id="351" r:id="rId30"/>
    <p:sldId id="359" r:id="rId31"/>
    <p:sldId id="360" r:id="rId32"/>
    <p:sldId id="354" r:id="rId33"/>
    <p:sldId id="355" r:id="rId34"/>
    <p:sldId id="356" r:id="rId35"/>
    <p:sldId id="362" r:id="rId36"/>
    <p:sldId id="363" r:id="rId37"/>
    <p:sldId id="364" r:id="rId38"/>
    <p:sldId id="365" r:id="rId39"/>
    <p:sldId id="433" r:id="rId40"/>
    <p:sldId id="434" r:id="rId41"/>
    <p:sldId id="374" r:id="rId42"/>
    <p:sldId id="375" r:id="rId43"/>
    <p:sldId id="376" r:id="rId44"/>
    <p:sldId id="377" r:id="rId45"/>
    <p:sldId id="378" r:id="rId46"/>
    <p:sldId id="379" r:id="rId47"/>
    <p:sldId id="380" r:id="rId48"/>
    <p:sldId id="381" r:id="rId49"/>
    <p:sldId id="382" r:id="rId50"/>
    <p:sldId id="383" r:id="rId51"/>
    <p:sldId id="384" r:id="rId52"/>
    <p:sldId id="385" r:id="rId53"/>
    <p:sldId id="386" r:id="rId54"/>
    <p:sldId id="387" r:id="rId55"/>
    <p:sldId id="388" r:id="rId56"/>
    <p:sldId id="389" r:id="rId57"/>
    <p:sldId id="390" r:id="rId58"/>
    <p:sldId id="391" r:id="rId59"/>
    <p:sldId id="392" r:id="rId60"/>
    <p:sldId id="393" r:id="rId61"/>
    <p:sldId id="394" r:id="rId62"/>
    <p:sldId id="395" r:id="rId63"/>
    <p:sldId id="396" r:id="rId64"/>
    <p:sldId id="397" r:id="rId65"/>
    <p:sldId id="398" r:id="rId66"/>
    <p:sldId id="399" r:id="rId67"/>
    <p:sldId id="400" r:id="rId68"/>
    <p:sldId id="401" r:id="rId69"/>
    <p:sldId id="402" r:id="rId70"/>
    <p:sldId id="403" r:id="rId71"/>
    <p:sldId id="404" r:id="rId72"/>
    <p:sldId id="405" r:id="rId73"/>
    <p:sldId id="406" r:id="rId74"/>
    <p:sldId id="407" r:id="rId75"/>
    <p:sldId id="408" r:id="rId76"/>
    <p:sldId id="409" r:id="rId77"/>
    <p:sldId id="410" r:id="rId78"/>
    <p:sldId id="411" r:id="rId79"/>
    <p:sldId id="412" r:id="rId80"/>
    <p:sldId id="413" r:id="rId81"/>
    <p:sldId id="414" r:id="rId82"/>
    <p:sldId id="415" r:id="rId83"/>
    <p:sldId id="416" r:id="rId84"/>
    <p:sldId id="417" r:id="rId85"/>
    <p:sldId id="418" r:id="rId86"/>
    <p:sldId id="419" r:id="rId87"/>
    <p:sldId id="420" r:id="rId88"/>
    <p:sldId id="421" r:id="rId89"/>
    <p:sldId id="422" r:id="rId90"/>
    <p:sldId id="423" r:id="rId91"/>
    <p:sldId id="424" r:id="rId92"/>
    <p:sldId id="425" r:id="rId93"/>
    <p:sldId id="426" r:id="rId94"/>
    <p:sldId id="427" r:id="rId95"/>
    <p:sldId id="428" r:id="rId96"/>
    <p:sldId id="429" r:id="rId97"/>
    <p:sldId id="430" r:id="rId98"/>
    <p:sldId id="431" r:id="rId99"/>
    <p:sldId id="432" r:id="rId100"/>
    <p:sldId id="366" r:id="rId101"/>
    <p:sldId id="436" r:id="rId102"/>
    <p:sldId id="437" r:id="rId103"/>
    <p:sldId id="438" r:id="rId104"/>
    <p:sldId id="439" r:id="rId105"/>
    <p:sldId id="440" r:id="rId106"/>
    <p:sldId id="441" r:id="rId107"/>
    <p:sldId id="442" r:id="rId108"/>
    <p:sldId id="443" r:id="rId109"/>
    <p:sldId id="444" r:id="rId110"/>
    <p:sldId id="445" r:id="rId111"/>
    <p:sldId id="446" r:id="rId112"/>
    <p:sldId id="447" r:id="rId113"/>
    <p:sldId id="448" r:id="rId114"/>
    <p:sldId id="449" r:id="rId115"/>
    <p:sldId id="450" r:id="rId116"/>
    <p:sldId id="451" r:id="rId117"/>
    <p:sldId id="452" r:id="rId118"/>
    <p:sldId id="453" r:id="rId119"/>
    <p:sldId id="454" r:id="rId120"/>
    <p:sldId id="455" r:id="rId121"/>
    <p:sldId id="456" r:id="rId122"/>
    <p:sldId id="457" r:id="rId123"/>
    <p:sldId id="458" r:id="rId124"/>
    <p:sldId id="459" r:id="rId125"/>
    <p:sldId id="460" r:id="rId126"/>
    <p:sldId id="461" r:id="rId127"/>
    <p:sldId id="462" r:id="rId128"/>
    <p:sldId id="463" r:id="rId129"/>
    <p:sldId id="464" r:id="rId130"/>
    <p:sldId id="465" r:id="rId131"/>
    <p:sldId id="466" r:id="rId132"/>
    <p:sldId id="467" r:id="rId133"/>
    <p:sldId id="468" r:id="rId134"/>
    <p:sldId id="469" r:id="rId135"/>
    <p:sldId id="470" r:id="rId136"/>
    <p:sldId id="471" r:id="rId137"/>
    <p:sldId id="472" r:id="rId138"/>
    <p:sldId id="473" r:id="rId139"/>
    <p:sldId id="474" r:id="rId140"/>
    <p:sldId id="475" r:id="rId141"/>
    <p:sldId id="476" r:id="rId142"/>
    <p:sldId id="477" r:id="rId143"/>
    <p:sldId id="478" r:id="rId144"/>
    <p:sldId id="479" r:id="rId145"/>
    <p:sldId id="480" r:id="rId146"/>
    <p:sldId id="481" r:id="rId147"/>
    <p:sldId id="482" r:id="rId148"/>
    <p:sldId id="483" r:id="rId149"/>
    <p:sldId id="484" r:id="rId150"/>
    <p:sldId id="485" r:id="rId151"/>
    <p:sldId id="486" r:id="rId152"/>
    <p:sldId id="487" r:id="rId153"/>
    <p:sldId id="488" r:id="rId154"/>
    <p:sldId id="367" r:id="rId155"/>
    <p:sldId id="489" r:id="rId156"/>
    <p:sldId id="490" r:id="rId157"/>
    <p:sldId id="491" r:id="rId158"/>
    <p:sldId id="492" r:id="rId159"/>
    <p:sldId id="493" r:id="rId160"/>
    <p:sldId id="494" r:id="rId161"/>
    <p:sldId id="495" r:id="rId162"/>
    <p:sldId id="496" r:id="rId163"/>
    <p:sldId id="497" r:id="rId164"/>
    <p:sldId id="498" r:id="rId165"/>
    <p:sldId id="499" r:id="rId166"/>
    <p:sldId id="500" r:id="rId167"/>
    <p:sldId id="501" r:id="rId168"/>
    <p:sldId id="502" r:id="rId169"/>
    <p:sldId id="503" r:id="rId170"/>
    <p:sldId id="504" r:id="rId171"/>
    <p:sldId id="505" r:id="rId172"/>
    <p:sldId id="506" r:id="rId173"/>
    <p:sldId id="507" r:id="rId174"/>
    <p:sldId id="508" r:id="rId175"/>
    <p:sldId id="509" r:id="rId176"/>
    <p:sldId id="510" r:id="rId177"/>
    <p:sldId id="511" r:id="rId178"/>
    <p:sldId id="512" r:id="rId179"/>
    <p:sldId id="513" r:id="rId180"/>
    <p:sldId id="514" r:id="rId181"/>
    <p:sldId id="515" r:id="rId182"/>
    <p:sldId id="516" r:id="rId183"/>
    <p:sldId id="517" r:id="rId184"/>
    <p:sldId id="518" r:id="rId185"/>
    <p:sldId id="519" r:id="rId186"/>
    <p:sldId id="520" r:id="rId187"/>
    <p:sldId id="521" r:id="rId188"/>
    <p:sldId id="522" r:id="rId189"/>
    <p:sldId id="523" r:id="rId190"/>
    <p:sldId id="524" r:id="rId191"/>
    <p:sldId id="525" r:id="rId192"/>
    <p:sldId id="526" r:id="rId193"/>
    <p:sldId id="527" r:id="rId194"/>
    <p:sldId id="528" r:id="rId195"/>
    <p:sldId id="529" r:id="rId196"/>
    <p:sldId id="530" r:id="rId197"/>
    <p:sldId id="531" r:id="rId198"/>
    <p:sldId id="532" r:id="rId199"/>
    <p:sldId id="533" r:id="rId200"/>
    <p:sldId id="534" r:id="rId201"/>
    <p:sldId id="535" r:id="rId202"/>
    <p:sldId id="536" r:id="rId203"/>
    <p:sldId id="537" r:id="rId204"/>
    <p:sldId id="538" r:id="rId205"/>
    <p:sldId id="539" r:id="rId206"/>
    <p:sldId id="540" r:id="rId207"/>
    <p:sldId id="541" r:id="rId208"/>
    <p:sldId id="542" r:id="rId209"/>
    <p:sldId id="368" r:id="rId210"/>
    <p:sldId id="543" r:id="rId211"/>
    <p:sldId id="544" r:id="rId212"/>
    <p:sldId id="545" r:id="rId213"/>
    <p:sldId id="546" r:id="rId214"/>
    <p:sldId id="547" r:id="rId215"/>
    <p:sldId id="548" r:id="rId216"/>
    <p:sldId id="549" r:id="rId217"/>
    <p:sldId id="550" r:id="rId218"/>
    <p:sldId id="551" r:id="rId219"/>
    <p:sldId id="552" r:id="rId220"/>
    <p:sldId id="553" r:id="rId221"/>
    <p:sldId id="554" r:id="rId222"/>
    <p:sldId id="555" r:id="rId223"/>
    <p:sldId id="556" r:id="rId224"/>
    <p:sldId id="557" r:id="rId225"/>
    <p:sldId id="558" r:id="rId226"/>
    <p:sldId id="559" r:id="rId227"/>
    <p:sldId id="560" r:id="rId228"/>
    <p:sldId id="561" r:id="rId229"/>
    <p:sldId id="562" r:id="rId230"/>
    <p:sldId id="563" r:id="rId231"/>
    <p:sldId id="564" r:id="rId232"/>
    <p:sldId id="565" r:id="rId233"/>
    <p:sldId id="566" r:id="rId234"/>
    <p:sldId id="567" r:id="rId235"/>
    <p:sldId id="568" r:id="rId236"/>
    <p:sldId id="569" r:id="rId237"/>
    <p:sldId id="570" r:id="rId238"/>
    <p:sldId id="571" r:id="rId239"/>
    <p:sldId id="572" r:id="rId240"/>
    <p:sldId id="573" r:id="rId241"/>
    <p:sldId id="574" r:id="rId242"/>
    <p:sldId id="575" r:id="rId243"/>
    <p:sldId id="576" r:id="rId244"/>
    <p:sldId id="577" r:id="rId245"/>
    <p:sldId id="578" r:id="rId246"/>
    <p:sldId id="579" r:id="rId247"/>
    <p:sldId id="580" r:id="rId248"/>
    <p:sldId id="581" r:id="rId249"/>
    <p:sldId id="582" r:id="rId250"/>
    <p:sldId id="583" r:id="rId251"/>
    <p:sldId id="584" r:id="rId252"/>
    <p:sldId id="585" r:id="rId253"/>
    <p:sldId id="586" r:id="rId254"/>
    <p:sldId id="587" r:id="rId255"/>
    <p:sldId id="588" r:id="rId256"/>
    <p:sldId id="589" r:id="rId257"/>
    <p:sldId id="590" r:id="rId258"/>
    <p:sldId id="591" r:id="rId259"/>
    <p:sldId id="592" r:id="rId260"/>
    <p:sldId id="593" r:id="rId261"/>
    <p:sldId id="594" r:id="rId262"/>
    <p:sldId id="595" r:id="rId263"/>
    <p:sldId id="596" r:id="rId264"/>
    <p:sldId id="597" r:id="rId265"/>
    <p:sldId id="598" r:id="rId266"/>
    <p:sldId id="599" r:id="rId267"/>
    <p:sldId id="600" r:id="rId268"/>
    <p:sldId id="601" r:id="rId269"/>
    <p:sldId id="602" r:id="rId270"/>
    <p:sldId id="603" r:id="rId271"/>
    <p:sldId id="604" r:id="rId272"/>
    <p:sldId id="605" r:id="rId273"/>
    <p:sldId id="606" r:id="rId274"/>
    <p:sldId id="607" r:id="rId275"/>
    <p:sldId id="608" r:id="rId276"/>
    <p:sldId id="609" r:id="rId277"/>
    <p:sldId id="610" r:id="rId278"/>
    <p:sldId id="611" r:id="rId279"/>
    <p:sldId id="612" r:id="rId280"/>
    <p:sldId id="369" r:id="rId281"/>
    <p:sldId id="848" r:id="rId282"/>
    <p:sldId id="614" r:id="rId283"/>
    <p:sldId id="615" r:id="rId284"/>
    <p:sldId id="616" r:id="rId285"/>
    <p:sldId id="617" r:id="rId286"/>
    <p:sldId id="618" r:id="rId287"/>
    <p:sldId id="619" r:id="rId288"/>
    <p:sldId id="620" r:id="rId289"/>
    <p:sldId id="621" r:id="rId290"/>
    <p:sldId id="622" r:id="rId291"/>
    <p:sldId id="623" r:id="rId292"/>
    <p:sldId id="624" r:id="rId293"/>
    <p:sldId id="625" r:id="rId294"/>
    <p:sldId id="626" r:id="rId295"/>
    <p:sldId id="627" r:id="rId296"/>
    <p:sldId id="628" r:id="rId297"/>
    <p:sldId id="629" r:id="rId298"/>
    <p:sldId id="630" r:id="rId299"/>
    <p:sldId id="631" r:id="rId300"/>
    <p:sldId id="632" r:id="rId301"/>
    <p:sldId id="633" r:id="rId302"/>
    <p:sldId id="634" r:id="rId303"/>
    <p:sldId id="635" r:id="rId304"/>
    <p:sldId id="636" r:id="rId305"/>
    <p:sldId id="637" r:id="rId306"/>
    <p:sldId id="638" r:id="rId307"/>
    <p:sldId id="639" r:id="rId308"/>
    <p:sldId id="640" r:id="rId309"/>
    <p:sldId id="641" r:id="rId310"/>
    <p:sldId id="642" r:id="rId311"/>
    <p:sldId id="643" r:id="rId312"/>
    <p:sldId id="644" r:id="rId313"/>
    <p:sldId id="645" r:id="rId314"/>
    <p:sldId id="646" r:id="rId315"/>
    <p:sldId id="647" r:id="rId316"/>
    <p:sldId id="648" r:id="rId317"/>
    <p:sldId id="649" r:id="rId318"/>
    <p:sldId id="650" r:id="rId319"/>
    <p:sldId id="651" r:id="rId320"/>
    <p:sldId id="652" r:id="rId321"/>
    <p:sldId id="653" r:id="rId322"/>
    <p:sldId id="654" r:id="rId323"/>
    <p:sldId id="655" r:id="rId324"/>
    <p:sldId id="656" r:id="rId325"/>
    <p:sldId id="657" r:id="rId326"/>
    <p:sldId id="658" r:id="rId327"/>
    <p:sldId id="659" r:id="rId328"/>
    <p:sldId id="660" r:id="rId329"/>
    <p:sldId id="661" r:id="rId330"/>
    <p:sldId id="662" r:id="rId331"/>
    <p:sldId id="663" r:id="rId332"/>
    <p:sldId id="664" r:id="rId333"/>
    <p:sldId id="849" r:id="rId334"/>
    <p:sldId id="670" r:id="rId335"/>
    <p:sldId id="671" r:id="rId336"/>
    <p:sldId id="672" r:id="rId337"/>
    <p:sldId id="673" r:id="rId338"/>
    <p:sldId id="674" r:id="rId339"/>
    <p:sldId id="675" r:id="rId340"/>
    <p:sldId id="676" r:id="rId341"/>
    <p:sldId id="677" r:id="rId342"/>
    <p:sldId id="678" r:id="rId343"/>
    <p:sldId id="679" r:id="rId344"/>
    <p:sldId id="680" r:id="rId345"/>
    <p:sldId id="681" r:id="rId346"/>
    <p:sldId id="682" r:id="rId347"/>
    <p:sldId id="683" r:id="rId348"/>
    <p:sldId id="684" r:id="rId349"/>
    <p:sldId id="685" r:id="rId350"/>
    <p:sldId id="686" r:id="rId351"/>
    <p:sldId id="687" r:id="rId352"/>
    <p:sldId id="688" r:id="rId353"/>
    <p:sldId id="689" r:id="rId354"/>
    <p:sldId id="690" r:id="rId355"/>
    <p:sldId id="691" r:id="rId356"/>
    <p:sldId id="692" r:id="rId357"/>
    <p:sldId id="693" r:id="rId358"/>
    <p:sldId id="694" r:id="rId359"/>
    <p:sldId id="695" r:id="rId360"/>
    <p:sldId id="696" r:id="rId361"/>
    <p:sldId id="697" r:id="rId362"/>
    <p:sldId id="698" r:id="rId363"/>
    <p:sldId id="699" r:id="rId364"/>
    <p:sldId id="700" r:id="rId365"/>
    <p:sldId id="701" r:id="rId366"/>
    <p:sldId id="702" r:id="rId367"/>
    <p:sldId id="703" r:id="rId368"/>
    <p:sldId id="704" r:id="rId369"/>
    <p:sldId id="705" r:id="rId370"/>
    <p:sldId id="706" r:id="rId371"/>
    <p:sldId id="707" r:id="rId372"/>
    <p:sldId id="708" r:id="rId373"/>
    <p:sldId id="709" r:id="rId374"/>
    <p:sldId id="710" r:id="rId375"/>
    <p:sldId id="711" r:id="rId376"/>
    <p:sldId id="712" r:id="rId377"/>
    <p:sldId id="713" r:id="rId378"/>
    <p:sldId id="714" r:id="rId379"/>
    <p:sldId id="715" r:id="rId380"/>
    <p:sldId id="716" r:id="rId381"/>
    <p:sldId id="717" r:id="rId382"/>
    <p:sldId id="718" r:id="rId383"/>
    <p:sldId id="719" r:id="rId384"/>
    <p:sldId id="720" r:id="rId385"/>
    <p:sldId id="721" r:id="rId386"/>
    <p:sldId id="722" r:id="rId387"/>
    <p:sldId id="723" r:id="rId388"/>
    <p:sldId id="724" r:id="rId389"/>
    <p:sldId id="725" r:id="rId390"/>
    <p:sldId id="726" r:id="rId391"/>
    <p:sldId id="727" r:id="rId392"/>
    <p:sldId id="728" r:id="rId393"/>
    <p:sldId id="729" r:id="rId394"/>
    <p:sldId id="730" r:id="rId395"/>
    <p:sldId id="731" r:id="rId396"/>
    <p:sldId id="732" r:id="rId397"/>
    <p:sldId id="733" r:id="rId398"/>
    <p:sldId id="734" r:id="rId399"/>
    <p:sldId id="735" r:id="rId400"/>
    <p:sldId id="736" r:id="rId401"/>
    <p:sldId id="737" r:id="rId402"/>
    <p:sldId id="738" r:id="rId403"/>
    <p:sldId id="739" r:id="rId404"/>
    <p:sldId id="740" r:id="rId405"/>
    <p:sldId id="741" r:id="rId406"/>
    <p:sldId id="742" r:id="rId407"/>
    <p:sldId id="743" r:id="rId408"/>
    <p:sldId id="744" r:id="rId409"/>
    <p:sldId id="745" r:id="rId410"/>
    <p:sldId id="746" r:id="rId411"/>
    <p:sldId id="747" r:id="rId412"/>
    <p:sldId id="748" r:id="rId413"/>
    <p:sldId id="749" r:id="rId414"/>
    <p:sldId id="750" r:id="rId415"/>
    <p:sldId id="751" r:id="rId416"/>
    <p:sldId id="752" r:id="rId417"/>
    <p:sldId id="753" r:id="rId418"/>
    <p:sldId id="754" r:id="rId419"/>
    <p:sldId id="755" r:id="rId420"/>
    <p:sldId id="756" r:id="rId421"/>
    <p:sldId id="757" r:id="rId422"/>
    <p:sldId id="850" r:id="rId423"/>
    <p:sldId id="764" r:id="rId424"/>
    <p:sldId id="765" r:id="rId425"/>
    <p:sldId id="766" r:id="rId426"/>
    <p:sldId id="767" r:id="rId427"/>
    <p:sldId id="768" r:id="rId428"/>
    <p:sldId id="769" r:id="rId429"/>
    <p:sldId id="770" r:id="rId430"/>
    <p:sldId id="771" r:id="rId431"/>
    <p:sldId id="772" r:id="rId432"/>
    <p:sldId id="773" r:id="rId433"/>
    <p:sldId id="774" r:id="rId434"/>
    <p:sldId id="775" r:id="rId435"/>
    <p:sldId id="776" r:id="rId436"/>
    <p:sldId id="777" r:id="rId437"/>
    <p:sldId id="778" r:id="rId438"/>
    <p:sldId id="779" r:id="rId439"/>
    <p:sldId id="780" r:id="rId440"/>
    <p:sldId id="781" r:id="rId441"/>
    <p:sldId id="782" r:id="rId442"/>
    <p:sldId id="783" r:id="rId443"/>
    <p:sldId id="784" r:id="rId444"/>
    <p:sldId id="785" r:id="rId445"/>
    <p:sldId id="786" r:id="rId446"/>
    <p:sldId id="787" r:id="rId447"/>
    <p:sldId id="788" r:id="rId448"/>
    <p:sldId id="789" r:id="rId449"/>
    <p:sldId id="790" r:id="rId450"/>
    <p:sldId id="791" r:id="rId451"/>
    <p:sldId id="792" r:id="rId452"/>
    <p:sldId id="793" r:id="rId453"/>
    <p:sldId id="794" r:id="rId454"/>
    <p:sldId id="795" r:id="rId455"/>
    <p:sldId id="796" r:id="rId456"/>
    <p:sldId id="797" r:id="rId457"/>
    <p:sldId id="798" r:id="rId458"/>
    <p:sldId id="799" r:id="rId459"/>
    <p:sldId id="800" r:id="rId460"/>
    <p:sldId id="801" r:id="rId461"/>
    <p:sldId id="802" r:id="rId462"/>
    <p:sldId id="803" r:id="rId463"/>
    <p:sldId id="804" r:id="rId464"/>
    <p:sldId id="805" r:id="rId465"/>
    <p:sldId id="806" r:id="rId466"/>
    <p:sldId id="807" r:id="rId467"/>
    <p:sldId id="808" r:id="rId468"/>
    <p:sldId id="809" r:id="rId469"/>
    <p:sldId id="810" r:id="rId470"/>
    <p:sldId id="811" r:id="rId471"/>
    <p:sldId id="812" r:id="rId472"/>
    <p:sldId id="813" r:id="rId473"/>
    <p:sldId id="814" r:id="rId474"/>
    <p:sldId id="815" r:id="rId475"/>
    <p:sldId id="816" r:id="rId476"/>
    <p:sldId id="817" r:id="rId477"/>
    <p:sldId id="818" r:id="rId478"/>
    <p:sldId id="819" r:id="rId479"/>
    <p:sldId id="820" r:id="rId480"/>
    <p:sldId id="821" r:id="rId481"/>
    <p:sldId id="822" r:id="rId482"/>
    <p:sldId id="823" r:id="rId483"/>
    <p:sldId id="824" r:id="rId484"/>
    <p:sldId id="825" r:id="rId485"/>
    <p:sldId id="826" r:id="rId486"/>
    <p:sldId id="827" r:id="rId487"/>
    <p:sldId id="828" r:id="rId488"/>
    <p:sldId id="829" r:id="rId489"/>
    <p:sldId id="830" r:id="rId490"/>
    <p:sldId id="831" r:id="rId491"/>
    <p:sldId id="832" r:id="rId492"/>
    <p:sldId id="833" r:id="rId493"/>
    <p:sldId id="834" r:id="rId494"/>
    <p:sldId id="835" r:id="rId495"/>
    <p:sldId id="836" r:id="rId496"/>
    <p:sldId id="837" r:id="rId497"/>
    <p:sldId id="838" r:id="rId498"/>
    <p:sldId id="839" r:id="rId499"/>
    <p:sldId id="840" r:id="rId500"/>
    <p:sldId id="841" r:id="rId501"/>
    <p:sldId id="842" r:id="rId502"/>
    <p:sldId id="843" r:id="rId503"/>
    <p:sldId id="844" r:id="rId504"/>
    <p:sldId id="845" r:id="rId505"/>
    <p:sldId id="846" r:id="rId506"/>
    <p:sldId id="847" r:id="rId507"/>
    <p:sldId id="312" r:id="rId508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D7AC3CCA-C797-4891-BE02-D94E43425B78}" styleName="Medium Styl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69CF1AB2-1976-4502-BF36-3FF5EA218861}" styleName="Medium Style 4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 varScale="1">
        <p:scale>
          <a:sx n="73" d="100"/>
          <a:sy n="73" d="100"/>
        </p:scale>
        <p:origin x="618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00" Type="http://schemas.openxmlformats.org/officeDocument/2006/relationships/slide" Target="slides/slide499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402" Type="http://schemas.openxmlformats.org/officeDocument/2006/relationships/slide" Target="slides/slide401.xml"/><Relationship Id="rId279" Type="http://schemas.openxmlformats.org/officeDocument/2006/relationships/slide" Target="slides/slide278.xml"/><Relationship Id="rId444" Type="http://schemas.openxmlformats.org/officeDocument/2006/relationships/slide" Target="slides/slide443.xml"/><Relationship Id="rId486" Type="http://schemas.openxmlformats.org/officeDocument/2006/relationships/slide" Target="slides/slide485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slide" Target="slides/slide387.xml"/><Relationship Id="rId511" Type="http://schemas.openxmlformats.org/officeDocument/2006/relationships/viewProps" Target="viewProps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497" Type="http://schemas.openxmlformats.org/officeDocument/2006/relationships/slide" Target="slides/slide496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slide" Target="slides/slide398.xml"/><Relationship Id="rId259" Type="http://schemas.openxmlformats.org/officeDocument/2006/relationships/slide" Target="slides/slide258.xml"/><Relationship Id="rId424" Type="http://schemas.openxmlformats.org/officeDocument/2006/relationships/slide" Target="slides/slide423.xml"/><Relationship Id="rId466" Type="http://schemas.openxmlformats.org/officeDocument/2006/relationships/slide" Target="slides/slide46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477" Type="http://schemas.openxmlformats.org/officeDocument/2006/relationships/slide" Target="slides/slide476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502" Type="http://schemas.openxmlformats.org/officeDocument/2006/relationships/slide" Target="slides/slide501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446" Type="http://schemas.openxmlformats.org/officeDocument/2006/relationships/slide" Target="slides/slide445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88" Type="http://schemas.openxmlformats.org/officeDocument/2006/relationships/slide" Target="slides/slide487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13" Type="http://schemas.openxmlformats.org/officeDocument/2006/relationships/tableStyles" Target="tableStyles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457" Type="http://schemas.openxmlformats.org/officeDocument/2006/relationships/slide" Target="slides/slide456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478" Type="http://schemas.openxmlformats.org/officeDocument/2006/relationships/slide" Target="slides/slide477.xml"/><Relationship Id="rId499" Type="http://schemas.openxmlformats.org/officeDocument/2006/relationships/slide" Target="slides/slide498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338" Type="http://schemas.openxmlformats.org/officeDocument/2006/relationships/slide" Target="slides/slide337.xml"/><Relationship Id="rId359" Type="http://schemas.openxmlformats.org/officeDocument/2006/relationships/slide" Target="slides/slide358.xml"/><Relationship Id="rId503" Type="http://schemas.openxmlformats.org/officeDocument/2006/relationships/slide" Target="slides/slide502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426" Type="http://schemas.openxmlformats.org/officeDocument/2006/relationships/slide" Target="slides/slide425.xml"/><Relationship Id="rId447" Type="http://schemas.openxmlformats.org/officeDocument/2006/relationships/slide" Target="slides/slide446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468" Type="http://schemas.openxmlformats.org/officeDocument/2006/relationships/slide" Target="slides/slide467.xml"/><Relationship Id="rId489" Type="http://schemas.openxmlformats.org/officeDocument/2006/relationships/slide" Target="slides/slide488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28" Type="http://schemas.openxmlformats.org/officeDocument/2006/relationships/slide" Target="slides/slide327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381" Type="http://schemas.openxmlformats.org/officeDocument/2006/relationships/slide" Target="slides/slide380.xml"/><Relationship Id="rId416" Type="http://schemas.openxmlformats.org/officeDocument/2006/relationships/slide" Target="slides/slide415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437" Type="http://schemas.openxmlformats.org/officeDocument/2006/relationships/slide" Target="slides/slide436.xml"/><Relationship Id="rId458" Type="http://schemas.openxmlformats.org/officeDocument/2006/relationships/slide" Target="slides/slide457.xml"/><Relationship Id="rId479" Type="http://schemas.openxmlformats.org/officeDocument/2006/relationships/slide" Target="slides/slide478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339" Type="http://schemas.openxmlformats.org/officeDocument/2006/relationships/slide" Target="slides/slide338.xml"/><Relationship Id="rId490" Type="http://schemas.openxmlformats.org/officeDocument/2006/relationships/slide" Target="slides/slide489.xml"/><Relationship Id="rId504" Type="http://schemas.openxmlformats.org/officeDocument/2006/relationships/slide" Target="slides/slide503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371" Type="http://schemas.openxmlformats.org/officeDocument/2006/relationships/slide" Target="slides/slide370.xml"/><Relationship Id="rId406" Type="http://schemas.openxmlformats.org/officeDocument/2006/relationships/slide" Target="slides/slide405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427" Type="http://schemas.openxmlformats.org/officeDocument/2006/relationships/slide" Target="slides/slide426.xml"/><Relationship Id="rId448" Type="http://schemas.openxmlformats.org/officeDocument/2006/relationships/slide" Target="slides/slide447.xml"/><Relationship Id="rId469" Type="http://schemas.openxmlformats.org/officeDocument/2006/relationships/slide" Target="slides/slide468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80" Type="http://schemas.openxmlformats.org/officeDocument/2006/relationships/slide" Target="slides/slide479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17" Type="http://schemas.openxmlformats.org/officeDocument/2006/relationships/slide" Target="slides/slide416.xml"/><Relationship Id="rId438" Type="http://schemas.openxmlformats.org/officeDocument/2006/relationships/slide" Target="slides/slide437.xml"/><Relationship Id="rId459" Type="http://schemas.openxmlformats.org/officeDocument/2006/relationships/slide" Target="slides/slide458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470" Type="http://schemas.openxmlformats.org/officeDocument/2006/relationships/slide" Target="slides/slide469.xml"/><Relationship Id="rId491" Type="http://schemas.openxmlformats.org/officeDocument/2006/relationships/slide" Target="slides/slide490.xml"/><Relationship Id="rId505" Type="http://schemas.openxmlformats.org/officeDocument/2006/relationships/slide" Target="slides/slide504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428" Type="http://schemas.openxmlformats.org/officeDocument/2006/relationships/slide" Target="slides/slide427.xml"/><Relationship Id="rId449" Type="http://schemas.openxmlformats.org/officeDocument/2006/relationships/slide" Target="slides/slide448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60" Type="http://schemas.openxmlformats.org/officeDocument/2006/relationships/slide" Target="slides/slide459.xml"/><Relationship Id="rId481" Type="http://schemas.openxmlformats.org/officeDocument/2006/relationships/slide" Target="slides/slide480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418" Type="http://schemas.openxmlformats.org/officeDocument/2006/relationships/slide" Target="slides/slide417.xml"/><Relationship Id="rId439" Type="http://schemas.openxmlformats.org/officeDocument/2006/relationships/slide" Target="slides/slide438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450" Type="http://schemas.openxmlformats.org/officeDocument/2006/relationships/slide" Target="slides/slide449.xml"/><Relationship Id="rId471" Type="http://schemas.openxmlformats.org/officeDocument/2006/relationships/slide" Target="slides/slide470.xml"/><Relationship Id="rId506" Type="http://schemas.openxmlformats.org/officeDocument/2006/relationships/slide" Target="slides/slide505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492" Type="http://schemas.openxmlformats.org/officeDocument/2006/relationships/slide" Target="slides/slide491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429" Type="http://schemas.openxmlformats.org/officeDocument/2006/relationships/slide" Target="slides/slide428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440" Type="http://schemas.openxmlformats.org/officeDocument/2006/relationships/slide" Target="slides/slide439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461" Type="http://schemas.openxmlformats.org/officeDocument/2006/relationships/slide" Target="slides/slide460.xml"/><Relationship Id="rId482" Type="http://schemas.openxmlformats.org/officeDocument/2006/relationships/slide" Target="slides/slide481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slide" Target="slides/slide383.xml"/><Relationship Id="rId419" Type="http://schemas.openxmlformats.org/officeDocument/2006/relationships/slide" Target="slides/slide418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430" Type="http://schemas.openxmlformats.org/officeDocument/2006/relationships/slide" Target="slides/slide429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451" Type="http://schemas.openxmlformats.org/officeDocument/2006/relationships/slide" Target="slides/slide450.xml"/><Relationship Id="rId472" Type="http://schemas.openxmlformats.org/officeDocument/2006/relationships/slide" Target="slides/slide471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420" Type="http://schemas.openxmlformats.org/officeDocument/2006/relationships/slide" Target="slides/slide419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41" Type="http://schemas.openxmlformats.org/officeDocument/2006/relationships/slide" Target="slides/slide440.xml"/><Relationship Id="rId462" Type="http://schemas.openxmlformats.org/officeDocument/2006/relationships/slide" Target="slides/slide461.xml"/><Relationship Id="rId483" Type="http://schemas.openxmlformats.org/officeDocument/2006/relationships/slide" Target="slides/slide482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31" Type="http://schemas.openxmlformats.org/officeDocument/2006/relationships/slide" Target="slides/slide430.xml"/><Relationship Id="rId452" Type="http://schemas.openxmlformats.org/officeDocument/2006/relationships/slide" Target="slides/slide451.xml"/><Relationship Id="rId473" Type="http://schemas.openxmlformats.org/officeDocument/2006/relationships/slide" Target="slides/slide472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slide" Target="slides/slide395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400" Type="http://schemas.openxmlformats.org/officeDocument/2006/relationships/slide" Target="slides/slide399.xml"/><Relationship Id="rId421" Type="http://schemas.openxmlformats.org/officeDocument/2006/relationships/slide" Target="slides/slide420.xml"/><Relationship Id="rId442" Type="http://schemas.openxmlformats.org/officeDocument/2006/relationships/slide" Target="slides/slide441.xml"/><Relationship Id="rId463" Type="http://schemas.openxmlformats.org/officeDocument/2006/relationships/slide" Target="slides/slide462.xml"/><Relationship Id="rId484" Type="http://schemas.openxmlformats.org/officeDocument/2006/relationships/slide" Target="slides/slide483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432" Type="http://schemas.openxmlformats.org/officeDocument/2006/relationships/slide" Target="slides/slide431.xml"/><Relationship Id="rId453" Type="http://schemas.openxmlformats.org/officeDocument/2006/relationships/slide" Target="slides/slide452.xml"/><Relationship Id="rId474" Type="http://schemas.openxmlformats.org/officeDocument/2006/relationships/slide" Target="slides/slide473.xml"/><Relationship Id="rId509" Type="http://schemas.openxmlformats.org/officeDocument/2006/relationships/notesMaster" Target="notesMasters/notesMaster1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495" Type="http://schemas.openxmlformats.org/officeDocument/2006/relationships/slide" Target="slides/slide494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slide" Target="slides/slide396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422" Type="http://schemas.openxmlformats.org/officeDocument/2006/relationships/slide" Target="slides/slide421.xml"/><Relationship Id="rId443" Type="http://schemas.openxmlformats.org/officeDocument/2006/relationships/slide" Target="slides/slide442.xml"/><Relationship Id="rId464" Type="http://schemas.openxmlformats.org/officeDocument/2006/relationships/slide" Target="slides/slide463.xml"/><Relationship Id="rId303" Type="http://schemas.openxmlformats.org/officeDocument/2006/relationships/slide" Target="slides/slide302.xml"/><Relationship Id="rId485" Type="http://schemas.openxmlformats.org/officeDocument/2006/relationships/slide" Target="slides/slide484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510" Type="http://schemas.openxmlformats.org/officeDocument/2006/relationships/presProps" Target="presProps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slide" Target="slides/slide411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454" Type="http://schemas.openxmlformats.org/officeDocument/2006/relationships/slide" Target="slides/slide453.xml"/><Relationship Id="rId496" Type="http://schemas.openxmlformats.org/officeDocument/2006/relationships/slide" Target="slides/slide495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434" Type="http://schemas.openxmlformats.org/officeDocument/2006/relationships/slide" Target="slides/slide433.xml"/><Relationship Id="rId476" Type="http://schemas.openxmlformats.org/officeDocument/2006/relationships/slide" Target="slides/slide475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501" Type="http://schemas.openxmlformats.org/officeDocument/2006/relationships/slide" Target="slides/slide500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403" Type="http://schemas.openxmlformats.org/officeDocument/2006/relationships/slide" Target="slides/slide402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487" Type="http://schemas.openxmlformats.org/officeDocument/2006/relationships/slide" Target="slides/slide486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512" Type="http://schemas.openxmlformats.org/officeDocument/2006/relationships/theme" Target="theme/theme1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414" Type="http://schemas.openxmlformats.org/officeDocument/2006/relationships/slide" Target="slides/slide413.xml"/><Relationship Id="rId456" Type="http://schemas.openxmlformats.org/officeDocument/2006/relationships/slide" Target="slides/slide455.xml"/><Relationship Id="rId498" Type="http://schemas.openxmlformats.org/officeDocument/2006/relationships/slide" Target="slides/slide49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467" Type="http://schemas.openxmlformats.org/officeDocument/2006/relationships/slide" Target="slides/slide466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36" Type="http://schemas.openxmlformats.org/officeDocument/2006/relationships/slide" Target="slides/slide43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005BE1F-7669-4022-8D50-8115A32E15FC}" type="datetimeFigureOut">
              <a:rPr lang="tr-TR" smtClean="0"/>
              <a:t>24.12.2023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9AC0638-78AE-41D6-9F5A-0F3CEA1F99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8814109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9AC0638-78AE-41D6-9F5A-0F3CEA1F9952}" type="slidenum">
              <a:rPr lang="tr-TR" smtClean="0"/>
              <a:t>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7248621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>
            <a:normAutofit/>
          </a:bodyPr>
          <a:lstStyle>
            <a:lvl1pPr algn="ctr">
              <a:defRPr lang="en-US" sz="4000" b="1" i="0" kern="1200" baseline="0" dirty="0">
                <a:solidFill>
                  <a:srgbClr val="8C0000"/>
                </a:solidFill>
                <a:latin typeface="Arial" panose="020B0604020202020204" pitchFamily="34" charset="0"/>
                <a:ea typeface="+mj-ea"/>
                <a:cs typeface="+mj-cs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lang="en-US" sz="2400" kern="1200" baseline="0" dirty="0">
                <a:solidFill>
                  <a:srgbClr val="002046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407963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84462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Ref idx="1003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lang="en-US" sz="3200" b="1" i="0" kern="1200" baseline="0" dirty="0">
                <a:solidFill>
                  <a:srgbClr val="8C0000"/>
                </a:solidFill>
                <a:latin typeface="Arial" panose="020B0604020202020204" pitchFamily="34" charset="0"/>
                <a:ea typeface="+mj-ea"/>
                <a:cs typeface="+mj-cs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228600" indent="-228600" algn="just">
              <a:buFont typeface="Wingdings" panose="05000000000000000000" pitchFamily="2" charset="2"/>
              <a:buChar char="§"/>
              <a:defRPr sz="2400" baseline="0">
                <a:solidFill>
                  <a:srgbClr val="002060"/>
                </a:solidFill>
                <a:latin typeface="Arial" panose="020B0604020202020204" pitchFamily="34" charset="0"/>
              </a:defRPr>
            </a:lvl1pPr>
            <a:lvl2pPr marL="685800" indent="-228600" algn="just">
              <a:buFont typeface="Wingdings" panose="05000000000000000000" pitchFamily="2" charset="2"/>
              <a:buChar char="§"/>
              <a:defRPr sz="2400" baseline="0">
                <a:solidFill>
                  <a:srgbClr val="002060"/>
                </a:solidFill>
                <a:latin typeface="Arial" panose="020B0604020202020204" pitchFamily="34" charset="0"/>
              </a:defRPr>
            </a:lvl2pPr>
            <a:lvl3pPr marL="1143000" indent="-228600">
              <a:buFont typeface="Wingdings" panose="05000000000000000000" pitchFamily="2" charset="2"/>
              <a:buChar char="§"/>
              <a:defRPr sz="2400" baseline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buFont typeface="Wingdings" panose="05000000000000000000" pitchFamily="2" charset="2"/>
              <a:buChar char="§"/>
              <a:defRPr sz="2000" baseline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buFont typeface="Wingdings" panose="05000000000000000000" pitchFamily="2" charset="2"/>
              <a:buChar char="§"/>
              <a:defRPr baseline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r>
              <a:rPr lang="tr-TR" dirty="0" smtClean="0"/>
              <a:t> 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56834" y="6356350"/>
            <a:ext cx="6928834" cy="365125"/>
          </a:xfrm>
        </p:spPr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2000" baseline="0"/>
            </a:lvl1pPr>
          </a:lstStyle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407963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757502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05852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232478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147119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801274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56865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978184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60284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26011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02741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0000" y="288000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8192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6" r:id="rId1"/>
    <p:sldLayoutId id="2147483937" r:id="rId2"/>
    <p:sldLayoutId id="2147483938" r:id="rId3"/>
    <p:sldLayoutId id="2147483939" r:id="rId4"/>
    <p:sldLayoutId id="2147483940" r:id="rId5"/>
    <p:sldLayoutId id="2147483941" r:id="rId6"/>
    <p:sldLayoutId id="2147483942" r:id="rId7"/>
    <p:sldLayoutId id="2147483943" r:id="rId8"/>
    <p:sldLayoutId id="2147483944" r:id="rId9"/>
    <p:sldLayoutId id="2147483945" r:id="rId10"/>
    <p:sldLayoutId id="2147483946" r:id="rId1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tr-TR" b="1" dirty="0" smtClean="0"/>
              <a:t>Bölüm 7: Ağaç</a:t>
            </a:r>
            <a:endParaRPr lang="tr-TR" b="1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tr-TR" sz="2800" b="1" dirty="0" smtClean="0"/>
              <a:t>Veri Yapıları</a:t>
            </a:r>
            <a:endParaRPr lang="tr-TR" sz="2800" b="1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11195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Ağaç</a:t>
            </a:r>
            <a:endParaRPr lang="tr-TR" dirty="0"/>
          </a:p>
        </p:txBody>
      </p:sp>
      <p:pic>
        <p:nvPicPr>
          <p:cNvPr id="7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colorTemperature colorTemp="8800"/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86274" y="1825625"/>
            <a:ext cx="5619452" cy="4679950"/>
          </a:xfrm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60201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</a:t>
            </a:r>
          </a:p>
        </p:txBody>
      </p:sp>
      <p:pic>
        <p:nvPicPr>
          <p:cNvPr id="7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76000" y="1802025"/>
            <a:ext cx="8640000" cy="45543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EAEAEA"/>
            </a:solidFill>
            <a:miter lim="800000"/>
          </a:ln>
          <a:effectLst>
            <a:reflection blurRad="12700" stA="33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69724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 smtClean="0"/>
              <a:t>Düğümler </a:t>
            </a:r>
            <a:r>
              <a:rPr lang="tr-TR" dirty="0"/>
              <a:t>arasında </a:t>
            </a:r>
            <a:r>
              <a:rPr lang="tr-TR" dirty="0" smtClean="0"/>
              <a:t>döngüler </a:t>
            </a:r>
            <a:r>
              <a:rPr lang="tr-TR" dirty="0"/>
              <a:t>bulunmaz</a:t>
            </a:r>
            <a:r>
              <a:rPr lang="tr-TR" dirty="0" smtClean="0"/>
              <a:t>.</a:t>
            </a:r>
          </a:p>
          <a:p>
            <a:pPr lvl="1"/>
            <a:r>
              <a:rPr lang="tr-TR" dirty="0"/>
              <a:t>Her düğüm, </a:t>
            </a:r>
            <a:r>
              <a:rPr lang="tr-TR" dirty="0" smtClean="0"/>
              <a:t>sadece bir tane üst </a:t>
            </a:r>
            <a:r>
              <a:rPr lang="tr-TR" dirty="0"/>
              <a:t>düğüme </a:t>
            </a:r>
            <a:r>
              <a:rPr lang="tr-TR" dirty="0" smtClean="0"/>
              <a:t>sahiptir</a:t>
            </a:r>
            <a:r>
              <a:rPr lang="tr-TR" dirty="0"/>
              <a:t>.</a:t>
            </a:r>
            <a:endParaRPr lang="tr-TR" dirty="0" smtClean="0"/>
          </a:p>
          <a:p>
            <a:r>
              <a:rPr lang="tr-TR" dirty="0" smtClean="0"/>
              <a:t>Kök </a:t>
            </a:r>
            <a:r>
              <a:rPr lang="tr-TR" dirty="0"/>
              <a:t>en üstte olacak şekilde ters çizilir</a:t>
            </a:r>
            <a:r>
              <a:rPr lang="tr-TR" dirty="0" smtClean="0"/>
              <a:t>.</a:t>
            </a:r>
          </a:p>
          <a:p>
            <a:pPr lvl="1"/>
            <a:r>
              <a:rPr lang="tr-TR" dirty="0"/>
              <a:t>Kök düğüm, ağacın en üst düğümünü temsil eder.</a:t>
            </a:r>
            <a:endParaRPr lang="tr-TR" dirty="0" smtClean="0"/>
          </a:p>
          <a:p>
            <a:r>
              <a:rPr lang="tr-TR" dirty="0" smtClean="0"/>
              <a:t>Hiyerarşik </a:t>
            </a:r>
            <a:r>
              <a:rPr lang="tr-TR" dirty="0"/>
              <a:t>düzenlemeleri temsil eder.</a:t>
            </a:r>
            <a:endParaRPr lang="tr-TR" dirty="0" smtClean="0"/>
          </a:p>
          <a:p>
            <a:pPr lvl="1"/>
            <a:r>
              <a:rPr lang="tr-TR" dirty="0" smtClean="0"/>
              <a:t>Düğümlerin alt düğümlerinin </a:t>
            </a:r>
            <a:r>
              <a:rPr lang="tr-TR" dirty="0"/>
              <a:t>sırası </a:t>
            </a:r>
            <a:r>
              <a:rPr lang="tr-TR" dirty="0" smtClean="0"/>
              <a:t>önemlidir.</a:t>
            </a:r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341577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5</a:t>
            </a:fld>
            <a:endParaRPr lang="en-US" dirty="0"/>
          </a:p>
        </p:txBody>
      </p:sp>
      <p:pic>
        <p:nvPicPr>
          <p:cNvPr id="1026" name="Picture 2" descr="North America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6000" y="2320001"/>
            <a:ext cx="8640000" cy="3856962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EAEAEA"/>
            </a:solidFill>
            <a:miter lim="800000"/>
          </a:ln>
          <a:effectLst>
            <a:reflection blurRad="12700" stA="33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1444248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</a:t>
            </a:r>
          </a:p>
        </p:txBody>
      </p:sp>
      <p:pic>
        <p:nvPicPr>
          <p:cNvPr id="7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76000" y="2129081"/>
            <a:ext cx="8640000" cy="4019732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EAEAEA"/>
            </a:solidFill>
            <a:miter lim="800000"/>
          </a:ln>
          <a:effectLst>
            <a:reflection blurRad="12700" stA="33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5697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Ağaç 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b="1" dirty="0"/>
              <a:t>Doğrusal olmayan</a:t>
            </a:r>
            <a:r>
              <a:rPr lang="tr-TR" dirty="0"/>
              <a:t> bir veri yapısıdır.</a:t>
            </a:r>
          </a:p>
          <a:p>
            <a:r>
              <a:rPr lang="tr-TR" dirty="0" smtClean="0"/>
              <a:t>Verileri </a:t>
            </a:r>
            <a:r>
              <a:rPr lang="tr-TR" b="1" dirty="0"/>
              <a:t>hiyerarşik</a:t>
            </a:r>
            <a:r>
              <a:rPr lang="tr-TR" dirty="0"/>
              <a:t> </a:t>
            </a:r>
            <a:r>
              <a:rPr lang="tr-TR" dirty="0" smtClean="0"/>
              <a:t>ve düzenli bir </a:t>
            </a:r>
            <a:r>
              <a:rPr lang="tr-TR" dirty="0"/>
              <a:t>şekilde </a:t>
            </a:r>
            <a:r>
              <a:rPr lang="tr-TR" dirty="0" smtClean="0"/>
              <a:t>saklar.</a:t>
            </a:r>
          </a:p>
          <a:p>
            <a:r>
              <a:rPr lang="tr-TR" b="1" dirty="0" smtClean="0"/>
              <a:t>Düğümler</a:t>
            </a:r>
            <a:r>
              <a:rPr lang="tr-TR" dirty="0" smtClean="0"/>
              <a:t> </a:t>
            </a:r>
            <a:r>
              <a:rPr lang="tr-TR" dirty="0"/>
              <a:t>(</a:t>
            </a:r>
            <a:r>
              <a:rPr lang="tr-TR" dirty="0" err="1"/>
              <a:t>nodes</a:t>
            </a:r>
            <a:r>
              <a:rPr lang="tr-TR" dirty="0"/>
              <a:t>) ve </a:t>
            </a:r>
            <a:r>
              <a:rPr lang="tr-TR" b="1" dirty="0"/>
              <a:t>kenarlar </a:t>
            </a:r>
            <a:r>
              <a:rPr lang="tr-TR" dirty="0"/>
              <a:t>(</a:t>
            </a:r>
            <a:r>
              <a:rPr lang="tr-TR" dirty="0" err="1"/>
              <a:t>edges</a:t>
            </a:r>
            <a:r>
              <a:rPr lang="tr-TR" dirty="0"/>
              <a:t>) </a:t>
            </a:r>
            <a:r>
              <a:rPr lang="tr-TR" dirty="0" smtClean="0"/>
              <a:t>‘dan oluşur.</a:t>
            </a:r>
            <a:endParaRPr lang="tr-TR" dirty="0"/>
          </a:p>
          <a:p>
            <a:r>
              <a:rPr lang="tr-TR" b="1" dirty="0"/>
              <a:t>Kök</a:t>
            </a:r>
            <a:r>
              <a:rPr lang="tr-TR" dirty="0"/>
              <a:t> düğüm, </a:t>
            </a:r>
            <a:r>
              <a:rPr lang="tr-TR" b="1" dirty="0"/>
              <a:t>yaprak </a:t>
            </a:r>
            <a:r>
              <a:rPr lang="tr-TR" dirty="0"/>
              <a:t>düğümler ve </a:t>
            </a:r>
            <a:r>
              <a:rPr lang="tr-TR" b="1" dirty="0"/>
              <a:t>iç </a:t>
            </a:r>
            <a:r>
              <a:rPr lang="tr-TR" dirty="0"/>
              <a:t>düğümler, temel ağaç öğeleridir</a:t>
            </a:r>
            <a:r>
              <a:rPr lang="tr-TR" dirty="0" smtClean="0"/>
              <a:t>.</a:t>
            </a:r>
          </a:p>
          <a:p>
            <a:r>
              <a:rPr lang="tr-TR" dirty="0"/>
              <a:t>Ağaç, bir adet kök (</a:t>
            </a:r>
            <a:r>
              <a:rPr lang="tr-TR" dirty="0" err="1"/>
              <a:t>root</a:t>
            </a:r>
            <a:r>
              <a:rPr lang="tr-TR" dirty="0"/>
              <a:t>) düğüm içerir ve ondan dallanır.</a:t>
            </a:r>
          </a:p>
          <a:p>
            <a:r>
              <a:rPr lang="tr-TR" dirty="0" smtClean="0"/>
              <a:t>Her </a:t>
            </a:r>
            <a:r>
              <a:rPr lang="tr-TR" dirty="0"/>
              <a:t>düğüm, bir veya daha fazla alt düğüme sahip olabilir.</a:t>
            </a:r>
          </a:p>
          <a:p>
            <a:r>
              <a:rPr lang="tr-TR" dirty="0" smtClean="0"/>
              <a:t>Her düğüm, bir üst düğümün (</a:t>
            </a:r>
            <a:r>
              <a:rPr lang="tr-TR" b="1" dirty="0" smtClean="0"/>
              <a:t>ata</a:t>
            </a:r>
            <a:r>
              <a:rPr lang="tr-TR" dirty="0" smtClean="0"/>
              <a:t>) altında yer alabilir.</a:t>
            </a:r>
          </a:p>
          <a:p>
            <a:r>
              <a:rPr lang="tr-TR" dirty="0" smtClean="0"/>
              <a:t>Sıralama </a:t>
            </a:r>
            <a:r>
              <a:rPr lang="tr-TR" dirty="0"/>
              <a:t>ve </a:t>
            </a:r>
            <a:r>
              <a:rPr lang="tr-TR" dirty="0" smtClean="0"/>
              <a:t>arama işlemleri hızlıdır.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23241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Ağaç mı?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3074" name="Picture 2" descr="freetree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6000" y="1503603"/>
            <a:ext cx="4320000" cy="467336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EAEAEA"/>
            </a:solidFill>
            <a:miter lim="800000"/>
          </a:ln>
          <a:effectLst>
            <a:reflection blurRad="12700" stA="33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3211354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Ağaçların Temel Unsurları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b="1" dirty="0"/>
              <a:t>Kök Düğüm </a:t>
            </a:r>
            <a:r>
              <a:rPr lang="tr-TR" dirty="0"/>
              <a:t>(</a:t>
            </a:r>
            <a:r>
              <a:rPr lang="tr-TR" dirty="0" err="1"/>
              <a:t>Root</a:t>
            </a:r>
            <a:r>
              <a:rPr lang="tr-TR" dirty="0"/>
              <a:t> </a:t>
            </a:r>
            <a:r>
              <a:rPr lang="tr-TR" dirty="0" err="1"/>
              <a:t>Node</a:t>
            </a:r>
            <a:r>
              <a:rPr lang="tr-TR" dirty="0"/>
              <a:t>)</a:t>
            </a:r>
          </a:p>
          <a:p>
            <a:pPr lvl="1"/>
            <a:r>
              <a:rPr lang="tr-TR" dirty="0"/>
              <a:t>Ağacın en üst düğümüdür.</a:t>
            </a:r>
          </a:p>
          <a:p>
            <a:pPr lvl="1"/>
            <a:r>
              <a:rPr lang="tr-TR" dirty="0"/>
              <a:t>Hiçbir üst düğüme sahip değildir.</a:t>
            </a:r>
          </a:p>
          <a:p>
            <a:r>
              <a:rPr lang="tr-TR" b="1" dirty="0"/>
              <a:t>Yaprak Düğüm </a:t>
            </a:r>
            <a:r>
              <a:rPr lang="tr-TR" dirty="0"/>
              <a:t>(</a:t>
            </a:r>
            <a:r>
              <a:rPr lang="tr-TR" dirty="0" err="1"/>
              <a:t>Leaf</a:t>
            </a:r>
            <a:r>
              <a:rPr lang="tr-TR" dirty="0"/>
              <a:t> </a:t>
            </a:r>
            <a:r>
              <a:rPr lang="tr-TR" dirty="0" err="1"/>
              <a:t>Node</a:t>
            </a:r>
            <a:r>
              <a:rPr lang="tr-TR" dirty="0"/>
              <a:t>)</a:t>
            </a:r>
          </a:p>
          <a:p>
            <a:pPr lvl="1"/>
            <a:r>
              <a:rPr lang="tr-TR" dirty="0"/>
              <a:t>Hiçbir alt düğüme sahip </a:t>
            </a:r>
            <a:r>
              <a:rPr lang="tr-TR" dirty="0" smtClean="0"/>
              <a:t>değildir.</a:t>
            </a:r>
            <a:endParaRPr lang="tr-TR" dirty="0"/>
          </a:p>
          <a:p>
            <a:r>
              <a:rPr lang="tr-TR" b="1" dirty="0"/>
              <a:t>İç </a:t>
            </a:r>
            <a:r>
              <a:rPr lang="tr-TR" b="1" dirty="0" smtClean="0"/>
              <a:t>Düğüm </a:t>
            </a:r>
            <a:r>
              <a:rPr lang="tr-TR" dirty="0" smtClean="0"/>
              <a:t>(</a:t>
            </a:r>
            <a:r>
              <a:rPr lang="tr-TR" dirty="0" err="1" smtClean="0"/>
              <a:t>Internal</a:t>
            </a:r>
            <a:r>
              <a:rPr lang="tr-TR" dirty="0" smtClean="0"/>
              <a:t> </a:t>
            </a:r>
            <a:r>
              <a:rPr lang="tr-TR" dirty="0" err="1" smtClean="0"/>
              <a:t>Node</a:t>
            </a:r>
            <a:r>
              <a:rPr lang="tr-TR" dirty="0"/>
              <a:t>)</a:t>
            </a:r>
            <a:endParaRPr lang="tr-TR" b="1" dirty="0"/>
          </a:p>
          <a:p>
            <a:pPr lvl="1"/>
            <a:r>
              <a:rPr lang="tr-TR" dirty="0"/>
              <a:t>Hem üst hem </a:t>
            </a:r>
            <a:r>
              <a:rPr lang="tr-TR" dirty="0" smtClean="0"/>
              <a:t>alt </a:t>
            </a:r>
            <a:r>
              <a:rPr lang="tr-TR" dirty="0"/>
              <a:t>düğümlere </a:t>
            </a:r>
            <a:r>
              <a:rPr lang="tr-TR" dirty="0" smtClean="0"/>
              <a:t>sahiptir.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9</a:t>
            </a:fld>
            <a:endParaRPr lang="en-US" dirty="0"/>
          </a:p>
        </p:txBody>
      </p:sp>
      <p:grpSp>
        <p:nvGrpSpPr>
          <p:cNvPr id="7" name="Grup 95"/>
          <p:cNvGrpSpPr/>
          <p:nvPr/>
        </p:nvGrpSpPr>
        <p:grpSpPr>
          <a:xfrm>
            <a:off x="6315942" y="2218696"/>
            <a:ext cx="5281647" cy="3517889"/>
            <a:chOff x="5926059" y="1877854"/>
            <a:chExt cx="5281647" cy="3517889"/>
          </a:xfrm>
        </p:grpSpPr>
        <p:grpSp>
          <p:nvGrpSpPr>
            <p:cNvPr id="8" name="Grup 92"/>
            <p:cNvGrpSpPr/>
            <p:nvPr/>
          </p:nvGrpSpPr>
          <p:grpSpPr>
            <a:xfrm>
              <a:off x="7429206" y="1877854"/>
              <a:ext cx="3778500" cy="3283200"/>
              <a:chOff x="7429206" y="1877854"/>
              <a:chExt cx="3778500" cy="3283200"/>
            </a:xfrm>
          </p:grpSpPr>
          <p:grpSp>
            <p:nvGrpSpPr>
              <p:cNvPr id="11" name="Grup 85"/>
              <p:cNvGrpSpPr/>
              <p:nvPr/>
            </p:nvGrpSpPr>
            <p:grpSpPr>
              <a:xfrm>
                <a:off x="7429206" y="1877854"/>
                <a:ext cx="3778500" cy="3283200"/>
                <a:chOff x="7443720" y="1447800"/>
                <a:chExt cx="3778500" cy="3283200"/>
              </a:xfrm>
            </p:grpSpPr>
            <p:sp>
              <p:nvSpPr>
                <p:cNvPr id="14" name="Oval 13"/>
                <p:cNvSpPr/>
                <p:nvPr/>
              </p:nvSpPr>
              <p:spPr>
                <a:xfrm>
                  <a:off x="9067800" y="14478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 smtClean="0">
                      <a:solidFill>
                        <a:schemeClr val="tx1"/>
                      </a:solidFill>
                    </a:rPr>
                    <a:t>1</a:t>
                  </a:r>
                  <a:endParaRPr lang="tr-TR" sz="20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5" name="Oval 14"/>
                <p:cNvSpPr/>
                <p:nvPr/>
              </p:nvSpPr>
              <p:spPr>
                <a:xfrm>
                  <a:off x="9067800" y="28194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>
                      <a:solidFill>
                        <a:schemeClr val="tx1"/>
                      </a:solidFill>
                    </a:rPr>
                    <a:t>9</a:t>
                  </a:r>
                </a:p>
              </p:txBody>
            </p:sp>
            <p:sp>
              <p:nvSpPr>
                <p:cNvPr id="16" name="Oval 15"/>
                <p:cNvSpPr/>
                <p:nvPr/>
              </p:nvSpPr>
              <p:spPr>
                <a:xfrm>
                  <a:off x="8023225" y="28194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 smtClean="0">
                      <a:solidFill>
                        <a:schemeClr val="tx1"/>
                      </a:solidFill>
                    </a:rPr>
                    <a:t>2</a:t>
                  </a:r>
                  <a:endParaRPr lang="tr-TR" sz="20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7" name="Oval 16"/>
                <p:cNvSpPr/>
                <p:nvPr/>
              </p:nvSpPr>
              <p:spPr>
                <a:xfrm>
                  <a:off x="10112375" y="28194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 smtClean="0">
                      <a:solidFill>
                        <a:schemeClr val="tx1"/>
                      </a:solidFill>
                    </a:rPr>
                    <a:t>3</a:t>
                  </a:r>
                  <a:endParaRPr lang="tr-TR" sz="20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8" name="Oval 17"/>
                <p:cNvSpPr/>
                <p:nvPr/>
              </p:nvSpPr>
              <p:spPr>
                <a:xfrm>
                  <a:off x="7443720" y="41910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 smtClean="0">
                      <a:solidFill>
                        <a:schemeClr val="tx1"/>
                      </a:solidFill>
                    </a:rPr>
                    <a:t>4</a:t>
                  </a:r>
                  <a:endParaRPr lang="tr-TR" sz="20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9" name="Oval 18"/>
                <p:cNvSpPr/>
                <p:nvPr/>
              </p:nvSpPr>
              <p:spPr>
                <a:xfrm>
                  <a:off x="10682220" y="41910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>
                      <a:solidFill>
                        <a:schemeClr val="tx1"/>
                      </a:solidFill>
                    </a:rPr>
                    <a:t>7</a:t>
                  </a:r>
                </a:p>
              </p:txBody>
            </p:sp>
            <p:sp>
              <p:nvSpPr>
                <p:cNvPr id="20" name="Oval 19"/>
                <p:cNvSpPr/>
                <p:nvPr/>
              </p:nvSpPr>
              <p:spPr>
                <a:xfrm>
                  <a:off x="9602720" y="41910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>
                      <a:solidFill>
                        <a:schemeClr val="tx1"/>
                      </a:solidFill>
                    </a:rPr>
                    <a:t>6</a:t>
                  </a:r>
                </a:p>
              </p:txBody>
            </p:sp>
            <p:sp>
              <p:nvSpPr>
                <p:cNvPr id="21" name="Oval 20"/>
                <p:cNvSpPr/>
                <p:nvPr/>
              </p:nvSpPr>
              <p:spPr>
                <a:xfrm>
                  <a:off x="8523220" y="4191000"/>
                  <a:ext cx="540000" cy="540000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tr-TR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tr-TR" sz="2000" dirty="0" smtClean="0">
                      <a:solidFill>
                        <a:schemeClr val="tx1"/>
                      </a:solidFill>
                    </a:rPr>
                    <a:t>5</a:t>
                  </a:r>
                  <a:endParaRPr lang="tr-TR" sz="2000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2" name="Düz Ok Bağlayıcısı 6"/>
                <p:cNvCxnSpPr>
                  <a:stCxn id="14" idx="3"/>
                  <a:endCxn id="16" idx="0"/>
                </p:cNvCxnSpPr>
                <p:nvPr/>
              </p:nvCxnSpPr>
              <p:spPr>
                <a:xfrm flipH="1">
                  <a:off x="8293225" y="1908719"/>
                  <a:ext cx="853656" cy="910681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tailEnd type="triangle" w="lg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" name="Düz Ok Bağlayıcısı 8"/>
                <p:cNvCxnSpPr>
                  <a:stCxn id="14" idx="4"/>
                  <a:endCxn id="15" idx="0"/>
                </p:cNvCxnSpPr>
                <p:nvPr/>
              </p:nvCxnSpPr>
              <p:spPr>
                <a:xfrm>
                  <a:off x="9337800" y="1987800"/>
                  <a:ext cx="0" cy="831600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tailEnd type="triangle" w="lg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" name="Düz Ok Bağlayıcısı 10"/>
                <p:cNvCxnSpPr>
                  <a:stCxn id="14" idx="5"/>
                  <a:endCxn id="17" idx="0"/>
                </p:cNvCxnSpPr>
                <p:nvPr/>
              </p:nvCxnSpPr>
              <p:spPr>
                <a:xfrm>
                  <a:off x="9528719" y="1908719"/>
                  <a:ext cx="853656" cy="910681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tailEnd type="triangle" w="lg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" name="Düz Ok Bağlayıcısı 12"/>
                <p:cNvCxnSpPr>
                  <a:stCxn id="16" idx="3"/>
                  <a:endCxn id="18" idx="0"/>
                </p:cNvCxnSpPr>
                <p:nvPr/>
              </p:nvCxnSpPr>
              <p:spPr>
                <a:xfrm flipH="1">
                  <a:off x="7713720" y="3280319"/>
                  <a:ext cx="388586" cy="910681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tailEnd type="triangle" w="lg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Düz Ok Bağlayıcısı 72"/>
                <p:cNvCxnSpPr>
                  <a:stCxn id="16" idx="5"/>
                  <a:endCxn id="21" idx="0"/>
                </p:cNvCxnSpPr>
                <p:nvPr/>
              </p:nvCxnSpPr>
              <p:spPr>
                <a:xfrm>
                  <a:off x="8484144" y="3280319"/>
                  <a:ext cx="309076" cy="910681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tailEnd type="triangle" w="lg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Düz Ok Bağlayıcısı 74"/>
                <p:cNvCxnSpPr>
                  <a:stCxn id="17" idx="3"/>
                  <a:endCxn id="20" idx="0"/>
                </p:cNvCxnSpPr>
                <p:nvPr/>
              </p:nvCxnSpPr>
              <p:spPr>
                <a:xfrm flipH="1">
                  <a:off x="9872720" y="3280319"/>
                  <a:ext cx="318736" cy="910681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tailEnd type="triangle" w="lg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Düz Ok Bağlayıcısı 76"/>
                <p:cNvCxnSpPr>
                  <a:stCxn id="17" idx="5"/>
                  <a:endCxn id="19" idx="0"/>
                </p:cNvCxnSpPr>
                <p:nvPr/>
              </p:nvCxnSpPr>
              <p:spPr>
                <a:xfrm>
                  <a:off x="10573294" y="3280319"/>
                  <a:ext cx="378926" cy="910681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tailEnd type="triangle" w="lg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" name="Metin kutusu 86"/>
              <p:cNvSpPr txBox="1"/>
              <p:nvPr/>
            </p:nvSpPr>
            <p:spPr>
              <a:xfrm>
                <a:off x="7895304" y="1947799"/>
                <a:ext cx="56214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tr-T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tr-TR" sz="2000" b="1" dirty="0"/>
                  <a:t>k</a:t>
                </a:r>
                <a:r>
                  <a:rPr lang="tr-TR" sz="2000" b="1" dirty="0" smtClean="0"/>
                  <a:t>ök</a:t>
                </a:r>
                <a:endParaRPr lang="tr-TR" sz="2000" b="1" dirty="0"/>
              </a:p>
            </p:txBody>
          </p:sp>
          <p:cxnSp>
            <p:nvCxnSpPr>
              <p:cNvPr id="13" name="Düz Ok Bağlayıcısı 87"/>
              <p:cNvCxnSpPr/>
              <p:nvPr/>
            </p:nvCxnSpPr>
            <p:spPr>
              <a:xfrm>
                <a:off x="8455106" y="2152448"/>
                <a:ext cx="514722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Metin kutusu 93"/>
            <p:cNvSpPr txBox="1"/>
            <p:nvPr/>
          </p:nvSpPr>
          <p:spPr>
            <a:xfrm>
              <a:off x="5926059" y="4687857"/>
              <a:ext cx="902876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tr-T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tr-TR" sz="2000" b="1" dirty="0" smtClean="0"/>
                <a:t>yaprak</a:t>
              </a:r>
            </a:p>
            <a:p>
              <a:pPr algn="ctr"/>
              <a:r>
                <a:rPr lang="tr-TR" sz="2000" dirty="0" smtClean="0"/>
                <a:t>(leaf)</a:t>
              </a:r>
              <a:endParaRPr lang="tr-TR" sz="2000" dirty="0"/>
            </a:p>
          </p:txBody>
        </p:sp>
        <p:cxnSp>
          <p:nvCxnSpPr>
            <p:cNvPr id="10" name="Düz Ok Bağlayıcısı 94"/>
            <p:cNvCxnSpPr/>
            <p:nvPr/>
          </p:nvCxnSpPr>
          <p:spPr>
            <a:xfrm>
              <a:off x="6822801" y="4892506"/>
              <a:ext cx="514722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00168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Temel Ağaç Türleri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b="1" dirty="0" smtClean="0"/>
              <a:t>k-</a:t>
            </a:r>
            <a:r>
              <a:rPr lang="tr-TR" b="1" dirty="0" err="1" smtClean="0"/>
              <a:t>ary</a:t>
            </a:r>
            <a:r>
              <a:rPr lang="tr-TR" b="1" dirty="0" smtClean="0"/>
              <a:t> Ağaç</a:t>
            </a:r>
            <a:r>
              <a:rPr lang="tr-TR" dirty="0" smtClean="0"/>
              <a:t> Her düğüm </a:t>
            </a:r>
            <a:r>
              <a:rPr lang="tr-TR" dirty="0"/>
              <a:t>en fazla k çocuğa </a:t>
            </a:r>
            <a:r>
              <a:rPr lang="tr-TR" dirty="0" smtClean="0"/>
              <a:t>sahiptir.</a:t>
            </a:r>
          </a:p>
          <a:p>
            <a:r>
              <a:rPr lang="tr-TR" b="1" dirty="0"/>
              <a:t>İkili Ağaç </a:t>
            </a:r>
            <a:r>
              <a:rPr lang="tr-TR" dirty="0" smtClean="0"/>
              <a:t>Her </a:t>
            </a:r>
            <a:r>
              <a:rPr lang="tr-TR" dirty="0"/>
              <a:t>düğüm en fazla iki çocuk düğüme sahiptir.</a:t>
            </a:r>
          </a:p>
          <a:p>
            <a:r>
              <a:rPr lang="tr-TR" b="1" dirty="0" smtClean="0"/>
              <a:t>Arama Ağacı</a:t>
            </a:r>
            <a:r>
              <a:rPr lang="tr-TR" dirty="0" smtClean="0"/>
              <a:t> Her </a:t>
            </a:r>
            <a:r>
              <a:rPr lang="tr-TR" dirty="0"/>
              <a:t>düğümün bir anahtar değeri </a:t>
            </a:r>
            <a:r>
              <a:rPr lang="tr-TR" dirty="0" smtClean="0"/>
              <a:t>vardır, ve </a:t>
            </a:r>
            <a:r>
              <a:rPr lang="tr-TR" dirty="0"/>
              <a:t>bu anahtar </a:t>
            </a:r>
            <a:r>
              <a:rPr lang="tr-TR" dirty="0" smtClean="0"/>
              <a:t>değerine göre sıralıdır.</a:t>
            </a:r>
          </a:p>
          <a:p>
            <a:r>
              <a:rPr lang="tr-TR" b="1" dirty="0"/>
              <a:t>İkili Arama Ağacı </a:t>
            </a:r>
            <a:r>
              <a:rPr lang="tr-TR" dirty="0" smtClean="0"/>
              <a:t>Her </a:t>
            </a:r>
            <a:r>
              <a:rPr lang="tr-TR" dirty="0"/>
              <a:t>düğüm en fazla 2 çocuğa sahiptir, ve anahtar değerlerine göre sıralıdır.</a:t>
            </a:r>
          </a:p>
          <a:p>
            <a:r>
              <a:rPr lang="tr-TR" b="1" dirty="0"/>
              <a:t>Kırmızı-siyah </a:t>
            </a:r>
            <a:r>
              <a:rPr lang="tr-TR" b="1" dirty="0" smtClean="0"/>
              <a:t>Ağaç</a:t>
            </a:r>
            <a:r>
              <a:rPr lang="tr-TR" dirty="0" smtClean="0"/>
              <a:t> İkili </a:t>
            </a:r>
            <a:r>
              <a:rPr lang="tr-TR" dirty="0"/>
              <a:t>arama ağaçlarının performansını artırmak için </a:t>
            </a:r>
            <a:r>
              <a:rPr lang="tr-TR" dirty="0" smtClean="0"/>
              <a:t>ağacın yüksekliğini kullanarak </a:t>
            </a:r>
            <a:r>
              <a:rPr lang="tr-TR" dirty="0"/>
              <a:t>dengeleme teknikleri </a:t>
            </a:r>
            <a:r>
              <a:rPr lang="tr-TR" dirty="0" smtClean="0"/>
              <a:t>uygular.</a:t>
            </a:r>
          </a:p>
          <a:p>
            <a:r>
              <a:rPr lang="tr-TR" b="1" dirty="0" err="1"/>
              <a:t>Splay</a:t>
            </a:r>
            <a:r>
              <a:rPr lang="tr-TR" b="1" dirty="0"/>
              <a:t> </a:t>
            </a:r>
            <a:r>
              <a:rPr lang="tr-TR" b="1" dirty="0" smtClean="0"/>
              <a:t>Ağaç</a:t>
            </a:r>
            <a:r>
              <a:rPr lang="tr-TR" dirty="0" smtClean="0"/>
              <a:t> Sık </a:t>
            </a:r>
            <a:r>
              <a:rPr lang="tr-TR" dirty="0"/>
              <a:t>erişilen düğümleri kökte tutmayı </a:t>
            </a:r>
            <a:r>
              <a:rPr lang="tr-TR" dirty="0" smtClean="0"/>
              <a:t>amaçlar.</a:t>
            </a:r>
          </a:p>
          <a:p>
            <a:r>
              <a:rPr lang="tr-TR" b="1" dirty="0"/>
              <a:t>(</a:t>
            </a:r>
            <a:r>
              <a:rPr lang="tr-TR" b="1" dirty="0" err="1"/>
              <a:t>a,b</a:t>
            </a:r>
            <a:r>
              <a:rPr lang="tr-TR" b="1" dirty="0"/>
              <a:t>) </a:t>
            </a:r>
            <a:r>
              <a:rPr lang="tr-TR" b="1" dirty="0" smtClean="0"/>
              <a:t>Ağaç</a:t>
            </a:r>
            <a:r>
              <a:rPr lang="tr-TR" dirty="0" smtClean="0"/>
              <a:t> , Her </a:t>
            </a:r>
            <a:r>
              <a:rPr lang="tr-TR" dirty="0"/>
              <a:t>iç </a:t>
            </a:r>
            <a:r>
              <a:rPr lang="tr-TR" dirty="0" smtClean="0"/>
              <a:t>düğüm, </a:t>
            </a:r>
            <a:r>
              <a:rPr lang="tr-TR" dirty="0"/>
              <a:t>a ile b arasında </a:t>
            </a:r>
            <a:r>
              <a:rPr lang="tr-TR" dirty="0" smtClean="0"/>
              <a:t>çocuk düğüme sahiptir.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1439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 İlişkileri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tr-TR" b="1" dirty="0" smtClean="0"/>
              <a:t>Ata Düğüm </a:t>
            </a:r>
            <a:r>
              <a:rPr lang="tr-TR" dirty="0"/>
              <a:t>(</a:t>
            </a:r>
            <a:r>
              <a:rPr lang="tr-TR" dirty="0" err="1"/>
              <a:t>Parent</a:t>
            </a:r>
            <a:r>
              <a:rPr lang="tr-TR" dirty="0"/>
              <a:t> </a:t>
            </a:r>
            <a:r>
              <a:rPr lang="tr-TR" dirty="0" err="1"/>
              <a:t>Node</a:t>
            </a:r>
            <a:r>
              <a:rPr lang="tr-TR" dirty="0"/>
              <a:t>)</a:t>
            </a:r>
          </a:p>
          <a:p>
            <a:pPr lvl="1"/>
            <a:r>
              <a:rPr lang="tr-TR" dirty="0"/>
              <a:t>Bir düğümün üstünde bulunan düğümdür.</a:t>
            </a:r>
          </a:p>
          <a:p>
            <a:pPr lvl="1"/>
            <a:r>
              <a:rPr lang="tr-TR" dirty="0"/>
              <a:t>Her düğümün yalnızca bir </a:t>
            </a:r>
            <a:r>
              <a:rPr lang="tr-TR" dirty="0" smtClean="0"/>
              <a:t>atası vardır </a:t>
            </a:r>
            <a:r>
              <a:rPr lang="tr-TR" dirty="0"/>
              <a:t>(kök </a:t>
            </a:r>
            <a:r>
              <a:rPr lang="tr-TR" dirty="0" smtClean="0"/>
              <a:t>düğüm hariç).</a:t>
            </a:r>
            <a:endParaRPr lang="tr-TR" dirty="0"/>
          </a:p>
          <a:p>
            <a:r>
              <a:rPr lang="tr-TR" b="1" dirty="0" smtClean="0"/>
              <a:t>Çocuk </a:t>
            </a:r>
            <a:r>
              <a:rPr lang="tr-TR" b="1" dirty="0"/>
              <a:t>Düğüm </a:t>
            </a:r>
            <a:r>
              <a:rPr lang="tr-TR" dirty="0"/>
              <a:t>(Child </a:t>
            </a:r>
            <a:r>
              <a:rPr lang="tr-TR" dirty="0" err="1"/>
              <a:t>Node</a:t>
            </a:r>
            <a:r>
              <a:rPr lang="tr-TR" dirty="0"/>
              <a:t>)</a:t>
            </a:r>
          </a:p>
          <a:p>
            <a:pPr lvl="1"/>
            <a:r>
              <a:rPr lang="tr-TR" dirty="0"/>
              <a:t>Bir düğümün altında bulunan düğümlerdir.</a:t>
            </a:r>
          </a:p>
          <a:p>
            <a:pPr lvl="1"/>
            <a:r>
              <a:rPr lang="tr-TR" dirty="0"/>
              <a:t>Her düğümün birden fazla çocuğu olabilir.</a:t>
            </a:r>
          </a:p>
          <a:p>
            <a:r>
              <a:rPr lang="tr-TR" b="1" dirty="0" smtClean="0"/>
              <a:t>Kardeş </a:t>
            </a:r>
            <a:r>
              <a:rPr lang="tr-TR" b="1" dirty="0"/>
              <a:t>Düğüm </a:t>
            </a:r>
            <a:r>
              <a:rPr lang="tr-TR" dirty="0"/>
              <a:t>(</a:t>
            </a:r>
            <a:r>
              <a:rPr lang="tr-TR" dirty="0" err="1"/>
              <a:t>Sibling</a:t>
            </a:r>
            <a:r>
              <a:rPr lang="tr-TR" dirty="0"/>
              <a:t> </a:t>
            </a:r>
            <a:r>
              <a:rPr lang="tr-TR" dirty="0" err="1"/>
              <a:t>Node</a:t>
            </a:r>
            <a:r>
              <a:rPr lang="tr-TR" dirty="0"/>
              <a:t>)</a:t>
            </a:r>
          </a:p>
          <a:p>
            <a:pPr lvl="1"/>
            <a:r>
              <a:rPr lang="tr-TR" dirty="0" smtClean="0"/>
              <a:t>Ata düğümü aynı olan düğümler </a:t>
            </a:r>
            <a:r>
              <a:rPr lang="tr-TR" dirty="0"/>
              <a:t>kardeştir.</a:t>
            </a:r>
          </a:p>
          <a:p>
            <a:pPr lvl="1"/>
            <a:r>
              <a:rPr lang="tr-TR" dirty="0"/>
              <a:t>Yani, aynı düzeydeki düğümler kardeştir</a:t>
            </a:r>
            <a:r>
              <a:rPr lang="tr-TR" dirty="0" smtClean="0"/>
              <a:t>.</a:t>
            </a:r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0385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 İlişkileri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12</a:t>
            </a:fld>
            <a:endParaRPr lang="en-US" dirty="0"/>
          </a:p>
        </p:txBody>
      </p:sp>
      <p:grpSp>
        <p:nvGrpSpPr>
          <p:cNvPr id="7" name="Grup 99"/>
          <p:cNvGrpSpPr/>
          <p:nvPr/>
        </p:nvGrpSpPr>
        <p:grpSpPr>
          <a:xfrm>
            <a:off x="3475508" y="2153570"/>
            <a:ext cx="5240984" cy="3695447"/>
            <a:chOff x="6782745" y="1483124"/>
            <a:chExt cx="5240984" cy="3695447"/>
          </a:xfrm>
        </p:grpSpPr>
        <p:cxnSp>
          <p:nvCxnSpPr>
            <p:cNvPr id="8" name="Düz Bağlayıcı 81"/>
            <p:cNvCxnSpPr/>
            <p:nvPr/>
          </p:nvCxnSpPr>
          <p:spPr>
            <a:xfrm>
              <a:off x="6787244" y="20578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84"/>
            <p:cNvCxnSpPr/>
            <p:nvPr/>
          </p:nvCxnSpPr>
          <p:spPr>
            <a:xfrm>
              <a:off x="6793385" y="29976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85"/>
            <p:cNvCxnSpPr/>
            <p:nvPr/>
          </p:nvCxnSpPr>
          <p:spPr>
            <a:xfrm>
              <a:off x="6782745" y="3990175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6"/>
            <p:cNvCxnSpPr/>
            <p:nvPr/>
          </p:nvCxnSpPr>
          <p:spPr>
            <a:xfrm>
              <a:off x="6785364" y="4982696"/>
              <a:ext cx="45847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9038772" y="18778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9038772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74456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203088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519485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020277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677107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823090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9"/>
            <p:cNvCxnSpPr>
              <a:stCxn id="12" idx="3"/>
              <a:endCxn id="14" idx="0"/>
            </p:cNvCxnSpPr>
            <p:nvPr/>
          </p:nvCxnSpPr>
          <p:spPr>
            <a:xfrm flipH="1">
              <a:off x="8054456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20"/>
            <p:cNvCxnSpPr>
              <a:stCxn id="12" idx="4"/>
              <a:endCxn id="13" idx="0"/>
            </p:cNvCxnSpPr>
            <p:nvPr/>
          </p:nvCxnSpPr>
          <p:spPr>
            <a:xfrm>
              <a:off x="9218772" y="2237854"/>
              <a:ext cx="0" cy="57980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21"/>
            <p:cNvCxnSpPr>
              <a:stCxn id="12" idx="5"/>
              <a:endCxn id="15" idx="0"/>
            </p:cNvCxnSpPr>
            <p:nvPr/>
          </p:nvCxnSpPr>
          <p:spPr>
            <a:xfrm>
              <a:off x="9346051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22"/>
            <p:cNvCxnSpPr>
              <a:stCxn id="14" idx="3"/>
              <a:endCxn id="16" idx="0"/>
            </p:cNvCxnSpPr>
            <p:nvPr/>
          </p:nvCxnSpPr>
          <p:spPr>
            <a:xfrm flipH="1">
              <a:off x="7699485" y="3124933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4" idx="5"/>
              <a:endCxn id="19" idx="0"/>
            </p:cNvCxnSpPr>
            <p:nvPr/>
          </p:nvCxnSpPr>
          <p:spPr>
            <a:xfrm>
              <a:off x="8181735" y="3124933"/>
              <a:ext cx="22916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Ok Bağlayıcısı 24"/>
            <p:cNvCxnSpPr>
              <a:stCxn id="15" idx="3"/>
              <a:endCxn id="18" idx="0"/>
            </p:cNvCxnSpPr>
            <p:nvPr/>
          </p:nvCxnSpPr>
          <p:spPr>
            <a:xfrm flipH="1">
              <a:off x="9857107" y="3124933"/>
              <a:ext cx="39870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Ok Bağlayıcısı 25"/>
            <p:cNvCxnSpPr>
              <a:stCxn id="15" idx="4"/>
              <a:endCxn id="17" idx="0"/>
            </p:cNvCxnSpPr>
            <p:nvPr/>
          </p:nvCxnSpPr>
          <p:spPr>
            <a:xfrm flipH="1">
              <a:off x="10382770" y="3177654"/>
              <a:ext cx="318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9043014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8" name="Düz Ok Bağlayıcısı 27"/>
            <p:cNvCxnSpPr>
              <a:stCxn id="13" idx="4"/>
              <a:endCxn id="27" idx="0"/>
            </p:cNvCxnSpPr>
            <p:nvPr/>
          </p:nvCxnSpPr>
          <p:spPr>
            <a:xfrm>
              <a:off x="9218772" y="3177654"/>
              <a:ext cx="4242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10730246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0" name="Düz Ok Bağlayıcısı 33"/>
            <p:cNvCxnSpPr>
              <a:stCxn id="15" idx="5"/>
              <a:endCxn id="29" idx="0"/>
            </p:cNvCxnSpPr>
            <p:nvPr/>
          </p:nvCxnSpPr>
          <p:spPr>
            <a:xfrm>
              <a:off x="10510367" y="3124933"/>
              <a:ext cx="399879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/>
            <p:cNvSpPr/>
            <p:nvPr/>
          </p:nvSpPr>
          <p:spPr>
            <a:xfrm>
              <a:off x="7159485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7874456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L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3" name="Düz Ok Bağlayıcısı 40"/>
            <p:cNvCxnSpPr>
              <a:stCxn id="16" idx="3"/>
              <a:endCxn id="31" idx="0"/>
            </p:cNvCxnSpPr>
            <p:nvPr/>
          </p:nvCxnSpPr>
          <p:spPr>
            <a:xfrm flipH="1">
              <a:off x="7339485" y="4117454"/>
              <a:ext cx="232721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Ok Bağlayıcısı 41"/>
            <p:cNvCxnSpPr>
              <a:stCxn id="16" idx="5"/>
              <a:endCxn id="32" idx="0"/>
            </p:cNvCxnSpPr>
            <p:nvPr/>
          </p:nvCxnSpPr>
          <p:spPr>
            <a:xfrm>
              <a:off x="7826764" y="4117454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90"/>
            <p:cNvSpPr txBox="1"/>
            <p:nvPr/>
          </p:nvSpPr>
          <p:spPr>
            <a:xfrm>
              <a:off x="11192155" y="1483124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6" name="Metin kutusu 91"/>
            <p:cNvSpPr txBox="1"/>
            <p:nvPr/>
          </p:nvSpPr>
          <p:spPr>
            <a:xfrm>
              <a:off x="11450687" y="1857799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7" name="Metin kutusu 92"/>
            <p:cNvSpPr txBox="1"/>
            <p:nvPr/>
          </p:nvSpPr>
          <p:spPr>
            <a:xfrm>
              <a:off x="11450687" y="2802944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8" name="Metin kutusu 93"/>
            <p:cNvSpPr txBox="1"/>
            <p:nvPr/>
          </p:nvSpPr>
          <p:spPr>
            <a:xfrm>
              <a:off x="11450687" y="379546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9" name="Metin kutusu 94"/>
            <p:cNvSpPr txBox="1"/>
            <p:nvPr/>
          </p:nvSpPr>
          <p:spPr>
            <a:xfrm>
              <a:off x="11450687" y="477846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9683472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M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Düz Ok Bağlayıcısı 97"/>
            <p:cNvCxnSpPr>
              <a:stCxn id="18" idx="4"/>
              <a:endCxn id="40" idx="0"/>
            </p:cNvCxnSpPr>
            <p:nvPr/>
          </p:nvCxnSpPr>
          <p:spPr>
            <a:xfrm>
              <a:off x="9857107" y="4170175"/>
              <a:ext cx="6365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106471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Düğüm (</a:t>
            </a:r>
            <a:r>
              <a:rPr lang="tr-TR" dirty="0" err="1"/>
              <a:t>Root</a:t>
            </a:r>
            <a:r>
              <a:rPr lang="tr-TR" dirty="0"/>
              <a:t> </a:t>
            </a:r>
            <a:r>
              <a:rPr lang="tr-TR" dirty="0" err="1"/>
              <a:t>Node</a:t>
            </a:r>
            <a:r>
              <a:rPr lang="tr-TR" dirty="0" smtClean="0"/>
              <a:t>)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Ağacın en üst düğümüdür.</a:t>
            </a:r>
          </a:p>
          <a:p>
            <a:r>
              <a:rPr lang="tr-TR" dirty="0"/>
              <a:t>Hiçbir üst düğüme sahip değildir.</a:t>
            </a:r>
          </a:p>
          <a:p>
            <a:r>
              <a:rPr lang="tr-TR" b="1" dirty="0"/>
              <a:t>Örnek</a:t>
            </a:r>
            <a:r>
              <a:rPr lang="tr-TR" dirty="0"/>
              <a:t>:</a:t>
            </a:r>
          </a:p>
          <a:p>
            <a:pPr lvl="1"/>
            <a:r>
              <a:rPr lang="tr-TR" dirty="0" smtClean="0"/>
              <a:t>Dosya sisteminin ana dizini </a:t>
            </a:r>
            <a:r>
              <a:rPr lang="tr-TR" dirty="0"/>
              <a:t>(</a:t>
            </a:r>
            <a:r>
              <a:rPr lang="tr-TR" dirty="0" err="1"/>
              <a:t>root</a:t>
            </a:r>
            <a:r>
              <a:rPr lang="tr-TR" dirty="0"/>
              <a:t> </a:t>
            </a:r>
            <a:r>
              <a:rPr lang="tr-TR" dirty="0" err="1"/>
              <a:t>directory</a:t>
            </a:r>
            <a:r>
              <a:rPr lang="tr-TR" dirty="0"/>
              <a:t>).</a:t>
            </a:r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13</a:t>
            </a:fld>
            <a:endParaRPr lang="en-US" dirty="0"/>
          </a:p>
        </p:txBody>
      </p:sp>
      <p:grpSp>
        <p:nvGrpSpPr>
          <p:cNvPr id="7" name="Grup 76"/>
          <p:cNvGrpSpPr/>
          <p:nvPr/>
        </p:nvGrpSpPr>
        <p:grpSpPr>
          <a:xfrm>
            <a:off x="6096000" y="2525966"/>
            <a:ext cx="5240984" cy="3695447"/>
            <a:chOff x="6782745" y="1483124"/>
            <a:chExt cx="5240984" cy="3695447"/>
          </a:xfrm>
        </p:grpSpPr>
        <p:cxnSp>
          <p:nvCxnSpPr>
            <p:cNvPr id="8" name="Düz Bağlayıcı 77"/>
            <p:cNvCxnSpPr/>
            <p:nvPr/>
          </p:nvCxnSpPr>
          <p:spPr>
            <a:xfrm>
              <a:off x="6787244" y="20578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78"/>
            <p:cNvCxnSpPr/>
            <p:nvPr/>
          </p:nvCxnSpPr>
          <p:spPr>
            <a:xfrm>
              <a:off x="6793385" y="29976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79"/>
            <p:cNvCxnSpPr/>
            <p:nvPr/>
          </p:nvCxnSpPr>
          <p:spPr>
            <a:xfrm>
              <a:off x="6782745" y="3990175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0"/>
            <p:cNvCxnSpPr/>
            <p:nvPr/>
          </p:nvCxnSpPr>
          <p:spPr>
            <a:xfrm>
              <a:off x="6785364" y="4982696"/>
              <a:ext cx="45847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9038772" y="18778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9038772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74456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203088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519485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020277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677107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823090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00"/>
            <p:cNvCxnSpPr>
              <a:stCxn id="12" idx="3"/>
              <a:endCxn id="14" idx="0"/>
            </p:cNvCxnSpPr>
            <p:nvPr/>
          </p:nvCxnSpPr>
          <p:spPr>
            <a:xfrm flipH="1">
              <a:off x="8054456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101"/>
            <p:cNvCxnSpPr>
              <a:stCxn id="12" idx="4"/>
              <a:endCxn id="13" idx="0"/>
            </p:cNvCxnSpPr>
            <p:nvPr/>
          </p:nvCxnSpPr>
          <p:spPr>
            <a:xfrm>
              <a:off x="9218772" y="2237854"/>
              <a:ext cx="0" cy="57980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102"/>
            <p:cNvCxnSpPr>
              <a:stCxn id="12" idx="5"/>
              <a:endCxn id="15" idx="0"/>
            </p:cNvCxnSpPr>
            <p:nvPr/>
          </p:nvCxnSpPr>
          <p:spPr>
            <a:xfrm>
              <a:off x="9346051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103"/>
            <p:cNvCxnSpPr>
              <a:stCxn id="14" idx="3"/>
              <a:endCxn id="16" idx="0"/>
            </p:cNvCxnSpPr>
            <p:nvPr/>
          </p:nvCxnSpPr>
          <p:spPr>
            <a:xfrm flipH="1">
              <a:off x="7699485" y="3124933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104"/>
            <p:cNvCxnSpPr>
              <a:stCxn id="14" idx="5"/>
              <a:endCxn id="19" idx="0"/>
            </p:cNvCxnSpPr>
            <p:nvPr/>
          </p:nvCxnSpPr>
          <p:spPr>
            <a:xfrm>
              <a:off x="8181735" y="3124933"/>
              <a:ext cx="22916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Ok Bağlayıcısı 105"/>
            <p:cNvCxnSpPr>
              <a:stCxn id="15" idx="3"/>
              <a:endCxn id="18" idx="0"/>
            </p:cNvCxnSpPr>
            <p:nvPr/>
          </p:nvCxnSpPr>
          <p:spPr>
            <a:xfrm flipH="1">
              <a:off x="9857107" y="3124933"/>
              <a:ext cx="39870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Ok Bağlayıcısı 106"/>
            <p:cNvCxnSpPr>
              <a:stCxn id="15" idx="4"/>
              <a:endCxn id="17" idx="0"/>
            </p:cNvCxnSpPr>
            <p:nvPr/>
          </p:nvCxnSpPr>
          <p:spPr>
            <a:xfrm flipH="1">
              <a:off x="10382770" y="3177654"/>
              <a:ext cx="318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9043014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8" name="Düz Ok Bağlayıcısı 108"/>
            <p:cNvCxnSpPr>
              <a:stCxn id="13" idx="4"/>
              <a:endCxn id="27" idx="0"/>
            </p:cNvCxnSpPr>
            <p:nvPr/>
          </p:nvCxnSpPr>
          <p:spPr>
            <a:xfrm>
              <a:off x="9218772" y="3177654"/>
              <a:ext cx="4242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10730246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0" name="Düz Ok Bağlayıcısı 110"/>
            <p:cNvCxnSpPr>
              <a:stCxn id="15" idx="5"/>
              <a:endCxn id="29" idx="0"/>
            </p:cNvCxnSpPr>
            <p:nvPr/>
          </p:nvCxnSpPr>
          <p:spPr>
            <a:xfrm>
              <a:off x="10510367" y="3124933"/>
              <a:ext cx="399879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/>
            <p:cNvSpPr/>
            <p:nvPr/>
          </p:nvSpPr>
          <p:spPr>
            <a:xfrm>
              <a:off x="7159485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7874456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L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3" name="Düz Ok Bağlayıcısı 113"/>
            <p:cNvCxnSpPr>
              <a:stCxn id="16" idx="3"/>
              <a:endCxn id="31" idx="0"/>
            </p:cNvCxnSpPr>
            <p:nvPr/>
          </p:nvCxnSpPr>
          <p:spPr>
            <a:xfrm flipH="1">
              <a:off x="7339485" y="4117454"/>
              <a:ext cx="232721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Ok Bağlayıcısı 114"/>
            <p:cNvCxnSpPr>
              <a:stCxn id="16" idx="5"/>
              <a:endCxn id="32" idx="0"/>
            </p:cNvCxnSpPr>
            <p:nvPr/>
          </p:nvCxnSpPr>
          <p:spPr>
            <a:xfrm>
              <a:off x="7826764" y="4117454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115"/>
            <p:cNvSpPr txBox="1"/>
            <p:nvPr/>
          </p:nvSpPr>
          <p:spPr>
            <a:xfrm>
              <a:off x="11192155" y="1483124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6" name="Metin kutusu 116"/>
            <p:cNvSpPr txBox="1"/>
            <p:nvPr/>
          </p:nvSpPr>
          <p:spPr>
            <a:xfrm>
              <a:off x="11450687" y="1857799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7" name="Metin kutusu 117"/>
            <p:cNvSpPr txBox="1"/>
            <p:nvPr/>
          </p:nvSpPr>
          <p:spPr>
            <a:xfrm>
              <a:off x="11450687" y="2802944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8" name="Metin kutusu 118"/>
            <p:cNvSpPr txBox="1"/>
            <p:nvPr/>
          </p:nvSpPr>
          <p:spPr>
            <a:xfrm>
              <a:off x="11450687" y="379546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9" name="Metin kutusu 119"/>
            <p:cNvSpPr txBox="1"/>
            <p:nvPr/>
          </p:nvSpPr>
          <p:spPr>
            <a:xfrm>
              <a:off x="11450687" y="477846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9683472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M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Düz Ok Bağlayıcısı 121"/>
            <p:cNvCxnSpPr>
              <a:stCxn id="18" idx="4"/>
              <a:endCxn id="40" idx="0"/>
            </p:cNvCxnSpPr>
            <p:nvPr/>
          </p:nvCxnSpPr>
          <p:spPr>
            <a:xfrm>
              <a:off x="9857107" y="4170175"/>
              <a:ext cx="6365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666874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Yaprak Düğüm (</a:t>
            </a:r>
            <a:r>
              <a:rPr lang="tr-TR" dirty="0" err="1"/>
              <a:t>Leaf</a:t>
            </a:r>
            <a:r>
              <a:rPr lang="tr-TR" dirty="0"/>
              <a:t> </a:t>
            </a:r>
            <a:r>
              <a:rPr lang="tr-TR" dirty="0" err="1"/>
              <a:t>Node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Hiçbir alt düğüme sahip olmayan düğümlerdir.</a:t>
            </a:r>
          </a:p>
          <a:p>
            <a:r>
              <a:rPr lang="tr-TR" b="1" dirty="0" smtClean="0"/>
              <a:t>Örnek</a:t>
            </a:r>
            <a:r>
              <a:rPr lang="tr-TR" dirty="0"/>
              <a:t>:</a:t>
            </a:r>
          </a:p>
          <a:p>
            <a:pPr lvl="1"/>
            <a:r>
              <a:rPr lang="tr-TR" dirty="0"/>
              <a:t>Bir dosya </a:t>
            </a:r>
            <a:r>
              <a:rPr lang="tr-TR" dirty="0" smtClean="0"/>
              <a:t>sistemindeki dosyalar</a:t>
            </a:r>
            <a:r>
              <a:rPr lang="tr-TR" dirty="0"/>
              <a:t>.</a:t>
            </a:r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14</a:t>
            </a:fld>
            <a:endParaRPr lang="en-US" dirty="0"/>
          </a:p>
        </p:txBody>
      </p:sp>
      <p:grpSp>
        <p:nvGrpSpPr>
          <p:cNvPr id="7" name="Grup 76"/>
          <p:cNvGrpSpPr/>
          <p:nvPr/>
        </p:nvGrpSpPr>
        <p:grpSpPr>
          <a:xfrm>
            <a:off x="6096000" y="2525966"/>
            <a:ext cx="5240984" cy="3695447"/>
            <a:chOff x="6782745" y="1483124"/>
            <a:chExt cx="5240984" cy="3695447"/>
          </a:xfrm>
        </p:grpSpPr>
        <p:cxnSp>
          <p:nvCxnSpPr>
            <p:cNvPr id="8" name="Düz Bağlayıcı 77"/>
            <p:cNvCxnSpPr/>
            <p:nvPr/>
          </p:nvCxnSpPr>
          <p:spPr>
            <a:xfrm>
              <a:off x="6787244" y="20578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78"/>
            <p:cNvCxnSpPr/>
            <p:nvPr/>
          </p:nvCxnSpPr>
          <p:spPr>
            <a:xfrm>
              <a:off x="6793385" y="29976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79"/>
            <p:cNvCxnSpPr/>
            <p:nvPr/>
          </p:nvCxnSpPr>
          <p:spPr>
            <a:xfrm>
              <a:off x="6782745" y="3990175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0"/>
            <p:cNvCxnSpPr/>
            <p:nvPr/>
          </p:nvCxnSpPr>
          <p:spPr>
            <a:xfrm>
              <a:off x="6785364" y="4982696"/>
              <a:ext cx="45847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9038772" y="18778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9038772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74456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203088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519485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020277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677107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823090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00"/>
            <p:cNvCxnSpPr>
              <a:stCxn id="12" idx="3"/>
              <a:endCxn id="14" idx="0"/>
            </p:cNvCxnSpPr>
            <p:nvPr/>
          </p:nvCxnSpPr>
          <p:spPr>
            <a:xfrm flipH="1">
              <a:off x="8054456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101"/>
            <p:cNvCxnSpPr>
              <a:stCxn id="12" idx="4"/>
              <a:endCxn id="13" idx="0"/>
            </p:cNvCxnSpPr>
            <p:nvPr/>
          </p:nvCxnSpPr>
          <p:spPr>
            <a:xfrm>
              <a:off x="9218772" y="2237854"/>
              <a:ext cx="0" cy="57980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102"/>
            <p:cNvCxnSpPr>
              <a:stCxn id="12" idx="5"/>
              <a:endCxn id="15" idx="0"/>
            </p:cNvCxnSpPr>
            <p:nvPr/>
          </p:nvCxnSpPr>
          <p:spPr>
            <a:xfrm>
              <a:off x="9346051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103"/>
            <p:cNvCxnSpPr>
              <a:stCxn id="14" idx="3"/>
              <a:endCxn id="16" idx="0"/>
            </p:cNvCxnSpPr>
            <p:nvPr/>
          </p:nvCxnSpPr>
          <p:spPr>
            <a:xfrm flipH="1">
              <a:off x="7699485" y="3124933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104"/>
            <p:cNvCxnSpPr>
              <a:stCxn id="14" idx="5"/>
              <a:endCxn id="19" idx="0"/>
            </p:cNvCxnSpPr>
            <p:nvPr/>
          </p:nvCxnSpPr>
          <p:spPr>
            <a:xfrm>
              <a:off x="8181735" y="3124933"/>
              <a:ext cx="22916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Ok Bağlayıcısı 105"/>
            <p:cNvCxnSpPr>
              <a:stCxn id="15" idx="3"/>
              <a:endCxn id="18" idx="0"/>
            </p:cNvCxnSpPr>
            <p:nvPr/>
          </p:nvCxnSpPr>
          <p:spPr>
            <a:xfrm flipH="1">
              <a:off x="9857107" y="3124933"/>
              <a:ext cx="39870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Ok Bağlayıcısı 106"/>
            <p:cNvCxnSpPr>
              <a:stCxn id="15" idx="4"/>
              <a:endCxn id="17" idx="0"/>
            </p:cNvCxnSpPr>
            <p:nvPr/>
          </p:nvCxnSpPr>
          <p:spPr>
            <a:xfrm flipH="1">
              <a:off x="10382770" y="3177654"/>
              <a:ext cx="318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9043014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8" name="Düz Ok Bağlayıcısı 108"/>
            <p:cNvCxnSpPr>
              <a:stCxn id="13" idx="4"/>
              <a:endCxn id="27" idx="0"/>
            </p:cNvCxnSpPr>
            <p:nvPr/>
          </p:nvCxnSpPr>
          <p:spPr>
            <a:xfrm>
              <a:off x="9218772" y="3177654"/>
              <a:ext cx="4242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10730246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0" name="Düz Ok Bağlayıcısı 110"/>
            <p:cNvCxnSpPr>
              <a:stCxn id="15" idx="5"/>
              <a:endCxn id="29" idx="0"/>
            </p:cNvCxnSpPr>
            <p:nvPr/>
          </p:nvCxnSpPr>
          <p:spPr>
            <a:xfrm>
              <a:off x="10510367" y="3124933"/>
              <a:ext cx="399879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/>
            <p:cNvSpPr/>
            <p:nvPr/>
          </p:nvSpPr>
          <p:spPr>
            <a:xfrm>
              <a:off x="7159485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7874456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L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3" name="Düz Ok Bağlayıcısı 113"/>
            <p:cNvCxnSpPr>
              <a:stCxn id="16" idx="3"/>
              <a:endCxn id="31" idx="0"/>
            </p:cNvCxnSpPr>
            <p:nvPr/>
          </p:nvCxnSpPr>
          <p:spPr>
            <a:xfrm flipH="1">
              <a:off x="7339485" y="4117454"/>
              <a:ext cx="232721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Ok Bağlayıcısı 114"/>
            <p:cNvCxnSpPr>
              <a:stCxn id="16" idx="5"/>
              <a:endCxn id="32" idx="0"/>
            </p:cNvCxnSpPr>
            <p:nvPr/>
          </p:nvCxnSpPr>
          <p:spPr>
            <a:xfrm>
              <a:off x="7826764" y="4117454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115"/>
            <p:cNvSpPr txBox="1"/>
            <p:nvPr/>
          </p:nvSpPr>
          <p:spPr>
            <a:xfrm>
              <a:off x="11192155" y="1483124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6" name="Metin kutusu 116"/>
            <p:cNvSpPr txBox="1"/>
            <p:nvPr/>
          </p:nvSpPr>
          <p:spPr>
            <a:xfrm>
              <a:off x="11450687" y="1857799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7" name="Metin kutusu 117"/>
            <p:cNvSpPr txBox="1"/>
            <p:nvPr/>
          </p:nvSpPr>
          <p:spPr>
            <a:xfrm>
              <a:off x="11450687" y="2802944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8" name="Metin kutusu 118"/>
            <p:cNvSpPr txBox="1"/>
            <p:nvPr/>
          </p:nvSpPr>
          <p:spPr>
            <a:xfrm>
              <a:off x="11450687" y="379546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9" name="Metin kutusu 119"/>
            <p:cNvSpPr txBox="1"/>
            <p:nvPr/>
          </p:nvSpPr>
          <p:spPr>
            <a:xfrm>
              <a:off x="11450687" y="477846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9683472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M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Düz Ok Bağlayıcısı 121"/>
            <p:cNvCxnSpPr>
              <a:stCxn id="18" idx="4"/>
              <a:endCxn id="40" idx="0"/>
            </p:cNvCxnSpPr>
            <p:nvPr/>
          </p:nvCxnSpPr>
          <p:spPr>
            <a:xfrm>
              <a:off x="9857107" y="4170175"/>
              <a:ext cx="6365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59969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İç Düğüm (</a:t>
            </a:r>
            <a:r>
              <a:rPr lang="tr-TR" dirty="0" err="1" smtClean="0"/>
              <a:t>Internal</a:t>
            </a:r>
            <a:r>
              <a:rPr lang="tr-TR" dirty="0" smtClean="0"/>
              <a:t> </a:t>
            </a:r>
            <a:r>
              <a:rPr lang="tr-TR" dirty="0" err="1" smtClean="0"/>
              <a:t>Node</a:t>
            </a:r>
            <a:r>
              <a:rPr lang="tr-TR" dirty="0" smtClean="0"/>
              <a:t>)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Hem üst hem de alt düğümlere sahip olan düğümlerdir.</a:t>
            </a:r>
          </a:p>
          <a:p>
            <a:r>
              <a:rPr lang="tr-TR" b="1" dirty="0" smtClean="0"/>
              <a:t>Örnek</a:t>
            </a:r>
            <a:r>
              <a:rPr lang="tr-TR" dirty="0"/>
              <a:t>:</a:t>
            </a:r>
          </a:p>
          <a:p>
            <a:pPr lvl="1"/>
            <a:r>
              <a:rPr lang="tr-TR" dirty="0"/>
              <a:t>Bir dosya </a:t>
            </a:r>
            <a:r>
              <a:rPr lang="tr-TR" dirty="0" smtClean="0"/>
              <a:t>sistemindeki klasörler</a:t>
            </a:r>
            <a:r>
              <a:rPr lang="tr-TR" dirty="0"/>
              <a:t>.</a:t>
            </a:r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15</a:t>
            </a:fld>
            <a:endParaRPr lang="en-US" dirty="0"/>
          </a:p>
        </p:txBody>
      </p:sp>
      <p:grpSp>
        <p:nvGrpSpPr>
          <p:cNvPr id="7" name="Grup 76"/>
          <p:cNvGrpSpPr/>
          <p:nvPr/>
        </p:nvGrpSpPr>
        <p:grpSpPr>
          <a:xfrm>
            <a:off x="6096000" y="2525966"/>
            <a:ext cx="5240984" cy="3695447"/>
            <a:chOff x="6782745" y="1483124"/>
            <a:chExt cx="5240984" cy="3695447"/>
          </a:xfrm>
        </p:grpSpPr>
        <p:cxnSp>
          <p:nvCxnSpPr>
            <p:cNvPr id="8" name="Düz Bağlayıcı 77"/>
            <p:cNvCxnSpPr/>
            <p:nvPr/>
          </p:nvCxnSpPr>
          <p:spPr>
            <a:xfrm>
              <a:off x="6787244" y="20578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78"/>
            <p:cNvCxnSpPr/>
            <p:nvPr/>
          </p:nvCxnSpPr>
          <p:spPr>
            <a:xfrm>
              <a:off x="6793385" y="29976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79"/>
            <p:cNvCxnSpPr/>
            <p:nvPr/>
          </p:nvCxnSpPr>
          <p:spPr>
            <a:xfrm>
              <a:off x="6782745" y="3990175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0"/>
            <p:cNvCxnSpPr/>
            <p:nvPr/>
          </p:nvCxnSpPr>
          <p:spPr>
            <a:xfrm>
              <a:off x="6785364" y="4982696"/>
              <a:ext cx="45847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9038772" y="18778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9038772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74456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203088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519485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020277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677107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823090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00"/>
            <p:cNvCxnSpPr>
              <a:stCxn id="12" idx="3"/>
              <a:endCxn id="14" idx="0"/>
            </p:cNvCxnSpPr>
            <p:nvPr/>
          </p:nvCxnSpPr>
          <p:spPr>
            <a:xfrm flipH="1">
              <a:off x="8054456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101"/>
            <p:cNvCxnSpPr>
              <a:stCxn id="12" idx="4"/>
              <a:endCxn id="13" idx="0"/>
            </p:cNvCxnSpPr>
            <p:nvPr/>
          </p:nvCxnSpPr>
          <p:spPr>
            <a:xfrm>
              <a:off x="9218772" y="2237854"/>
              <a:ext cx="0" cy="57980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102"/>
            <p:cNvCxnSpPr>
              <a:stCxn id="12" idx="5"/>
              <a:endCxn id="15" idx="0"/>
            </p:cNvCxnSpPr>
            <p:nvPr/>
          </p:nvCxnSpPr>
          <p:spPr>
            <a:xfrm>
              <a:off x="9346051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103"/>
            <p:cNvCxnSpPr>
              <a:stCxn id="14" idx="3"/>
              <a:endCxn id="16" idx="0"/>
            </p:cNvCxnSpPr>
            <p:nvPr/>
          </p:nvCxnSpPr>
          <p:spPr>
            <a:xfrm flipH="1">
              <a:off x="7699485" y="3124933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104"/>
            <p:cNvCxnSpPr>
              <a:stCxn id="14" idx="5"/>
              <a:endCxn id="19" idx="0"/>
            </p:cNvCxnSpPr>
            <p:nvPr/>
          </p:nvCxnSpPr>
          <p:spPr>
            <a:xfrm>
              <a:off x="8181735" y="3124933"/>
              <a:ext cx="22916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Ok Bağlayıcısı 105"/>
            <p:cNvCxnSpPr>
              <a:stCxn id="15" idx="3"/>
              <a:endCxn id="18" idx="0"/>
            </p:cNvCxnSpPr>
            <p:nvPr/>
          </p:nvCxnSpPr>
          <p:spPr>
            <a:xfrm flipH="1">
              <a:off x="9857107" y="3124933"/>
              <a:ext cx="39870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Ok Bağlayıcısı 106"/>
            <p:cNvCxnSpPr>
              <a:stCxn id="15" idx="4"/>
              <a:endCxn id="17" idx="0"/>
            </p:cNvCxnSpPr>
            <p:nvPr/>
          </p:nvCxnSpPr>
          <p:spPr>
            <a:xfrm flipH="1">
              <a:off x="10382770" y="3177654"/>
              <a:ext cx="318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9043014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8" name="Düz Ok Bağlayıcısı 108"/>
            <p:cNvCxnSpPr>
              <a:stCxn id="13" idx="4"/>
              <a:endCxn id="27" idx="0"/>
            </p:cNvCxnSpPr>
            <p:nvPr/>
          </p:nvCxnSpPr>
          <p:spPr>
            <a:xfrm>
              <a:off x="9218772" y="3177654"/>
              <a:ext cx="4242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10730246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0" name="Düz Ok Bağlayıcısı 110"/>
            <p:cNvCxnSpPr>
              <a:stCxn id="15" idx="5"/>
              <a:endCxn id="29" idx="0"/>
            </p:cNvCxnSpPr>
            <p:nvPr/>
          </p:nvCxnSpPr>
          <p:spPr>
            <a:xfrm>
              <a:off x="10510367" y="3124933"/>
              <a:ext cx="399879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/>
            <p:cNvSpPr/>
            <p:nvPr/>
          </p:nvSpPr>
          <p:spPr>
            <a:xfrm>
              <a:off x="7159485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7874456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L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3" name="Düz Ok Bağlayıcısı 113"/>
            <p:cNvCxnSpPr>
              <a:stCxn id="16" idx="3"/>
              <a:endCxn id="31" idx="0"/>
            </p:cNvCxnSpPr>
            <p:nvPr/>
          </p:nvCxnSpPr>
          <p:spPr>
            <a:xfrm flipH="1">
              <a:off x="7339485" y="4117454"/>
              <a:ext cx="232721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Ok Bağlayıcısı 114"/>
            <p:cNvCxnSpPr>
              <a:stCxn id="16" idx="5"/>
              <a:endCxn id="32" idx="0"/>
            </p:cNvCxnSpPr>
            <p:nvPr/>
          </p:nvCxnSpPr>
          <p:spPr>
            <a:xfrm>
              <a:off x="7826764" y="4117454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115"/>
            <p:cNvSpPr txBox="1"/>
            <p:nvPr/>
          </p:nvSpPr>
          <p:spPr>
            <a:xfrm>
              <a:off x="11192155" y="1483124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6" name="Metin kutusu 116"/>
            <p:cNvSpPr txBox="1"/>
            <p:nvPr/>
          </p:nvSpPr>
          <p:spPr>
            <a:xfrm>
              <a:off x="11450687" y="1857799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7" name="Metin kutusu 117"/>
            <p:cNvSpPr txBox="1"/>
            <p:nvPr/>
          </p:nvSpPr>
          <p:spPr>
            <a:xfrm>
              <a:off x="11450687" y="2802944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8" name="Metin kutusu 118"/>
            <p:cNvSpPr txBox="1"/>
            <p:nvPr/>
          </p:nvSpPr>
          <p:spPr>
            <a:xfrm>
              <a:off x="11450687" y="379546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9" name="Metin kutusu 119"/>
            <p:cNvSpPr txBox="1"/>
            <p:nvPr/>
          </p:nvSpPr>
          <p:spPr>
            <a:xfrm>
              <a:off x="11450687" y="477846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9683472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M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Düz Ok Bağlayıcısı 121"/>
            <p:cNvCxnSpPr>
              <a:stCxn id="18" idx="4"/>
              <a:endCxn id="40" idx="0"/>
            </p:cNvCxnSpPr>
            <p:nvPr/>
          </p:nvCxnSpPr>
          <p:spPr>
            <a:xfrm>
              <a:off x="9857107" y="4170175"/>
              <a:ext cx="6365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586478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Derece (</a:t>
            </a:r>
            <a:r>
              <a:rPr lang="tr-TR" dirty="0" err="1" smtClean="0"/>
              <a:t>Degree</a:t>
            </a:r>
            <a:r>
              <a:rPr lang="tr-TR" dirty="0" smtClean="0"/>
              <a:t>)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Bir düğüme eklenen alt ağaçların toplam sayısına denir</a:t>
            </a:r>
            <a:r>
              <a:rPr lang="tr-TR" dirty="0" smtClean="0"/>
              <a:t>.</a:t>
            </a:r>
          </a:p>
          <a:p>
            <a:r>
              <a:rPr lang="tr-TR" b="1" dirty="0" smtClean="0"/>
              <a:t>Örnek</a:t>
            </a:r>
            <a:r>
              <a:rPr lang="tr-TR" dirty="0"/>
              <a:t>:</a:t>
            </a:r>
          </a:p>
          <a:p>
            <a:pPr lvl="1"/>
            <a:r>
              <a:rPr lang="tr-TR" dirty="0" smtClean="0"/>
              <a:t>Düğümün sahip olduğu çocuk düğüm sayısı.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16</a:t>
            </a:fld>
            <a:endParaRPr lang="en-US" dirty="0"/>
          </a:p>
        </p:txBody>
      </p:sp>
      <p:grpSp>
        <p:nvGrpSpPr>
          <p:cNvPr id="7" name="Grup 76"/>
          <p:cNvGrpSpPr/>
          <p:nvPr/>
        </p:nvGrpSpPr>
        <p:grpSpPr>
          <a:xfrm>
            <a:off x="6096000" y="2525966"/>
            <a:ext cx="5240984" cy="3695447"/>
            <a:chOff x="6782745" y="1483124"/>
            <a:chExt cx="5240984" cy="3695447"/>
          </a:xfrm>
        </p:grpSpPr>
        <p:cxnSp>
          <p:nvCxnSpPr>
            <p:cNvPr id="8" name="Düz Bağlayıcı 77"/>
            <p:cNvCxnSpPr/>
            <p:nvPr/>
          </p:nvCxnSpPr>
          <p:spPr>
            <a:xfrm>
              <a:off x="6787244" y="20578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78"/>
            <p:cNvCxnSpPr/>
            <p:nvPr/>
          </p:nvCxnSpPr>
          <p:spPr>
            <a:xfrm>
              <a:off x="6793385" y="29976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79"/>
            <p:cNvCxnSpPr/>
            <p:nvPr/>
          </p:nvCxnSpPr>
          <p:spPr>
            <a:xfrm>
              <a:off x="6782745" y="3990175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0"/>
            <p:cNvCxnSpPr/>
            <p:nvPr/>
          </p:nvCxnSpPr>
          <p:spPr>
            <a:xfrm>
              <a:off x="6785364" y="4982696"/>
              <a:ext cx="45847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9038772" y="18778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9038772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74456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203088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519485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020277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677107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823090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00"/>
            <p:cNvCxnSpPr>
              <a:stCxn id="12" idx="3"/>
              <a:endCxn id="14" idx="0"/>
            </p:cNvCxnSpPr>
            <p:nvPr/>
          </p:nvCxnSpPr>
          <p:spPr>
            <a:xfrm flipH="1">
              <a:off x="8054456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101"/>
            <p:cNvCxnSpPr>
              <a:stCxn id="12" idx="4"/>
              <a:endCxn id="13" idx="0"/>
            </p:cNvCxnSpPr>
            <p:nvPr/>
          </p:nvCxnSpPr>
          <p:spPr>
            <a:xfrm>
              <a:off x="9218772" y="2237854"/>
              <a:ext cx="0" cy="57980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102"/>
            <p:cNvCxnSpPr>
              <a:stCxn id="12" idx="5"/>
              <a:endCxn id="15" idx="0"/>
            </p:cNvCxnSpPr>
            <p:nvPr/>
          </p:nvCxnSpPr>
          <p:spPr>
            <a:xfrm>
              <a:off x="9346051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103"/>
            <p:cNvCxnSpPr>
              <a:stCxn id="14" idx="3"/>
              <a:endCxn id="16" idx="0"/>
            </p:cNvCxnSpPr>
            <p:nvPr/>
          </p:nvCxnSpPr>
          <p:spPr>
            <a:xfrm flipH="1">
              <a:off x="7699485" y="3124933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104"/>
            <p:cNvCxnSpPr>
              <a:stCxn id="14" idx="5"/>
              <a:endCxn id="19" idx="0"/>
            </p:cNvCxnSpPr>
            <p:nvPr/>
          </p:nvCxnSpPr>
          <p:spPr>
            <a:xfrm>
              <a:off x="8181735" y="3124933"/>
              <a:ext cx="22916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Ok Bağlayıcısı 105"/>
            <p:cNvCxnSpPr>
              <a:stCxn id="15" idx="3"/>
              <a:endCxn id="18" idx="0"/>
            </p:cNvCxnSpPr>
            <p:nvPr/>
          </p:nvCxnSpPr>
          <p:spPr>
            <a:xfrm flipH="1">
              <a:off x="9857107" y="3124933"/>
              <a:ext cx="39870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Ok Bağlayıcısı 106"/>
            <p:cNvCxnSpPr>
              <a:stCxn id="15" idx="4"/>
              <a:endCxn id="17" idx="0"/>
            </p:cNvCxnSpPr>
            <p:nvPr/>
          </p:nvCxnSpPr>
          <p:spPr>
            <a:xfrm flipH="1">
              <a:off x="10382770" y="3177654"/>
              <a:ext cx="318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9043014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8" name="Düz Ok Bağlayıcısı 108"/>
            <p:cNvCxnSpPr>
              <a:stCxn id="13" idx="4"/>
              <a:endCxn id="27" idx="0"/>
            </p:cNvCxnSpPr>
            <p:nvPr/>
          </p:nvCxnSpPr>
          <p:spPr>
            <a:xfrm>
              <a:off x="9218772" y="3177654"/>
              <a:ext cx="4242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10730246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0" name="Düz Ok Bağlayıcısı 110"/>
            <p:cNvCxnSpPr>
              <a:stCxn id="15" idx="5"/>
              <a:endCxn id="29" idx="0"/>
            </p:cNvCxnSpPr>
            <p:nvPr/>
          </p:nvCxnSpPr>
          <p:spPr>
            <a:xfrm>
              <a:off x="10510367" y="3124933"/>
              <a:ext cx="399879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/>
            <p:cNvSpPr/>
            <p:nvPr/>
          </p:nvSpPr>
          <p:spPr>
            <a:xfrm>
              <a:off x="7159485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7874456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L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3" name="Düz Ok Bağlayıcısı 113"/>
            <p:cNvCxnSpPr>
              <a:stCxn id="16" idx="3"/>
              <a:endCxn id="31" idx="0"/>
            </p:cNvCxnSpPr>
            <p:nvPr/>
          </p:nvCxnSpPr>
          <p:spPr>
            <a:xfrm flipH="1">
              <a:off x="7339485" y="4117454"/>
              <a:ext cx="232721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Ok Bağlayıcısı 114"/>
            <p:cNvCxnSpPr>
              <a:stCxn id="16" idx="5"/>
              <a:endCxn id="32" idx="0"/>
            </p:cNvCxnSpPr>
            <p:nvPr/>
          </p:nvCxnSpPr>
          <p:spPr>
            <a:xfrm>
              <a:off x="7826764" y="4117454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115"/>
            <p:cNvSpPr txBox="1"/>
            <p:nvPr/>
          </p:nvSpPr>
          <p:spPr>
            <a:xfrm>
              <a:off x="11192155" y="1483124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6" name="Metin kutusu 116"/>
            <p:cNvSpPr txBox="1"/>
            <p:nvPr/>
          </p:nvSpPr>
          <p:spPr>
            <a:xfrm>
              <a:off x="11450687" y="1857799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7" name="Metin kutusu 117"/>
            <p:cNvSpPr txBox="1"/>
            <p:nvPr/>
          </p:nvSpPr>
          <p:spPr>
            <a:xfrm>
              <a:off x="11450687" y="2802944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8" name="Metin kutusu 118"/>
            <p:cNvSpPr txBox="1"/>
            <p:nvPr/>
          </p:nvSpPr>
          <p:spPr>
            <a:xfrm>
              <a:off x="11450687" y="379546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9" name="Metin kutusu 119"/>
            <p:cNvSpPr txBox="1"/>
            <p:nvPr/>
          </p:nvSpPr>
          <p:spPr>
            <a:xfrm>
              <a:off x="11450687" y="477846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9683472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M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Düz Ok Bağlayıcısı 121"/>
            <p:cNvCxnSpPr>
              <a:stCxn id="18" idx="4"/>
              <a:endCxn id="40" idx="0"/>
            </p:cNvCxnSpPr>
            <p:nvPr/>
          </p:nvCxnSpPr>
          <p:spPr>
            <a:xfrm>
              <a:off x="9857107" y="4170175"/>
              <a:ext cx="6365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627814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Derinlik (Depth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Bir düğümün kök düğüme olan uzaklığını ifade eder.</a:t>
            </a:r>
          </a:p>
          <a:p>
            <a:r>
              <a:rPr lang="tr-TR" b="1" dirty="0"/>
              <a:t>Örnek</a:t>
            </a:r>
            <a:r>
              <a:rPr lang="tr-TR" dirty="0"/>
              <a:t>:</a:t>
            </a:r>
          </a:p>
          <a:p>
            <a:pPr lvl="1"/>
            <a:r>
              <a:rPr lang="tr-TR" dirty="0" smtClean="0"/>
              <a:t>Kökten yaprak </a:t>
            </a:r>
            <a:r>
              <a:rPr lang="tr-TR" dirty="0"/>
              <a:t>düğüme kadar olan </a:t>
            </a:r>
            <a:r>
              <a:rPr lang="tr-TR" dirty="0" smtClean="0"/>
              <a:t>kenarların sayısı</a:t>
            </a:r>
            <a:r>
              <a:rPr lang="tr-TR" dirty="0"/>
              <a:t>.</a:t>
            </a:r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17</a:t>
            </a:fld>
            <a:endParaRPr lang="en-US" dirty="0"/>
          </a:p>
        </p:txBody>
      </p:sp>
      <p:grpSp>
        <p:nvGrpSpPr>
          <p:cNvPr id="7" name="Grup 76"/>
          <p:cNvGrpSpPr/>
          <p:nvPr/>
        </p:nvGrpSpPr>
        <p:grpSpPr>
          <a:xfrm>
            <a:off x="6096000" y="2525966"/>
            <a:ext cx="5240984" cy="3695447"/>
            <a:chOff x="6782745" y="1483124"/>
            <a:chExt cx="5240984" cy="3695447"/>
          </a:xfrm>
        </p:grpSpPr>
        <p:cxnSp>
          <p:nvCxnSpPr>
            <p:cNvPr id="8" name="Düz Bağlayıcı 77"/>
            <p:cNvCxnSpPr/>
            <p:nvPr/>
          </p:nvCxnSpPr>
          <p:spPr>
            <a:xfrm>
              <a:off x="6787244" y="20578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78"/>
            <p:cNvCxnSpPr/>
            <p:nvPr/>
          </p:nvCxnSpPr>
          <p:spPr>
            <a:xfrm>
              <a:off x="6793385" y="29976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79"/>
            <p:cNvCxnSpPr/>
            <p:nvPr/>
          </p:nvCxnSpPr>
          <p:spPr>
            <a:xfrm>
              <a:off x="6782745" y="3990175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0"/>
            <p:cNvCxnSpPr/>
            <p:nvPr/>
          </p:nvCxnSpPr>
          <p:spPr>
            <a:xfrm>
              <a:off x="6785364" y="4982696"/>
              <a:ext cx="45847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9038772" y="18778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9038772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74456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203088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519485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020277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677107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823090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00"/>
            <p:cNvCxnSpPr>
              <a:stCxn id="12" idx="3"/>
              <a:endCxn id="14" idx="0"/>
            </p:cNvCxnSpPr>
            <p:nvPr/>
          </p:nvCxnSpPr>
          <p:spPr>
            <a:xfrm flipH="1">
              <a:off x="8054456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101"/>
            <p:cNvCxnSpPr>
              <a:stCxn id="12" idx="4"/>
              <a:endCxn id="13" idx="0"/>
            </p:cNvCxnSpPr>
            <p:nvPr/>
          </p:nvCxnSpPr>
          <p:spPr>
            <a:xfrm>
              <a:off x="9218772" y="2237854"/>
              <a:ext cx="0" cy="57980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102"/>
            <p:cNvCxnSpPr>
              <a:stCxn id="12" idx="5"/>
              <a:endCxn id="15" idx="0"/>
            </p:cNvCxnSpPr>
            <p:nvPr/>
          </p:nvCxnSpPr>
          <p:spPr>
            <a:xfrm>
              <a:off x="9346051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103"/>
            <p:cNvCxnSpPr>
              <a:stCxn id="14" idx="3"/>
              <a:endCxn id="16" idx="0"/>
            </p:cNvCxnSpPr>
            <p:nvPr/>
          </p:nvCxnSpPr>
          <p:spPr>
            <a:xfrm flipH="1">
              <a:off x="7699485" y="3124933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104"/>
            <p:cNvCxnSpPr>
              <a:stCxn id="14" idx="5"/>
              <a:endCxn id="19" idx="0"/>
            </p:cNvCxnSpPr>
            <p:nvPr/>
          </p:nvCxnSpPr>
          <p:spPr>
            <a:xfrm>
              <a:off x="8181735" y="3124933"/>
              <a:ext cx="22916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Ok Bağlayıcısı 105"/>
            <p:cNvCxnSpPr>
              <a:stCxn id="15" idx="3"/>
              <a:endCxn id="18" idx="0"/>
            </p:cNvCxnSpPr>
            <p:nvPr/>
          </p:nvCxnSpPr>
          <p:spPr>
            <a:xfrm flipH="1">
              <a:off x="9857107" y="3124933"/>
              <a:ext cx="39870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Ok Bağlayıcısı 106"/>
            <p:cNvCxnSpPr>
              <a:stCxn id="15" idx="4"/>
              <a:endCxn id="17" idx="0"/>
            </p:cNvCxnSpPr>
            <p:nvPr/>
          </p:nvCxnSpPr>
          <p:spPr>
            <a:xfrm flipH="1">
              <a:off x="10382770" y="3177654"/>
              <a:ext cx="318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9043014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8" name="Düz Ok Bağlayıcısı 108"/>
            <p:cNvCxnSpPr>
              <a:stCxn id="13" idx="4"/>
              <a:endCxn id="27" idx="0"/>
            </p:cNvCxnSpPr>
            <p:nvPr/>
          </p:nvCxnSpPr>
          <p:spPr>
            <a:xfrm>
              <a:off x="9218772" y="3177654"/>
              <a:ext cx="4242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10730246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0" name="Düz Ok Bağlayıcısı 110"/>
            <p:cNvCxnSpPr>
              <a:stCxn id="15" idx="5"/>
              <a:endCxn id="29" idx="0"/>
            </p:cNvCxnSpPr>
            <p:nvPr/>
          </p:nvCxnSpPr>
          <p:spPr>
            <a:xfrm>
              <a:off x="10510367" y="3124933"/>
              <a:ext cx="399879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/>
            <p:cNvSpPr/>
            <p:nvPr/>
          </p:nvSpPr>
          <p:spPr>
            <a:xfrm>
              <a:off x="7159485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7874456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L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3" name="Düz Ok Bağlayıcısı 113"/>
            <p:cNvCxnSpPr>
              <a:stCxn id="16" idx="3"/>
              <a:endCxn id="31" idx="0"/>
            </p:cNvCxnSpPr>
            <p:nvPr/>
          </p:nvCxnSpPr>
          <p:spPr>
            <a:xfrm flipH="1">
              <a:off x="7339485" y="4117454"/>
              <a:ext cx="232721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Ok Bağlayıcısı 114"/>
            <p:cNvCxnSpPr>
              <a:stCxn id="16" idx="5"/>
              <a:endCxn id="32" idx="0"/>
            </p:cNvCxnSpPr>
            <p:nvPr/>
          </p:nvCxnSpPr>
          <p:spPr>
            <a:xfrm>
              <a:off x="7826764" y="4117454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115"/>
            <p:cNvSpPr txBox="1"/>
            <p:nvPr/>
          </p:nvSpPr>
          <p:spPr>
            <a:xfrm>
              <a:off x="11192155" y="1483124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6" name="Metin kutusu 116"/>
            <p:cNvSpPr txBox="1"/>
            <p:nvPr/>
          </p:nvSpPr>
          <p:spPr>
            <a:xfrm>
              <a:off x="11450687" y="1857799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7" name="Metin kutusu 117"/>
            <p:cNvSpPr txBox="1"/>
            <p:nvPr/>
          </p:nvSpPr>
          <p:spPr>
            <a:xfrm>
              <a:off x="11450687" y="2802944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8" name="Metin kutusu 118"/>
            <p:cNvSpPr txBox="1"/>
            <p:nvPr/>
          </p:nvSpPr>
          <p:spPr>
            <a:xfrm>
              <a:off x="11450687" y="379546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9" name="Metin kutusu 119"/>
            <p:cNvSpPr txBox="1"/>
            <p:nvPr/>
          </p:nvSpPr>
          <p:spPr>
            <a:xfrm>
              <a:off x="11450687" y="477846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9683472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M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Düz Ok Bağlayıcısı 121"/>
            <p:cNvCxnSpPr>
              <a:stCxn id="18" idx="4"/>
              <a:endCxn id="40" idx="0"/>
            </p:cNvCxnSpPr>
            <p:nvPr/>
          </p:nvCxnSpPr>
          <p:spPr>
            <a:xfrm>
              <a:off x="9857107" y="4170175"/>
              <a:ext cx="6365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77918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Yükseklik (</a:t>
            </a:r>
            <a:r>
              <a:rPr lang="tr-TR" dirty="0" err="1" smtClean="0"/>
              <a:t>Height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Ağaç kökünden bir yaprak düğüme kadar olan en uzun yolun uzunluğudur</a:t>
            </a:r>
            <a:r>
              <a:rPr lang="tr-TR" dirty="0" smtClean="0"/>
              <a:t>.</a:t>
            </a:r>
          </a:p>
          <a:p>
            <a:r>
              <a:rPr lang="tr-TR" b="1" dirty="0" smtClean="0"/>
              <a:t>Örnek</a:t>
            </a:r>
            <a:r>
              <a:rPr lang="tr-TR" dirty="0"/>
              <a:t>:</a:t>
            </a:r>
          </a:p>
          <a:p>
            <a:pPr lvl="1"/>
            <a:r>
              <a:rPr lang="tr-TR" dirty="0"/>
              <a:t>Ağacın en uzun dalının üzerindeki düğümlerin sayısı.</a:t>
            </a:r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18</a:t>
            </a:fld>
            <a:endParaRPr lang="en-US" dirty="0"/>
          </a:p>
        </p:txBody>
      </p:sp>
      <p:grpSp>
        <p:nvGrpSpPr>
          <p:cNvPr id="7" name="Grup 76"/>
          <p:cNvGrpSpPr/>
          <p:nvPr/>
        </p:nvGrpSpPr>
        <p:grpSpPr>
          <a:xfrm>
            <a:off x="6096000" y="2525966"/>
            <a:ext cx="5240984" cy="3695447"/>
            <a:chOff x="6782745" y="1483124"/>
            <a:chExt cx="5240984" cy="3695447"/>
          </a:xfrm>
        </p:grpSpPr>
        <p:cxnSp>
          <p:nvCxnSpPr>
            <p:cNvPr id="8" name="Düz Bağlayıcı 77"/>
            <p:cNvCxnSpPr/>
            <p:nvPr/>
          </p:nvCxnSpPr>
          <p:spPr>
            <a:xfrm>
              <a:off x="6787244" y="20578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78"/>
            <p:cNvCxnSpPr/>
            <p:nvPr/>
          </p:nvCxnSpPr>
          <p:spPr>
            <a:xfrm>
              <a:off x="6793385" y="2997654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79"/>
            <p:cNvCxnSpPr/>
            <p:nvPr/>
          </p:nvCxnSpPr>
          <p:spPr>
            <a:xfrm>
              <a:off x="6782745" y="3990175"/>
              <a:ext cx="45847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0"/>
            <p:cNvCxnSpPr/>
            <p:nvPr/>
          </p:nvCxnSpPr>
          <p:spPr>
            <a:xfrm>
              <a:off x="6785364" y="4982696"/>
              <a:ext cx="45847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9038772" y="18778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9038772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74456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203088" y="281765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519485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020277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677107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8230900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00"/>
            <p:cNvCxnSpPr>
              <a:stCxn id="12" idx="3"/>
              <a:endCxn id="14" idx="0"/>
            </p:cNvCxnSpPr>
            <p:nvPr/>
          </p:nvCxnSpPr>
          <p:spPr>
            <a:xfrm flipH="1">
              <a:off x="8054456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101"/>
            <p:cNvCxnSpPr>
              <a:stCxn id="12" idx="4"/>
              <a:endCxn id="13" idx="0"/>
            </p:cNvCxnSpPr>
            <p:nvPr/>
          </p:nvCxnSpPr>
          <p:spPr>
            <a:xfrm>
              <a:off x="9218772" y="2237854"/>
              <a:ext cx="0" cy="57980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102"/>
            <p:cNvCxnSpPr>
              <a:stCxn id="12" idx="5"/>
              <a:endCxn id="15" idx="0"/>
            </p:cNvCxnSpPr>
            <p:nvPr/>
          </p:nvCxnSpPr>
          <p:spPr>
            <a:xfrm>
              <a:off x="9346051" y="2185133"/>
              <a:ext cx="10370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103"/>
            <p:cNvCxnSpPr>
              <a:stCxn id="14" idx="3"/>
              <a:endCxn id="16" idx="0"/>
            </p:cNvCxnSpPr>
            <p:nvPr/>
          </p:nvCxnSpPr>
          <p:spPr>
            <a:xfrm flipH="1">
              <a:off x="7699485" y="3124933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104"/>
            <p:cNvCxnSpPr>
              <a:stCxn id="14" idx="5"/>
              <a:endCxn id="19" idx="0"/>
            </p:cNvCxnSpPr>
            <p:nvPr/>
          </p:nvCxnSpPr>
          <p:spPr>
            <a:xfrm>
              <a:off x="8181735" y="3124933"/>
              <a:ext cx="22916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Ok Bağlayıcısı 105"/>
            <p:cNvCxnSpPr>
              <a:stCxn id="15" idx="3"/>
              <a:endCxn id="18" idx="0"/>
            </p:cNvCxnSpPr>
            <p:nvPr/>
          </p:nvCxnSpPr>
          <p:spPr>
            <a:xfrm flipH="1">
              <a:off x="9857107" y="3124933"/>
              <a:ext cx="39870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Ok Bağlayıcısı 106"/>
            <p:cNvCxnSpPr>
              <a:stCxn id="15" idx="4"/>
              <a:endCxn id="17" idx="0"/>
            </p:cNvCxnSpPr>
            <p:nvPr/>
          </p:nvCxnSpPr>
          <p:spPr>
            <a:xfrm flipH="1">
              <a:off x="10382770" y="3177654"/>
              <a:ext cx="318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9043014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8" name="Düz Ok Bağlayıcısı 108"/>
            <p:cNvCxnSpPr>
              <a:stCxn id="13" idx="4"/>
              <a:endCxn id="27" idx="0"/>
            </p:cNvCxnSpPr>
            <p:nvPr/>
          </p:nvCxnSpPr>
          <p:spPr>
            <a:xfrm>
              <a:off x="9218772" y="3177654"/>
              <a:ext cx="4242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10730246" y="381017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0" name="Düz Ok Bağlayıcısı 110"/>
            <p:cNvCxnSpPr>
              <a:stCxn id="15" idx="5"/>
              <a:endCxn id="29" idx="0"/>
            </p:cNvCxnSpPr>
            <p:nvPr/>
          </p:nvCxnSpPr>
          <p:spPr>
            <a:xfrm>
              <a:off x="10510367" y="3124933"/>
              <a:ext cx="399879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/>
            <p:cNvSpPr/>
            <p:nvPr/>
          </p:nvSpPr>
          <p:spPr>
            <a:xfrm>
              <a:off x="7159485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7874456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L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3" name="Düz Ok Bağlayıcısı 113"/>
            <p:cNvCxnSpPr>
              <a:stCxn id="16" idx="3"/>
              <a:endCxn id="31" idx="0"/>
            </p:cNvCxnSpPr>
            <p:nvPr/>
          </p:nvCxnSpPr>
          <p:spPr>
            <a:xfrm flipH="1">
              <a:off x="7339485" y="4117454"/>
              <a:ext cx="232721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Ok Bağlayıcısı 114"/>
            <p:cNvCxnSpPr>
              <a:stCxn id="16" idx="5"/>
              <a:endCxn id="32" idx="0"/>
            </p:cNvCxnSpPr>
            <p:nvPr/>
          </p:nvCxnSpPr>
          <p:spPr>
            <a:xfrm>
              <a:off x="7826764" y="4117454"/>
              <a:ext cx="227692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115"/>
            <p:cNvSpPr txBox="1"/>
            <p:nvPr/>
          </p:nvSpPr>
          <p:spPr>
            <a:xfrm>
              <a:off x="11192155" y="1483124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6" name="Metin kutusu 116"/>
            <p:cNvSpPr txBox="1"/>
            <p:nvPr/>
          </p:nvSpPr>
          <p:spPr>
            <a:xfrm>
              <a:off x="11450687" y="1857799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7" name="Metin kutusu 117"/>
            <p:cNvSpPr txBox="1"/>
            <p:nvPr/>
          </p:nvSpPr>
          <p:spPr>
            <a:xfrm>
              <a:off x="11450687" y="2802944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8" name="Metin kutusu 118"/>
            <p:cNvSpPr txBox="1"/>
            <p:nvPr/>
          </p:nvSpPr>
          <p:spPr>
            <a:xfrm>
              <a:off x="11450687" y="379546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9" name="Metin kutusu 119"/>
            <p:cNvSpPr txBox="1"/>
            <p:nvPr/>
          </p:nvSpPr>
          <p:spPr>
            <a:xfrm>
              <a:off x="11450687" y="477846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9683472" y="480269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M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Düz Ok Bağlayıcısı 121"/>
            <p:cNvCxnSpPr>
              <a:stCxn id="18" idx="4"/>
              <a:endCxn id="40" idx="0"/>
            </p:cNvCxnSpPr>
            <p:nvPr/>
          </p:nvCxnSpPr>
          <p:spPr>
            <a:xfrm>
              <a:off x="9857107" y="4170175"/>
              <a:ext cx="6365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378896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Derinlik ve Yükseklik</a:t>
            </a:r>
            <a:endParaRPr lang="tr-TR" dirty="0"/>
          </a:p>
        </p:txBody>
      </p:sp>
      <p:pic>
        <p:nvPicPr>
          <p:cNvPr id="7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199" y="1690683"/>
            <a:ext cx="6300000" cy="4458159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EAEAEA"/>
            </a:solidFill>
            <a:miter lim="800000"/>
          </a:ln>
          <a:effectLst>
            <a:reflection blurRad="12700" stA="33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19</a:t>
            </a:fld>
            <a:endParaRPr lang="en-US" dirty="0"/>
          </a:p>
        </p:txBody>
      </p:sp>
      <p:graphicFrame>
        <p:nvGraphicFramePr>
          <p:cNvPr id="8" name="Tab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286669"/>
              </p:ext>
            </p:extLst>
          </p:nvPr>
        </p:nvGraphicFramePr>
        <p:xfrm>
          <a:off x="7824651" y="1690683"/>
          <a:ext cx="3204000" cy="4450080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1068000"/>
                <a:gridCol w="1068000"/>
                <a:gridCol w="1068000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Düğüm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Yükseklik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Derinlik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A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0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B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1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1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C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0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1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D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1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1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1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F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0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G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0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H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0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0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J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1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0</a:t>
                      </a:r>
                      <a:endParaRPr lang="tr-T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 anchor="ctr"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82033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Ağaçlarda Gezinme ve Yollar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Yol, bir düğümden başlayıp diğer bir düğüme kadar olan bir </a:t>
            </a:r>
            <a:r>
              <a:rPr lang="tr-TR" dirty="0" smtClean="0"/>
              <a:t>dizidir.</a:t>
            </a:r>
          </a:p>
          <a:p>
            <a:r>
              <a:rPr lang="tr-TR" dirty="0" smtClean="0"/>
              <a:t>Düğümler </a:t>
            </a:r>
            <a:r>
              <a:rPr lang="tr-TR" dirty="0"/>
              <a:t>arasında bir kenar (</a:t>
            </a:r>
            <a:r>
              <a:rPr lang="tr-TR" dirty="0" err="1"/>
              <a:t>edge</a:t>
            </a:r>
            <a:r>
              <a:rPr lang="tr-TR" dirty="0"/>
              <a:t>) bağlantısı bulunur</a:t>
            </a:r>
            <a:r>
              <a:rPr lang="tr-TR" dirty="0" smtClean="0"/>
              <a:t>.</a:t>
            </a:r>
          </a:p>
          <a:p>
            <a:r>
              <a:rPr lang="tr-TR" b="1" dirty="0" err="1"/>
              <a:t>Notasyon</a:t>
            </a:r>
            <a:r>
              <a:rPr lang="tr-TR" b="1" dirty="0"/>
              <a:t>:</a:t>
            </a:r>
            <a:r>
              <a:rPr lang="tr-TR" dirty="0"/>
              <a:t> p=(v0​,e1​,v1​,e2​,v2​,...,ek​,</a:t>
            </a:r>
            <a:r>
              <a:rPr lang="tr-TR" dirty="0" err="1"/>
              <a:t>vk</a:t>
            </a:r>
            <a:r>
              <a:rPr lang="tr-TR" dirty="0"/>
              <a:t>​)</a:t>
            </a:r>
          </a:p>
          <a:p>
            <a:r>
              <a:rPr lang="tr-TR" b="1" dirty="0"/>
              <a:t>Start(p): </a:t>
            </a:r>
            <a:r>
              <a:rPr lang="tr-TR" dirty="0"/>
              <a:t>Yolun başlangıç düğümü.</a:t>
            </a:r>
          </a:p>
          <a:p>
            <a:r>
              <a:rPr lang="tr-TR" b="1" dirty="0" err="1"/>
              <a:t>End</a:t>
            </a:r>
            <a:r>
              <a:rPr lang="tr-TR" b="1" dirty="0"/>
              <a:t>(p): </a:t>
            </a:r>
            <a:r>
              <a:rPr lang="tr-TR" dirty="0"/>
              <a:t>Yolun son düğümü.</a:t>
            </a:r>
          </a:p>
          <a:p>
            <a:r>
              <a:rPr lang="tr-TR" b="1" dirty="0" err="1"/>
              <a:t>Length</a:t>
            </a:r>
            <a:r>
              <a:rPr lang="tr-TR" b="1" dirty="0"/>
              <a:t>(p): </a:t>
            </a:r>
            <a:r>
              <a:rPr lang="tr-TR" dirty="0"/>
              <a:t>Yolun uzunluğu, </a:t>
            </a:r>
            <a:r>
              <a:rPr lang="tr-TR" dirty="0" smtClean="0"/>
              <a:t>kenar </a:t>
            </a:r>
            <a:r>
              <a:rPr lang="tr-TR" dirty="0"/>
              <a:t>sayısı.</a:t>
            </a:r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1576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Alt Ağaç (</a:t>
            </a:r>
            <a:r>
              <a:rPr lang="tr-TR" dirty="0" err="1"/>
              <a:t>Subtree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Ağacın bir alt kısmıdır, kendisi de bir </a:t>
            </a:r>
            <a:r>
              <a:rPr lang="tr-TR" dirty="0" smtClean="0"/>
              <a:t>ağaçtır.</a:t>
            </a:r>
            <a:endParaRPr lang="tr-TR" dirty="0"/>
          </a:p>
          <a:p>
            <a:r>
              <a:rPr lang="tr-TR" dirty="0"/>
              <a:t>Bir düğümün tüm alt düğümlerini içerir.</a:t>
            </a:r>
          </a:p>
          <a:p>
            <a:r>
              <a:rPr lang="tr-TR" b="1" dirty="0"/>
              <a:t>Örnek</a:t>
            </a:r>
            <a:r>
              <a:rPr lang="tr-TR" dirty="0"/>
              <a:t>:</a:t>
            </a:r>
          </a:p>
          <a:p>
            <a:pPr lvl="1"/>
            <a:r>
              <a:rPr lang="tr-TR" dirty="0"/>
              <a:t>Bir klasörün altındaki tüm alt klasörler ve dosyalar.</a:t>
            </a:r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66618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İkili Ağaç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8299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İkili Ağaç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Her düğüm en fazla iki çocuğa sahip olabilir</a:t>
            </a:r>
            <a:r>
              <a:rPr lang="tr-TR" dirty="0" smtClean="0"/>
              <a:t>. Düğümler </a:t>
            </a:r>
            <a:r>
              <a:rPr lang="tr-TR" dirty="0"/>
              <a:t>rastgele dağılmış olabilir.</a:t>
            </a:r>
          </a:p>
          <a:p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23</a:t>
            </a:fld>
            <a:endParaRPr lang="en-US" dirty="0"/>
          </a:p>
        </p:txBody>
      </p:sp>
      <p:grpSp>
        <p:nvGrpSpPr>
          <p:cNvPr id="7" name="Grup 114"/>
          <p:cNvGrpSpPr/>
          <p:nvPr/>
        </p:nvGrpSpPr>
        <p:grpSpPr>
          <a:xfrm>
            <a:off x="3105621" y="2548110"/>
            <a:ext cx="5980759" cy="3704972"/>
            <a:chOff x="2669403" y="2484610"/>
            <a:chExt cx="5980759" cy="3704972"/>
          </a:xfrm>
        </p:grpSpPr>
        <p:cxnSp>
          <p:nvCxnSpPr>
            <p:cNvPr id="8" name="Düz Bağlayıcı 5"/>
            <p:cNvCxnSpPr/>
            <p:nvPr/>
          </p:nvCxnSpPr>
          <p:spPr>
            <a:xfrm>
              <a:off x="2673902" y="3059340"/>
              <a:ext cx="54000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Düz Bağlayıcı 6"/>
            <p:cNvCxnSpPr/>
            <p:nvPr/>
          </p:nvCxnSpPr>
          <p:spPr>
            <a:xfrm>
              <a:off x="2680043" y="3999140"/>
              <a:ext cx="54000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7"/>
            <p:cNvCxnSpPr/>
            <p:nvPr/>
          </p:nvCxnSpPr>
          <p:spPr>
            <a:xfrm>
              <a:off x="2669403" y="4991661"/>
              <a:ext cx="540000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Düz Bağlayıcı 8"/>
            <p:cNvCxnSpPr/>
            <p:nvPr/>
          </p:nvCxnSpPr>
          <p:spPr>
            <a:xfrm>
              <a:off x="2672022" y="5984182"/>
              <a:ext cx="5400000" cy="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2" name="Oval 11"/>
            <p:cNvSpPr/>
            <p:nvPr/>
          </p:nvSpPr>
          <p:spPr>
            <a:xfrm>
              <a:off x="5970005" y="29047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5266425" y="38445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3923892" y="383192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B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6651721" y="38445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3551640" y="481684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C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6970497" y="48370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6354342" y="48370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F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4926238" y="48370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0" name="Düz Ok Bağlayıcısı 18"/>
            <p:cNvCxnSpPr>
              <a:stCxn id="12" idx="3"/>
              <a:endCxn id="13" idx="0"/>
            </p:cNvCxnSpPr>
            <p:nvPr/>
          </p:nvCxnSpPr>
          <p:spPr>
            <a:xfrm flipH="1">
              <a:off x="5446425" y="3212019"/>
              <a:ext cx="576301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Ok Bağlayıcısı 19"/>
            <p:cNvCxnSpPr>
              <a:stCxn id="12" idx="5"/>
              <a:endCxn id="15" idx="0"/>
            </p:cNvCxnSpPr>
            <p:nvPr/>
          </p:nvCxnSpPr>
          <p:spPr>
            <a:xfrm>
              <a:off x="6277284" y="3212019"/>
              <a:ext cx="554437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Ok Bağlayıcısı 20"/>
            <p:cNvCxnSpPr>
              <a:stCxn id="14" idx="4"/>
              <a:endCxn id="16" idx="0"/>
            </p:cNvCxnSpPr>
            <p:nvPr/>
          </p:nvCxnSpPr>
          <p:spPr>
            <a:xfrm flipH="1">
              <a:off x="3731640" y="4191924"/>
              <a:ext cx="372252" cy="624917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Ok Bağlayıcısı 22"/>
            <p:cNvCxnSpPr>
              <a:stCxn id="15" idx="3"/>
              <a:endCxn id="18" idx="0"/>
            </p:cNvCxnSpPr>
            <p:nvPr/>
          </p:nvCxnSpPr>
          <p:spPr>
            <a:xfrm flipH="1">
              <a:off x="6534342" y="4151819"/>
              <a:ext cx="170100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  <a:endCxn id="17" idx="0"/>
            </p:cNvCxnSpPr>
            <p:nvPr/>
          </p:nvCxnSpPr>
          <p:spPr>
            <a:xfrm>
              <a:off x="6959000" y="4151819"/>
              <a:ext cx="191497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Oval 24"/>
            <p:cNvSpPr/>
            <p:nvPr/>
          </p:nvSpPr>
          <p:spPr>
            <a:xfrm>
              <a:off x="5581189" y="48370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6" name="Düz Ok Bağlayıcısı 25"/>
            <p:cNvCxnSpPr>
              <a:stCxn id="13" idx="5"/>
              <a:endCxn id="25" idx="0"/>
            </p:cNvCxnSpPr>
            <p:nvPr/>
          </p:nvCxnSpPr>
          <p:spPr>
            <a:xfrm>
              <a:off x="5573704" y="4151819"/>
              <a:ext cx="187485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Oval 26"/>
            <p:cNvSpPr/>
            <p:nvPr/>
          </p:nvSpPr>
          <p:spPr>
            <a:xfrm>
              <a:off x="7327855" y="5793655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K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28" name="Oval 27"/>
            <p:cNvSpPr/>
            <p:nvPr/>
          </p:nvSpPr>
          <p:spPr>
            <a:xfrm>
              <a:off x="3091226" y="5829582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9" name="Düz Ok Bağlayıcısı 30"/>
            <p:cNvCxnSpPr>
              <a:stCxn id="16" idx="3"/>
              <a:endCxn id="28" idx="0"/>
            </p:cNvCxnSpPr>
            <p:nvPr/>
          </p:nvCxnSpPr>
          <p:spPr>
            <a:xfrm flipH="1">
              <a:off x="3271226" y="5124120"/>
              <a:ext cx="333135" cy="70546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Metin kutusu 32"/>
            <p:cNvSpPr txBox="1"/>
            <p:nvPr/>
          </p:nvSpPr>
          <p:spPr>
            <a:xfrm>
              <a:off x="7818588" y="2484610"/>
              <a:ext cx="83157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Düzey</a:t>
              </a:r>
              <a:endParaRPr lang="tr-TR" sz="2000" dirty="0"/>
            </a:p>
          </p:txBody>
        </p:sp>
        <p:sp>
          <p:nvSpPr>
            <p:cNvPr id="31" name="Metin kutusu 33"/>
            <p:cNvSpPr txBox="1"/>
            <p:nvPr/>
          </p:nvSpPr>
          <p:spPr>
            <a:xfrm>
              <a:off x="8077120" y="2859285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1</a:t>
              </a:r>
              <a:endParaRPr lang="tr-TR" sz="2000" dirty="0"/>
            </a:p>
          </p:txBody>
        </p:sp>
        <p:sp>
          <p:nvSpPr>
            <p:cNvPr id="32" name="Metin kutusu 34"/>
            <p:cNvSpPr txBox="1"/>
            <p:nvPr/>
          </p:nvSpPr>
          <p:spPr>
            <a:xfrm>
              <a:off x="8077120" y="3804430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2</a:t>
              </a:r>
              <a:endParaRPr lang="tr-TR" sz="2000" dirty="0"/>
            </a:p>
          </p:txBody>
        </p:sp>
        <p:sp>
          <p:nvSpPr>
            <p:cNvPr id="33" name="Metin kutusu 35"/>
            <p:cNvSpPr txBox="1"/>
            <p:nvPr/>
          </p:nvSpPr>
          <p:spPr>
            <a:xfrm>
              <a:off x="8077120" y="4796951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3</a:t>
              </a:r>
              <a:endParaRPr lang="tr-TR" sz="2000" dirty="0"/>
            </a:p>
          </p:txBody>
        </p:sp>
        <p:sp>
          <p:nvSpPr>
            <p:cNvPr id="34" name="Metin kutusu 36"/>
            <p:cNvSpPr txBox="1"/>
            <p:nvPr/>
          </p:nvSpPr>
          <p:spPr>
            <a:xfrm>
              <a:off x="8077120" y="5779947"/>
              <a:ext cx="3145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4</a:t>
              </a:r>
              <a:endParaRPr lang="tr-TR" sz="2000" dirty="0"/>
            </a:p>
          </p:txBody>
        </p:sp>
        <p:sp>
          <p:nvSpPr>
            <p:cNvPr id="35" name="Oval 34"/>
            <p:cNvSpPr/>
            <p:nvPr/>
          </p:nvSpPr>
          <p:spPr>
            <a:xfrm>
              <a:off x="6044793" y="5829582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J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6" name="Düz Ok Bağlayıcısı 38"/>
            <p:cNvCxnSpPr>
              <a:stCxn id="18" idx="3"/>
              <a:endCxn id="35" idx="0"/>
            </p:cNvCxnSpPr>
            <p:nvPr/>
          </p:nvCxnSpPr>
          <p:spPr>
            <a:xfrm flipH="1">
              <a:off x="6224793" y="5144340"/>
              <a:ext cx="182270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Oval 36"/>
            <p:cNvSpPr/>
            <p:nvPr/>
          </p:nvSpPr>
          <p:spPr>
            <a:xfrm>
              <a:off x="4476131" y="29047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8" name="Düz Ok Bağlayıcısı 65"/>
            <p:cNvCxnSpPr>
              <a:stCxn id="37" idx="4"/>
              <a:endCxn id="14" idx="7"/>
            </p:cNvCxnSpPr>
            <p:nvPr/>
          </p:nvCxnSpPr>
          <p:spPr>
            <a:xfrm flipH="1">
              <a:off x="4231171" y="3264740"/>
              <a:ext cx="424960" cy="619905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Düz Bağlayıcı 78"/>
            <p:cNvCxnSpPr>
              <a:stCxn id="13" idx="3"/>
              <a:endCxn id="19" idx="0"/>
            </p:cNvCxnSpPr>
            <p:nvPr/>
          </p:nvCxnSpPr>
          <p:spPr>
            <a:xfrm flipH="1">
              <a:off x="5106238" y="4151819"/>
              <a:ext cx="212908" cy="68524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Oval 39"/>
            <p:cNvSpPr/>
            <p:nvPr/>
          </p:nvSpPr>
          <p:spPr>
            <a:xfrm>
              <a:off x="4550045" y="5827913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H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70045" y="5825402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2" name="Düz Bağlayıcı 82"/>
            <p:cNvCxnSpPr>
              <a:stCxn id="19" idx="3"/>
              <a:endCxn id="40" idx="0"/>
            </p:cNvCxnSpPr>
            <p:nvPr/>
          </p:nvCxnSpPr>
          <p:spPr>
            <a:xfrm flipH="1">
              <a:off x="4730045" y="5144340"/>
              <a:ext cx="248914" cy="68357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Düz Bağlayıcı 86"/>
            <p:cNvCxnSpPr>
              <a:stCxn id="19" idx="5"/>
              <a:endCxn id="41" idx="0"/>
            </p:cNvCxnSpPr>
            <p:nvPr/>
          </p:nvCxnSpPr>
          <p:spPr>
            <a:xfrm>
              <a:off x="5233517" y="5144340"/>
              <a:ext cx="216528" cy="68106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Düz Ok Bağlayıcısı 89"/>
            <p:cNvCxnSpPr>
              <a:stCxn id="17" idx="5"/>
              <a:endCxn id="27" idx="0"/>
            </p:cNvCxnSpPr>
            <p:nvPr/>
          </p:nvCxnSpPr>
          <p:spPr>
            <a:xfrm>
              <a:off x="7277776" y="5144340"/>
              <a:ext cx="230079" cy="649315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34002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Dolu Ağaç </a:t>
            </a:r>
            <a:r>
              <a:rPr lang="tr-TR" dirty="0"/>
              <a:t>(Full </a:t>
            </a:r>
            <a:r>
              <a:rPr lang="tr-TR" dirty="0" err="1"/>
              <a:t>Tree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Her düğümün ya hiç çocuğu yoktur ya da iki çocuğu vardır</a:t>
            </a:r>
            <a:r>
              <a:rPr lang="tr-TR" dirty="0" smtClean="0"/>
              <a:t>.</a:t>
            </a:r>
            <a:endParaRPr lang="tr-TR" dirty="0"/>
          </a:p>
          <a:p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24</a:t>
            </a:fld>
            <a:endParaRPr lang="en-US" dirty="0"/>
          </a:p>
        </p:txBody>
      </p:sp>
      <p:grpSp>
        <p:nvGrpSpPr>
          <p:cNvPr id="7" name="Grup 113"/>
          <p:cNvGrpSpPr/>
          <p:nvPr/>
        </p:nvGrpSpPr>
        <p:grpSpPr>
          <a:xfrm>
            <a:off x="3522285" y="2968240"/>
            <a:ext cx="5147430" cy="3283173"/>
            <a:chOff x="3302608" y="2968240"/>
            <a:chExt cx="5147430" cy="3283173"/>
          </a:xfrm>
        </p:grpSpPr>
        <p:sp>
          <p:nvSpPr>
            <p:cNvPr id="8" name="Oval 7"/>
            <p:cNvSpPr/>
            <p:nvPr/>
          </p:nvSpPr>
          <p:spPr>
            <a:xfrm>
              <a:off x="5651481" y="29682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435281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708793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3678801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12" name="Düz Ok Bağlayıcısı 55"/>
            <p:cNvCxnSpPr>
              <a:stCxn id="8" idx="3"/>
              <a:endCxn id="9" idx="0"/>
            </p:cNvCxnSpPr>
            <p:nvPr/>
          </p:nvCxnSpPr>
          <p:spPr>
            <a:xfrm flipH="1">
              <a:off x="4532819" y="3275519"/>
              <a:ext cx="1171383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Düz Ok Bağlayıcısı 56"/>
            <p:cNvCxnSpPr>
              <a:stCxn id="8" idx="5"/>
              <a:endCxn id="10" idx="0"/>
            </p:cNvCxnSpPr>
            <p:nvPr/>
          </p:nvCxnSpPr>
          <p:spPr>
            <a:xfrm>
              <a:off x="5958760" y="3275519"/>
              <a:ext cx="1309179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Oval 13"/>
            <p:cNvSpPr/>
            <p:nvPr/>
          </p:nvSpPr>
          <p:spPr>
            <a:xfrm>
              <a:off x="5001412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15" name="Düz Ok Bağlayıcısı 61"/>
            <p:cNvCxnSpPr>
              <a:stCxn id="9" idx="5"/>
              <a:endCxn id="14" idx="0"/>
            </p:cNvCxnSpPr>
            <p:nvPr/>
          </p:nvCxnSpPr>
          <p:spPr>
            <a:xfrm>
              <a:off x="4660098" y="4215319"/>
              <a:ext cx="521314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Düz Bağlayıcı 74"/>
            <p:cNvCxnSpPr>
              <a:stCxn id="9" idx="3"/>
              <a:endCxn id="11" idx="0"/>
            </p:cNvCxnSpPr>
            <p:nvPr/>
          </p:nvCxnSpPr>
          <p:spPr>
            <a:xfrm flipH="1">
              <a:off x="3858801" y="4215319"/>
              <a:ext cx="546739" cy="68524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Oval 16"/>
            <p:cNvSpPr/>
            <p:nvPr/>
          </p:nvSpPr>
          <p:spPr>
            <a:xfrm>
              <a:off x="3302608" y="5891413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4022608" y="5888902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19" name="Düz Bağlayıcı 77"/>
            <p:cNvCxnSpPr>
              <a:stCxn id="11" idx="3"/>
              <a:endCxn id="17" idx="0"/>
            </p:cNvCxnSpPr>
            <p:nvPr/>
          </p:nvCxnSpPr>
          <p:spPr>
            <a:xfrm flipH="1">
              <a:off x="3482608" y="5207840"/>
              <a:ext cx="248914" cy="68357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Düz Bağlayıcı 78"/>
            <p:cNvCxnSpPr>
              <a:stCxn id="11" idx="5"/>
              <a:endCxn id="18" idx="0"/>
            </p:cNvCxnSpPr>
            <p:nvPr/>
          </p:nvCxnSpPr>
          <p:spPr>
            <a:xfrm>
              <a:off x="3986080" y="5207840"/>
              <a:ext cx="216528" cy="68106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Oval 20"/>
            <p:cNvSpPr/>
            <p:nvPr/>
          </p:nvSpPr>
          <p:spPr>
            <a:xfrm>
              <a:off x="4633984" y="5882669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5353984" y="5880158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3" name="Düz Bağlayıcı 82"/>
            <p:cNvCxnSpPr>
              <a:stCxn id="14" idx="3"/>
              <a:endCxn id="21" idx="0"/>
            </p:cNvCxnSpPr>
            <p:nvPr/>
          </p:nvCxnSpPr>
          <p:spPr>
            <a:xfrm flipH="1">
              <a:off x="4813984" y="5207840"/>
              <a:ext cx="240149" cy="674829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Bağlayıcı 83"/>
            <p:cNvCxnSpPr>
              <a:stCxn id="14" idx="5"/>
              <a:endCxn id="22" idx="0"/>
            </p:cNvCxnSpPr>
            <p:nvPr/>
          </p:nvCxnSpPr>
          <p:spPr>
            <a:xfrm>
              <a:off x="5308691" y="5207840"/>
              <a:ext cx="225293" cy="67231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Oval 24"/>
            <p:cNvSpPr/>
            <p:nvPr/>
          </p:nvSpPr>
          <p:spPr>
            <a:xfrm>
              <a:off x="6414855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7737466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7" name="Düz Ok Bağlayıcısı 101"/>
            <p:cNvCxnSpPr>
              <a:stCxn id="10" idx="5"/>
              <a:endCxn id="26" idx="0"/>
            </p:cNvCxnSpPr>
            <p:nvPr/>
          </p:nvCxnSpPr>
          <p:spPr>
            <a:xfrm>
              <a:off x="7395218" y="4215319"/>
              <a:ext cx="522248" cy="673987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Düz Bağlayıcı 102"/>
            <p:cNvCxnSpPr>
              <a:stCxn id="10" idx="3"/>
              <a:endCxn id="25" idx="0"/>
            </p:cNvCxnSpPr>
            <p:nvPr/>
          </p:nvCxnSpPr>
          <p:spPr>
            <a:xfrm flipH="1">
              <a:off x="6594855" y="4215319"/>
              <a:ext cx="545805" cy="6739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/>
            <p:cNvSpPr/>
            <p:nvPr/>
          </p:nvSpPr>
          <p:spPr>
            <a:xfrm>
              <a:off x="6038662" y="5880158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0" name="Oval 29"/>
            <p:cNvSpPr/>
            <p:nvPr/>
          </p:nvSpPr>
          <p:spPr>
            <a:xfrm>
              <a:off x="6758662" y="5877647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1" name="Düz Bağlayıcı 105"/>
            <p:cNvCxnSpPr>
              <a:stCxn id="25" idx="3"/>
              <a:endCxn id="29" idx="0"/>
            </p:cNvCxnSpPr>
            <p:nvPr/>
          </p:nvCxnSpPr>
          <p:spPr>
            <a:xfrm flipH="1">
              <a:off x="6218662" y="5196585"/>
              <a:ext cx="248914" cy="68357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Düz Bağlayıcı 106"/>
            <p:cNvCxnSpPr>
              <a:stCxn id="25" idx="5"/>
              <a:endCxn id="30" idx="0"/>
            </p:cNvCxnSpPr>
            <p:nvPr/>
          </p:nvCxnSpPr>
          <p:spPr>
            <a:xfrm>
              <a:off x="6722134" y="5196585"/>
              <a:ext cx="216528" cy="68106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Oval 32"/>
            <p:cNvSpPr/>
            <p:nvPr/>
          </p:nvSpPr>
          <p:spPr>
            <a:xfrm>
              <a:off x="7370038" y="5871414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8090038" y="5868903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35" name="Düz Bağlayıcı 109"/>
            <p:cNvCxnSpPr>
              <a:stCxn id="26" idx="3"/>
              <a:endCxn id="33" idx="0"/>
            </p:cNvCxnSpPr>
            <p:nvPr/>
          </p:nvCxnSpPr>
          <p:spPr>
            <a:xfrm flipH="1">
              <a:off x="7550038" y="5196585"/>
              <a:ext cx="240149" cy="674829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Düz Bağlayıcı 110"/>
            <p:cNvCxnSpPr>
              <a:stCxn id="26" idx="5"/>
              <a:endCxn id="34" idx="0"/>
            </p:cNvCxnSpPr>
            <p:nvPr/>
          </p:nvCxnSpPr>
          <p:spPr>
            <a:xfrm>
              <a:off x="8044745" y="5196585"/>
              <a:ext cx="225293" cy="67231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7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63872" y="3037837"/>
            <a:ext cx="2038350" cy="151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620120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Tam </a:t>
            </a:r>
            <a:r>
              <a:rPr lang="tr-TR" dirty="0"/>
              <a:t>Ağaç (Complete </a:t>
            </a:r>
            <a:r>
              <a:rPr lang="tr-TR" dirty="0" err="1"/>
              <a:t>Tree</a:t>
            </a:r>
            <a:r>
              <a:rPr lang="tr-TR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 smtClean="0"/>
              <a:t>Son </a:t>
            </a:r>
            <a:r>
              <a:rPr lang="tr-TR" dirty="0"/>
              <a:t>seviyede bazı düğümler eksik olabilir</a:t>
            </a:r>
            <a:r>
              <a:rPr lang="tr-TR" dirty="0" smtClean="0"/>
              <a:t>. </a:t>
            </a:r>
            <a:r>
              <a:rPr lang="tr-TR" dirty="0" smtClean="0"/>
              <a:t>En alt seviyedeki </a:t>
            </a:r>
            <a:r>
              <a:rPr lang="tr-TR" dirty="0"/>
              <a:t>düğümler soldan sağa doğru </a:t>
            </a:r>
            <a:r>
              <a:rPr lang="tr-TR" dirty="0" smtClean="0"/>
              <a:t>yerleştirilmiştir.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25</a:t>
            </a:fld>
            <a:endParaRPr lang="en-US" dirty="0"/>
          </a:p>
        </p:txBody>
      </p:sp>
      <p:grpSp>
        <p:nvGrpSpPr>
          <p:cNvPr id="37" name="Grup 113"/>
          <p:cNvGrpSpPr/>
          <p:nvPr/>
        </p:nvGrpSpPr>
        <p:grpSpPr>
          <a:xfrm>
            <a:off x="3522285" y="2968240"/>
            <a:ext cx="4794858" cy="3283173"/>
            <a:chOff x="3302608" y="2968240"/>
            <a:chExt cx="4794858" cy="3283173"/>
          </a:xfrm>
        </p:grpSpPr>
        <p:sp>
          <p:nvSpPr>
            <p:cNvPr id="38" name="Oval 37"/>
            <p:cNvSpPr/>
            <p:nvPr/>
          </p:nvSpPr>
          <p:spPr>
            <a:xfrm>
              <a:off x="5651481" y="29682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1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435281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2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708793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3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3678801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4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2" name="Düz Ok Bağlayıcısı 55"/>
            <p:cNvCxnSpPr>
              <a:stCxn id="38" idx="3"/>
              <a:endCxn id="39" idx="0"/>
            </p:cNvCxnSpPr>
            <p:nvPr/>
          </p:nvCxnSpPr>
          <p:spPr>
            <a:xfrm flipH="1">
              <a:off x="4532819" y="3275519"/>
              <a:ext cx="1171383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Düz Ok Bağlayıcısı 56"/>
            <p:cNvCxnSpPr>
              <a:stCxn id="38" idx="5"/>
              <a:endCxn id="40" idx="0"/>
            </p:cNvCxnSpPr>
            <p:nvPr/>
          </p:nvCxnSpPr>
          <p:spPr>
            <a:xfrm>
              <a:off x="5958760" y="3275519"/>
              <a:ext cx="1309179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Oval 43"/>
            <p:cNvSpPr/>
            <p:nvPr/>
          </p:nvSpPr>
          <p:spPr>
            <a:xfrm>
              <a:off x="5001412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5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45" name="Düz Ok Bağlayıcısı 61"/>
            <p:cNvCxnSpPr>
              <a:stCxn id="39" idx="5"/>
              <a:endCxn id="44" idx="0"/>
            </p:cNvCxnSpPr>
            <p:nvPr/>
          </p:nvCxnSpPr>
          <p:spPr>
            <a:xfrm>
              <a:off x="4660098" y="4215319"/>
              <a:ext cx="521314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Düz Bağlayıcı 74"/>
            <p:cNvCxnSpPr>
              <a:stCxn id="39" idx="3"/>
              <a:endCxn id="41" idx="0"/>
            </p:cNvCxnSpPr>
            <p:nvPr/>
          </p:nvCxnSpPr>
          <p:spPr>
            <a:xfrm flipH="1">
              <a:off x="3858801" y="4215319"/>
              <a:ext cx="546739" cy="68524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Oval 46"/>
            <p:cNvSpPr/>
            <p:nvPr/>
          </p:nvSpPr>
          <p:spPr>
            <a:xfrm>
              <a:off x="3302608" y="5891413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>
                  <a:solidFill>
                    <a:schemeClr val="tx1"/>
                  </a:solidFill>
                </a:rPr>
                <a:t>8</a:t>
              </a:r>
            </a:p>
          </p:txBody>
        </p:sp>
        <p:sp>
          <p:nvSpPr>
            <p:cNvPr id="48" name="Oval 47"/>
            <p:cNvSpPr/>
            <p:nvPr/>
          </p:nvSpPr>
          <p:spPr>
            <a:xfrm>
              <a:off x="4022608" y="5888902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>
                  <a:solidFill>
                    <a:schemeClr val="tx1"/>
                  </a:solidFill>
                </a:rPr>
                <a:t>9</a:t>
              </a:r>
            </a:p>
          </p:txBody>
        </p:sp>
        <p:cxnSp>
          <p:nvCxnSpPr>
            <p:cNvPr id="49" name="Düz Bağlayıcı 77"/>
            <p:cNvCxnSpPr>
              <a:stCxn id="41" idx="3"/>
              <a:endCxn id="47" idx="0"/>
            </p:cNvCxnSpPr>
            <p:nvPr/>
          </p:nvCxnSpPr>
          <p:spPr>
            <a:xfrm flipH="1">
              <a:off x="3482608" y="5207840"/>
              <a:ext cx="248914" cy="68357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Düz Bağlayıcı 78"/>
            <p:cNvCxnSpPr>
              <a:stCxn id="41" idx="5"/>
              <a:endCxn id="48" idx="0"/>
            </p:cNvCxnSpPr>
            <p:nvPr/>
          </p:nvCxnSpPr>
          <p:spPr>
            <a:xfrm>
              <a:off x="3986080" y="5207840"/>
              <a:ext cx="216528" cy="68106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Oval 50"/>
            <p:cNvSpPr/>
            <p:nvPr/>
          </p:nvSpPr>
          <p:spPr>
            <a:xfrm>
              <a:off x="4633984" y="5882669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10</a:t>
              </a:r>
            </a:p>
          </p:txBody>
        </p:sp>
        <p:cxnSp>
          <p:nvCxnSpPr>
            <p:cNvPr id="52" name="Düz Bağlayıcı 82"/>
            <p:cNvCxnSpPr>
              <a:stCxn id="44" idx="3"/>
              <a:endCxn id="51" idx="0"/>
            </p:cNvCxnSpPr>
            <p:nvPr/>
          </p:nvCxnSpPr>
          <p:spPr>
            <a:xfrm flipH="1">
              <a:off x="4813984" y="5207840"/>
              <a:ext cx="240149" cy="674829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Oval 52"/>
            <p:cNvSpPr/>
            <p:nvPr/>
          </p:nvSpPr>
          <p:spPr>
            <a:xfrm>
              <a:off x="6414855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6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54" name="Oval 53"/>
            <p:cNvSpPr/>
            <p:nvPr/>
          </p:nvSpPr>
          <p:spPr>
            <a:xfrm>
              <a:off x="7737466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7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Düz Ok Bağlayıcısı 101"/>
            <p:cNvCxnSpPr>
              <a:stCxn id="40" idx="5"/>
              <a:endCxn id="54" idx="0"/>
            </p:cNvCxnSpPr>
            <p:nvPr/>
          </p:nvCxnSpPr>
          <p:spPr>
            <a:xfrm>
              <a:off x="7395218" y="4215319"/>
              <a:ext cx="522248" cy="673987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Düz Bağlayıcı 102"/>
            <p:cNvCxnSpPr>
              <a:stCxn id="40" idx="3"/>
              <a:endCxn id="53" idx="0"/>
            </p:cNvCxnSpPr>
            <p:nvPr/>
          </p:nvCxnSpPr>
          <p:spPr>
            <a:xfrm flipH="1">
              <a:off x="6594855" y="4215319"/>
              <a:ext cx="545805" cy="6739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364715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Ne Tam Ne Dolu Ağaç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 smtClean="0"/>
              <a:t>Düğüm </a:t>
            </a:r>
            <a:r>
              <a:rPr lang="tr-TR" smtClean="0"/>
              <a:t>5’in tek </a:t>
            </a:r>
            <a:r>
              <a:rPr lang="tr-TR" dirty="0" smtClean="0"/>
              <a:t>çocuğu var. En alt seviyedeki </a:t>
            </a:r>
            <a:r>
              <a:rPr lang="tr-TR" dirty="0"/>
              <a:t>düğümler soldan sağa doğru </a:t>
            </a:r>
            <a:r>
              <a:rPr lang="tr-TR" dirty="0" smtClean="0"/>
              <a:t>yerleştirilmemiştir</a:t>
            </a:r>
            <a:r>
              <a:rPr lang="tr-TR" dirty="0"/>
              <a:t>.</a:t>
            </a:r>
          </a:p>
          <a:p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26</a:t>
            </a:fld>
            <a:endParaRPr lang="en-US" dirty="0"/>
          </a:p>
        </p:txBody>
      </p:sp>
      <p:grpSp>
        <p:nvGrpSpPr>
          <p:cNvPr id="7" name="Grup 113"/>
          <p:cNvGrpSpPr/>
          <p:nvPr/>
        </p:nvGrpSpPr>
        <p:grpSpPr>
          <a:xfrm>
            <a:off x="3522285" y="2968240"/>
            <a:ext cx="4794858" cy="3283173"/>
            <a:chOff x="3302608" y="2968240"/>
            <a:chExt cx="4794858" cy="3283173"/>
          </a:xfrm>
        </p:grpSpPr>
        <p:sp>
          <p:nvSpPr>
            <p:cNvPr id="8" name="Oval 7"/>
            <p:cNvSpPr/>
            <p:nvPr/>
          </p:nvSpPr>
          <p:spPr>
            <a:xfrm>
              <a:off x="5651481" y="29682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1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435281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2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708793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3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3678801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4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12" name="Düz Ok Bağlayıcısı 55"/>
            <p:cNvCxnSpPr>
              <a:stCxn id="8" idx="3"/>
              <a:endCxn id="9" idx="0"/>
            </p:cNvCxnSpPr>
            <p:nvPr/>
          </p:nvCxnSpPr>
          <p:spPr>
            <a:xfrm flipH="1">
              <a:off x="4532819" y="3275519"/>
              <a:ext cx="1171383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Düz Ok Bağlayıcısı 56"/>
            <p:cNvCxnSpPr>
              <a:stCxn id="8" idx="5"/>
              <a:endCxn id="10" idx="0"/>
            </p:cNvCxnSpPr>
            <p:nvPr/>
          </p:nvCxnSpPr>
          <p:spPr>
            <a:xfrm>
              <a:off x="5958760" y="3275519"/>
              <a:ext cx="1309179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Oval 13"/>
            <p:cNvSpPr/>
            <p:nvPr/>
          </p:nvSpPr>
          <p:spPr>
            <a:xfrm>
              <a:off x="5001412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5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15" name="Düz Ok Bağlayıcısı 61"/>
            <p:cNvCxnSpPr>
              <a:stCxn id="9" idx="5"/>
              <a:endCxn id="14" idx="0"/>
            </p:cNvCxnSpPr>
            <p:nvPr/>
          </p:nvCxnSpPr>
          <p:spPr>
            <a:xfrm>
              <a:off x="4660098" y="4215319"/>
              <a:ext cx="521314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Düz Bağlayıcı 74"/>
            <p:cNvCxnSpPr>
              <a:stCxn id="9" idx="3"/>
              <a:endCxn id="11" idx="0"/>
            </p:cNvCxnSpPr>
            <p:nvPr/>
          </p:nvCxnSpPr>
          <p:spPr>
            <a:xfrm flipH="1">
              <a:off x="3858801" y="4215319"/>
              <a:ext cx="546739" cy="68524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Oval 16"/>
            <p:cNvSpPr/>
            <p:nvPr/>
          </p:nvSpPr>
          <p:spPr>
            <a:xfrm>
              <a:off x="3302608" y="5891413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>
                  <a:solidFill>
                    <a:schemeClr val="tx1"/>
                  </a:solidFill>
                </a:rPr>
                <a:t>8</a:t>
              </a:r>
            </a:p>
          </p:txBody>
        </p:sp>
        <p:sp>
          <p:nvSpPr>
            <p:cNvPr id="18" name="Oval 17"/>
            <p:cNvSpPr/>
            <p:nvPr/>
          </p:nvSpPr>
          <p:spPr>
            <a:xfrm>
              <a:off x="4022608" y="5888902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>
                  <a:solidFill>
                    <a:schemeClr val="tx1"/>
                  </a:solidFill>
                </a:rPr>
                <a:t>9</a:t>
              </a:r>
            </a:p>
          </p:txBody>
        </p:sp>
        <p:cxnSp>
          <p:nvCxnSpPr>
            <p:cNvPr id="19" name="Düz Bağlayıcı 77"/>
            <p:cNvCxnSpPr>
              <a:stCxn id="11" idx="3"/>
              <a:endCxn id="17" idx="0"/>
            </p:cNvCxnSpPr>
            <p:nvPr/>
          </p:nvCxnSpPr>
          <p:spPr>
            <a:xfrm flipH="1">
              <a:off x="3482608" y="5207840"/>
              <a:ext cx="248914" cy="68357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Düz Bağlayıcı 78"/>
            <p:cNvCxnSpPr>
              <a:stCxn id="11" idx="5"/>
              <a:endCxn id="18" idx="0"/>
            </p:cNvCxnSpPr>
            <p:nvPr/>
          </p:nvCxnSpPr>
          <p:spPr>
            <a:xfrm>
              <a:off x="3986080" y="5207840"/>
              <a:ext cx="216528" cy="68106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Oval 20"/>
            <p:cNvSpPr/>
            <p:nvPr/>
          </p:nvSpPr>
          <p:spPr>
            <a:xfrm>
              <a:off x="5353984" y="5880158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2" name="Düz Bağlayıcı 83"/>
            <p:cNvCxnSpPr>
              <a:stCxn id="14" idx="5"/>
              <a:endCxn id="21" idx="0"/>
            </p:cNvCxnSpPr>
            <p:nvPr/>
          </p:nvCxnSpPr>
          <p:spPr>
            <a:xfrm>
              <a:off x="5308691" y="5207840"/>
              <a:ext cx="225293" cy="67231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Oval 22"/>
            <p:cNvSpPr/>
            <p:nvPr/>
          </p:nvSpPr>
          <p:spPr>
            <a:xfrm>
              <a:off x="6414855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6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7737466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7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cxnSp>
          <p:nvCxnSpPr>
            <p:cNvPr id="25" name="Düz Ok Bağlayıcısı 101"/>
            <p:cNvCxnSpPr>
              <a:stCxn id="10" idx="5"/>
              <a:endCxn id="24" idx="0"/>
            </p:cNvCxnSpPr>
            <p:nvPr/>
          </p:nvCxnSpPr>
          <p:spPr>
            <a:xfrm>
              <a:off x="7395218" y="4215319"/>
              <a:ext cx="522248" cy="673987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102"/>
            <p:cNvCxnSpPr>
              <a:stCxn id="10" idx="3"/>
              <a:endCxn id="23" idx="0"/>
            </p:cNvCxnSpPr>
            <p:nvPr/>
          </p:nvCxnSpPr>
          <p:spPr>
            <a:xfrm flipH="1">
              <a:off x="6594855" y="4215319"/>
              <a:ext cx="545805" cy="6739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32639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Dizi Temsili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/>
              <a:t>İkili ağaçlar, dizilerle temsil edilebilir.</a:t>
            </a:r>
          </a:p>
          <a:p>
            <a:r>
              <a:rPr lang="tr-TR" dirty="0"/>
              <a:t>İndeks hesaplaması için </a:t>
            </a:r>
            <a:r>
              <a:rPr lang="tr-TR" dirty="0" smtClean="0"/>
              <a:t>düğümün </a:t>
            </a:r>
            <a:r>
              <a:rPr lang="tr-TR" dirty="0"/>
              <a:t>seviyesi ve </a:t>
            </a:r>
            <a:r>
              <a:rPr lang="tr-TR" dirty="0" smtClean="0"/>
              <a:t>konumu kullanılır</a:t>
            </a:r>
            <a:r>
              <a:rPr lang="tr-TR" dirty="0"/>
              <a:t>.</a:t>
            </a:r>
          </a:p>
          <a:p>
            <a:pPr lvl="1"/>
            <a:r>
              <a:rPr lang="tr-TR" dirty="0" smtClean="0"/>
              <a:t>Sol </a:t>
            </a:r>
            <a:r>
              <a:rPr lang="tr-TR" dirty="0"/>
              <a:t>çocuğunun indeksi </a:t>
            </a:r>
            <a:r>
              <a:rPr lang="tr-TR" b="1" dirty="0" smtClean="0"/>
              <a:t>«e» </a:t>
            </a:r>
            <a:r>
              <a:rPr lang="tr-TR" dirty="0"/>
              <a:t>ise, sağ çocuğunun indeksi </a:t>
            </a:r>
            <a:r>
              <a:rPr lang="tr-TR" b="1" dirty="0" smtClean="0"/>
              <a:t>«e+1» </a:t>
            </a:r>
            <a:r>
              <a:rPr lang="tr-TR" dirty="0"/>
              <a:t>olur.</a:t>
            </a:r>
          </a:p>
          <a:p>
            <a:pPr lvl="1"/>
            <a:r>
              <a:rPr lang="tr-TR" dirty="0"/>
              <a:t>Her düğümün </a:t>
            </a:r>
            <a:r>
              <a:rPr lang="tr-TR" dirty="0" smtClean="0"/>
              <a:t>ata düğümünün </a:t>
            </a:r>
            <a:r>
              <a:rPr lang="tr-TR" dirty="0"/>
              <a:t>indeksi </a:t>
            </a:r>
            <a:r>
              <a:rPr lang="tr-TR" b="1" dirty="0" smtClean="0"/>
              <a:t>«(</a:t>
            </a:r>
            <a:r>
              <a:rPr lang="tr-TR" b="1" dirty="0"/>
              <a:t>e/2</a:t>
            </a:r>
            <a:r>
              <a:rPr lang="tr-TR" b="1" dirty="0" smtClean="0"/>
              <a:t>)» </a:t>
            </a:r>
            <a:r>
              <a:rPr lang="tr-TR" dirty="0"/>
              <a:t>olur</a:t>
            </a:r>
            <a:r>
              <a:rPr lang="tr-TR" dirty="0" smtClean="0"/>
              <a:t>.</a:t>
            </a:r>
          </a:p>
          <a:p>
            <a:pPr lvl="1"/>
            <a:r>
              <a:rPr lang="tr-TR" dirty="0" smtClean="0"/>
              <a:t>Çocuk düğümlerin indeksi «</a:t>
            </a:r>
            <a:r>
              <a:rPr lang="tr-TR" b="1" dirty="0" smtClean="0"/>
              <a:t>2*e»</a:t>
            </a:r>
            <a:r>
              <a:rPr lang="tr-TR" dirty="0" smtClean="0"/>
              <a:t> ve «</a:t>
            </a:r>
            <a:r>
              <a:rPr lang="tr-TR" b="1" dirty="0" smtClean="0"/>
              <a:t>2*e+1»</a:t>
            </a:r>
            <a:r>
              <a:rPr lang="tr-TR" dirty="0" smtClean="0"/>
              <a:t> olur.</a:t>
            </a:r>
            <a:endParaRPr lang="tr-TR" dirty="0"/>
          </a:p>
          <a:p>
            <a:r>
              <a:rPr lang="tr-TR" dirty="0" smtClean="0"/>
              <a:t>Düşük maliyet ve yüksek hız </a:t>
            </a:r>
            <a:r>
              <a:rPr lang="tr-TR" dirty="0"/>
              <a:t>avantajlarına </a:t>
            </a:r>
            <a:r>
              <a:rPr lang="tr-TR" dirty="0" smtClean="0"/>
              <a:t>sahiptir</a:t>
            </a:r>
          </a:p>
          <a:p>
            <a:r>
              <a:rPr lang="tr-TR" dirty="0" smtClean="0"/>
              <a:t>Dinamik </a:t>
            </a:r>
            <a:r>
              <a:rPr lang="tr-TR" dirty="0"/>
              <a:t>yapıları temsil etmek için uygun değildir.</a:t>
            </a:r>
            <a:endParaRPr lang="tr-TR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4296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Dizi Temsili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r>
              <a:rPr lang="tr-TR" dirty="0" smtClean="0"/>
              <a:t>Derinlik k, 2</a:t>
            </a:r>
            <a:r>
              <a:rPr lang="tr-TR" baseline="30000" dirty="0" smtClean="0"/>
              <a:t>k</a:t>
            </a:r>
            <a:r>
              <a:rPr lang="tr-TR" dirty="0" smtClean="0"/>
              <a:t> – 1 eleman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28</a:t>
            </a:fld>
            <a:endParaRPr lang="en-US" dirty="0"/>
          </a:p>
        </p:txBody>
      </p:sp>
      <p:grpSp>
        <p:nvGrpSpPr>
          <p:cNvPr id="7" name="Grup 51"/>
          <p:cNvGrpSpPr/>
          <p:nvPr/>
        </p:nvGrpSpPr>
        <p:grpSpPr>
          <a:xfrm>
            <a:off x="2368108" y="2053361"/>
            <a:ext cx="4440061" cy="3318653"/>
            <a:chOff x="6487175" y="1510681"/>
            <a:chExt cx="4440061" cy="3318653"/>
          </a:xfrm>
        </p:grpSpPr>
        <p:grpSp>
          <p:nvGrpSpPr>
            <p:cNvPr id="8" name="Grup 4"/>
            <p:cNvGrpSpPr/>
            <p:nvPr/>
          </p:nvGrpSpPr>
          <p:grpSpPr>
            <a:xfrm>
              <a:off x="6566350" y="1843314"/>
              <a:ext cx="4360886" cy="2986020"/>
              <a:chOff x="3302608" y="2968240"/>
              <a:chExt cx="4794858" cy="3283173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5651481" y="2968240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A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4352819" y="3908040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B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7087939" y="3908040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C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Oval 20"/>
              <p:cNvSpPr/>
              <p:nvPr/>
            </p:nvSpPr>
            <p:spPr>
              <a:xfrm>
                <a:off x="3678801" y="4900561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D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22" name="Düz Ok Bağlayıcısı 9"/>
              <p:cNvCxnSpPr>
                <a:stCxn id="18" idx="3"/>
                <a:endCxn id="19" idx="0"/>
              </p:cNvCxnSpPr>
              <p:nvPr/>
            </p:nvCxnSpPr>
            <p:spPr>
              <a:xfrm flipH="1">
                <a:off x="4532819" y="3275519"/>
                <a:ext cx="1171383" cy="63252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Ok Bağlayıcısı 10"/>
              <p:cNvCxnSpPr>
                <a:stCxn id="18" idx="5"/>
                <a:endCxn id="20" idx="0"/>
              </p:cNvCxnSpPr>
              <p:nvPr/>
            </p:nvCxnSpPr>
            <p:spPr>
              <a:xfrm>
                <a:off x="5958760" y="3275519"/>
                <a:ext cx="1309179" cy="63252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Oval 23"/>
              <p:cNvSpPr/>
              <p:nvPr/>
            </p:nvSpPr>
            <p:spPr>
              <a:xfrm>
                <a:off x="5001412" y="4900561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E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25" name="Düz Ok Bağlayıcısı 12"/>
              <p:cNvCxnSpPr>
                <a:stCxn id="19" idx="5"/>
                <a:endCxn id="24" idx="0"/>
              </p:cNvCxnSpPr>
              <p:nvPr/>
            </p:nvCxnSpPr>
            <p:spPr>
              <a:xfrm>
                <a:off x="4660098" y="4215319"/>
                <a:ext cx="521314" cy="685242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Düz Bağlayıcı 13"/>
              <p:cNvCxnSpPr>
                <a:stCxn id="19" idx="3"/>
                <a:endCxn id="21" idx="0"/>
              </p:cNvCxnSpPr>
              <p:nvPr/>
            </p:nvCxnSpPr>
            <p:spPr>
              <a:xfrm flipH="1">
                <a:off x="3858801" y="4215319"/>
                <a:ext cx="546739" cy="68524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Oval 26"/>
              <p:cNvSpPr/>
              <p:nvPr/>
            </p:nvSpPr>
            <p:spPr>
              <a:xfrm>
                <a:off x="3302608" y="5891413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H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Oval 27"/>
              <p:cNvSpPr/>
              <p:nvPr/>
            </p:nvSpPr>
            <p:spPr>
              <a:xfrm>
                <a:off x="4022608" y="5888902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I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29" name="Düz Bağlayıcı 16"/>
              <p:cNvCxnSpPr>
                <a:stCxn id="21" idx="3"/>
                <a:endCxn id="27" idx="0"/>
              </p:cNvCxnSpPr>
              <p:nvPr/>
            </p:nvCxnSpPr>
            <p:spPr>
              <a:xfrm flipH="1">
                <a:off x="3482608" y="5207840"/>
                <a:ext cx="248914" cy="683573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Düz Bağlayıcı 17"/>
              <p:cNvCxnSpPr>
                <a:stCxn id="21" idx="5"/>
                <a:endCxn id="28" idx="0"/>
              </p:cNvCxnSpPr>
              <p:nvPr/>
            </p:nvCxnSpPr>
            <p:spPr>
              <a:xfrm>
                <a:off x="3986080" y="5207840"/>
                <a:ext cx="216528" cy="6810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Oval 30"/>
              <p:cNvSpPr/>
              <p:nvPr/>
            </p:nvSpPr>
            <p:spPr>
              <a:xfrm>
                <a:off x="6414855" y="4889306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F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7737466" y="4889306"/>
                <a:ext cx="360000" cy="36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G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33" name="Düz Ok Bağlayıcısı 22"/>
              <p:cNvCxnSpPr>
                <a:stCxn id="20" idx="5"/>
                <a:endCxn id="32" idx="0"/>
              </p:cNvCxnSpPr>
              <p:nvPr/>
            </p:nvCxnSpPr>
            <p:spPr>
              <a:xfrm>
                <a:off x="7395218" y="4215319"/>
                <a:ext cx="522248" cy="673987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Düz Bağlayıcı 23"/>
              <p:cNvCxnSpPr>
                <a:stCxn id="20" idx="3"/>
                <a:endCxn id="31" idx="0"/>
              </p:cNvCxnSpPr>
              <p:nvPr/>
            </p:nvCxnSpPr>
            <p:spPr>
              <a:xfrm flipH="1">
                <a:off x="6594855" y="4215319"/>
                <a:ext cx="545805" cy="67398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Metin kutusu 2"/>
            <p:cNvSpPr txBox="1"/>
            <p:nvPr/>
          </p:nvSpPr>
          <p:spPr>
            <a:xfrm>
              <a:off x="8721909" y="151068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1</a:t>
              </a:r>
              <a:endParaRPr lang="tr-TR" sz="1600" dirty="0"/>
            </a:p>
          </p:txBody>
        </p:sp>
        <p:sp>
          <p:nvSpPr>
            <p:cNvPr id="10" name="Metin kutusu 24"/>
            <p:cNvSpPr txBox="1"/>
            <p:nvPr/>
          </p:nvSpPr>
          <p:spPr>
            <a:xfrm>
              <a:off x="7540786" y="2343768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2</a:t>
              </a:r>
              <a:endParaRPr lang="tr-TR" sz="1600" dirty="0"/>
            </a:p>
          </p:txBody>
        </p:sp>
        <p:sp>
          <p:nvSpPr>
            <p:cNvPr id="11" name="Metin kutusu 25"/>
            <p:cNvSpPr txBox="1"/>
            <p:nvPr/>
          </p:nvSpPr>
          <p:spPr>
            <a:xfrm>
              <a:off x="10028356" y="23421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3</a:t>
              </a:r>
              <a:endParaRPr lang="tr-TR" sz="1600" dirty="0"/>
            </a:p>
          </p:txBody>
        </p:sp>
        <p:sp>
          <p:nvSpPr>
            <p:cNvPr id="12" name="Metin kutusu 26"/>
            <p:cNvSpPr txBox="1"/>
            <p:nvPr/>
          </p:nvSpPr>
          <p:spPr>
            <a:xfrm>
              <a:off x="6924893" y="326219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4</a:t>
              </a:r>
              <a:endParaRPr lang="tr-TR" sz="1600" dirty="0"/>
            </a:p>
          </p:txBody>
        </p:sp>
        <p:sp>
          <p:nvSpPr>
            <p:cNvPr id="13" name="Metin kutusu 27"/>
            <p:cNvSpPr txBox="1"/>
            <p:nvPr/>
          </p:nvSpPr>
          <p:spPr>
            <a:xfrm>
              <a:off x="8125151" y="326219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5</a:t>
              </a:r>
              <a:endParaRPr lang="tr-TR" sz="1600" dirty="0"/>
            </a:p>
          </p:txBody>
        </p:sp>
        <p:sp>
          <p:nvSpPr>
            <p:cNvPr id="14" name="Metin kutusu 28"/>
            <p:cNvSpPr txBox="1"/>
            <p:nvPr/>
          </p:nvSpPr>
          <p:spPr>
            <a:xfrm>
              <a:off x="9421717" y="326219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6</a:t>
              </a:r>
              <a:endParaRPr lang="tr-TR" sz="1600" dirty="0"/>
            </a:p>
          </p:txBody>
        </p:sp>
        <p:sp>
          <p:nvSpPr>
            <p:cNvPr id="15" name="Metin kutusu 29"/>
            <p:cNvSpPr txBox="1"/>
            <p:nvPr/>
          </p:nvSpPr>
          <p:spPr>
            <a:xfrm>
              <a:off x="10619096" y="3262224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7</a:t>
              </a:r>
              <a:endParaRPr lang="tr-TR" sz="1600" dirty="0"/>
            </a:p>
          </p:txBody>
        </p:sp>
        <p:sp>
          <p:nvSpPr>
            <p:cNvPr id="16" name="Metin kutusu 30"/>
            <p:cNvSpPr txBox="1"/>
            <p:nvPr/>
          </p:nvSpPr>
          <p:spPr>
            <a:xfrm>
              <a:off x="6487175" y="4189923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8</a:t>
              </a:r>
              <a:endParaRPr lang="tr-TR" sz="1600" dirty="0"/>
            </a:p>
          </p:txBody>
        </p:sp>
        <p:sp>
          <p:nvSpPr>
            <p:cNvPr id="17" name="Metin kutusu 31"/>
            <p:cNvSpPr txBox="1"/>
            <p:nvPr/>
          </p:nvSpPr>
          <p:spPr>
            <a:xfrm>
              <a:off x="7343736" y="4189923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9</a:t>
              </a:r>
              <a:endParaRPr lang="tr-TR" sz="1600" dirty="0"/>
            </a:p>
          </p:txBody>
        </p:sp>
      </p:grpSp>
      <p:grpSp>
        <p:nvGrpSpPr>
          <p:cNvPr id="35" name="Grup 50"/>
          <p:cNvGrpSpPr/>
          <p:nvPr/>
        </p:nvGrpSpPr>
        <p:grpSpPr>
          <a:xfrm>
            <a:off x="8280000" y="2412000"/>
            <a:ext cx="870460" cy="2749574"/>
            <a:chOff x="8331597" y="4202866"/>
            <a:chExt cx="870460" cy="2749574"/>
          </a:xfrm>
        </p:grpSpPr>
        <p:sp>
          <p:nvSpPr>
            <p:cNvPr id="36" name="Dikdörtgen 32"/>
            <p:cNvSpPr/>
            <p:nvPr/>
          </p:nvSpPr>
          <p:spPr>
            <a:xfrm>
              <a:off x="8721909" y="4528477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B</a:t>
              </a:r>
            </a:p>
          </p:txBody>
        </p:sp>
        <p:sp>
          <p:nvSpPr>
            <p:cNvPr id="37" name="Dikdörtgen 33"/>
            <p:cNvSpPr/>
            <p:nvPr/>
          </p:nvSpPr>
          <p:spPr>
            <a:xfrm>
              <a:off x="8721909" y="4827050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C</a:t>
              </a:r>
            </a:p>
          </p:txBody>
        </p:sp>
        <p:sp>
          <p:nvSpPr>
            <p:cNvPr id="38" name="Dikdörtgen 34"/>
            <p:cNvSpPr/>
            <p:nvPr/>
          </p:nvSpPr>
          <p:spPr>
            <a:xfrm>
              <a:off x="8721909" y="5125623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D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39" name="Dikdörtgen 35"/>
            <p:cNvSpPr/>
            <p:nvPr/>
          </p:nvSpPr>
          <p:spPr>
            <a:xfrm>
              <a:off x="8721909" y="5424196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E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0" name="Dikdörtgen 36"/>
            <p:cNvSpPr/>
            <p:nvPr/>
          </p:nvSpPr>
          <p:spPr>
            <a:xfrm>
              <a:off x="8721909" y="5722769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F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1" name="Dikdörtgen 37"/>
            <p:cNvSpPr/>
            <p:nvPr/>
          </p:nvSpPr>
          <p:spPr>
            <a:xfrm>
              <a:off x="8721909" y="6021342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G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2" name="Dikdörtgen 38"/>
            <p:cNvSpPr/>
            <p:nvPr/>
          </p:nvSpPr>
          <p:spPr>
            <a:xfrm>
              <a:off x="8721909" y="6319915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H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3" name="Dikdörtgen 39"/>
            <p:cNvSpPr/>
            <p:nvPr/>
          </p:nvSpPr>
          <p:spPr>
            <a:xfrm>
              <a:off x="8721909" y="6618488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I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4" name="Dikdörtgen 40"/>
            <p:cNvSpPr/>
            <p:nvPr/>
          </p:nvSpPr>
          <p:spPr>
            <a:xfrm>
              <a:off x="8721909" y="4241883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A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5" name="Metin kutusu 41"/>
            <p:cNvSpPr txBox="1"/>
            <p:nvPr/>
          </p:nvSpPr>
          <p:spPr>
            <a:xfrm>
              <a:off x="8336226" y="42028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1</a:t>
              </a:r>
              <a:endParaRPr lang="tr-TR" dirty="0"/>
            </a:p>
          </p:txBody>
        </p:sp>
        <p:sp>
          <p:nvSpPr>
            <p:cNvPr id="46" name="Metin kutusu 42"/>
            <p:cNvSpPr txBox="1"/>
            <p:nvPr/>
          </p:nvSpPr>
          <p:spPr>
            <a:xfrm>
              <a:off x="8336226" y="4493097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2</a:t>
              </a:r>
              <a:endParaRPr lang="tr-TR" dirty="0"/>
            </a:p>
          </p:txBody>
        </p:sp>
        <p:sp>
          <p:nvSpPr>
            <p:cNvPr id="47" name="Metin kutusu 43"/>
            <p:cNvSpPr txBox="1"/>
            <p:nvPr/>
          </p:nvSpPr>
          <p:spPr>
            <a:xfrm>
              <a:off x="8340855" y="479704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3</a:t>
              </a:r>
            </a:p>
          </p:txBody>
        </p:sp>
        <p:sp>
          <p:nvSpPr>
            <p:cNvPr id="48" name="Metin kutusu 44"/>
            <p:cNvSpPr txBox="1"/>
            <p:nvPr/>
          </p:nvSpPr>
          <p:spPr>
            <a:xfrm>
              <a:off x="8340855" y="5087277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4</a:t>
              </a:r>
            </a:p>
          </p:txBody>
        </p:sp>
        <p:sp>
          <p:nvSpPr>
            <p:cNvPr id="49" name="Metin kutusu 45"/>
            <p:cNvSpPr txBox="1"/>
            <p:nvPr/>
          </p:nvSpPr>
          <p:spPr>
            <a:xfrm>
              <a:off x="8331597" y="538360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5</a:t>
              </a:r>
            </a:p>
          </p:txBody>
        </p:sp>
        <p:sp>
          <p:nvSpPr>
            <p:cNvPr id="50" name="Metin kutusu 46"/>
            <p:cNvSpPr txBox="1"/>
            <p:nvPr/>
          </p:nvSpPr>
          <p:spPr>
            <a:xfrm>
              <a:off x="8336226" y="5681457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6</a:t>
              </a:r>
            </a:p>
          </p:txBody>
        </p:sp>
        <p:sp>
          <p:nvSpPr>
            <p:cNvPr id="51" name="Metin kutusu 47"/>
            <p:cNvSpPr txBox="1"/>
            <p:nvPr/>
          </p:nvSpPr>
          <p:spPr>
            <a:xfrm>
              <a:off x="8345484" y="5987203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7</a:t>
              </a:r>
            </a:p>
          </p:txBody>
        </p:sp>
        <p:sp>
          <p:nvSpPr>
            <p:cNvPr id="52" name="Metin kutusu 48"/>
            <p:cNvSpPr txBox="1"/>
            <p:nvPr/>
          </p:nvSpPr>
          <p:spPr>
            <a:xfrm>
              <a:off x="8345484" y="6283460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8</a:t>
              </a:r>
            </a:p>
          </p:txBody>
        </p:sp>
        <p:sp>
          <p:nvSpPr>
            <p:cNvPr id="53" name="Metin kutusu 49"/>
            <p:cNvSpPr txBox="1"/>
            <p:nvPr/>
          </p:nvSpPr>
          <p:spPr>
            <a:xfrm>
              <a:off x="8345484" y="658310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14051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Dizi Temsili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 smtClean="0"/>
              <a:t>Verimsiz bellek kullanımı?</a:t>
            </a:r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29</a:t>
            </a:fld>
            <a:endParaRPr lang="en-US" dirty="0"/>
          </a:p>
        </p:txBody>
      </p:sp>
      <p:grpSp>
        <p:nvGrpSpPr>
          <p:cNvPr id="7" name="Grup 60"/>
          <p:cNvGrpSpPr/>
          <p:nvPr/>
        </p:nvGrpSpPr>
        <p:grpSpPr>
          <a:xfrm>
            <a:off x="2527971" y="1924197"/>
            <a:ext cx="2922857" cy="4252766"/>
            <a:chOff x="6107194" y="857542"/>
            <a:chExt cx="2922857" cy="4252766"/>
          </a:xfrm>
        </p:grpSpPr>
        <p:sp>
          <p:nvSpPr>
            <p:cNvPr id="8" name="Oval 7"/>
            <p:cNvSpPr/>
            <p:nvPr/>
          </p:nvSpPr>
          <p:spPr>
            <a:xfrm>
              <a:off x="8702634" y="11901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A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7521510" y="20449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B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6908496" y="29476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C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1" name="Düz Ok Bağlayıcısı 9"/>
            <p:cNvCxnSpPr>
              <a:stCxn id="8" idx="3"/>
              <a:endCxn id="9" idx="0"/>
            </p:cNvCxnSpPr>
            <p:nvPr/>
          </p:nvCxnSpPr>
          <p:spPr>
            <a:xfrm flipH="1">
              <a:off x="7685219" y="14696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Düz Bağlayıcı 13"/>
            <p:cNvCxnSpPr>
              <a:stCxn id="9" idx="3"/>
              <a:endCxn id="10" idx="0"/>
            </p:cNvCxnSpPr>
            <p:nvPr/>
          </p:nvCxnSpPr>
          <p:spPr>
            <a:xfrm flipH="1">
              <a:off x="7072205" y="23243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Oval 12"/>
            <p:cNvSpPr/>
            <p:nvPr/>
          </p:nvSpPr>
          <p:spPr>
            <a:xfrm>
              <a:off x="6566351" y="3848778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D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6304190" y="4782891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E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5" name="Düz Bağlayıcı 16"/>
            <p:cNvCxnSpPr>
              <a:stCxn id="10" idx="3"/>
              <a:endCxn id="13" idx="0"/>
            </p:cNvCxnSpPr>
            <p:nvPr/>
          </p:nvCxnSpPr>
          <p:spPr>
            <a:xfrm flipH="1">
              <a:off x="6730060" y="32270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Metin kutusu 2"/>
            <p:cNvSpPr txBox="1"/>
            <p:nvPr/>
          </p:nvSpPr>
          <p:spPr>
            <a:xfrm>
              <a:off x="8721909" y="85754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1</a:t>
              </a:r>
              <a:endParaRPr lang="tr-TR" sz="1600" dirty="0"/>
            </a:p>
          </p:txBody>
        </p:sp>
        <p:sp>
          <p:nvSpPr>
            <p:cNvPr id="17" name="Metin kutusu 24"/>
            <p:cNvSpPr txBox="1"/>
            <p:nvPr/>
          </p:nvSpPr>
          <p:spPr>
            <a:xfrm>
              <a:off x="7540786" y="1690629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2</a:t>
              </a:r>
              <a:endParaRPr lang="tr-TR" sz="1600" dirty="0"/>
            </a:p>
          </p:txBody>
        </p:sp>
        <p:sp>
          <p:nvSpPr>
            <p:cNvPr id="18" name="Metin kutusu 26"/>
            <p:cNvSpPr txBox="1"/>
            <p:nvPr/>
          </p:nvSpPr>
          <p:spPr>
            <a:xfrm>
              <a:off x="6924893" y="260905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4</a:t>
              </a:r>
              <a:endParaRPr lang="tr-TR" sz="1600" dirty="0"/>
            </a:p>
          </p:txBody>
        </p:sp>
        <p:sp>
          <p:nvSpPr>
            <p:cNvPr id="19" name="Metin kutusu 30"/>
            <p:cNvSpPr txBox="1"/>
            <p:nvPr/>
          </p:nvSpPr>
          <p:spPr>
            <a:xfrm>
              <a:off x="6487175" y="3536784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8</a:t>
              </a:r>
              <a:endParaRPr lang="tr-TR" sz="1600" dirty="0"/>
            </a:p>
          </p:txBody>
        </p:sp>
        <p:cxnSp>
          <p:nvCxnSpPr>
            <p:cNvPr id="20" name="Düz Bağlayıcı 52"/>
            <p:cNvCxnSpPr>
              <a:stCxn id="13" idx="3"/>
              <a:endCxn id="14" idx="0"/>
            </p:cNvCxnSpPr>
            <p:nvPr/>
          </p:nvCxnSpPr>
          <p:spPr>
            <a:xfrm flipH="1">
              <a:off x="6467899" y="4128246"/>
              <a:ext cx="146401" cy="65464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Metin kutusu 56"/>
            <p:cNvSpPr txBox="1"/>
            <p:nvPr/>
          </p:nvSpPr>
          <p:spPr>
            <a:xfrm>
              <a:off x="6107194" y="4478216"/>
              <a:ext cx="39305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1600" dirty="0" smtClean="0"/>
                <a:t>16</a:t>
              </a:r>
              <a:endParaRPr lang="tr-TR" sz="1600" dirty="0"/>
            </a:p>
          </p:txBody>
        </p:sp>
      </p:grpSp>
      <p:grpSp>
        <p:nvGrpSpPr>
          <p:cNvPr id="22" name="Grup 61"/>
          <p:cNvGrpSpPr/>
          <p:nvPr/>
        </p:nvGrpSpPr>
        <p:grpSpPr>
          <a:xfrm>
            <a:off x="8280000" y="2412000"/>
            <a:ext cx="894673" cy="3048783"/>
            <a:chOff x="8389800" y="2681035"/>
            <a:chExt cx="894673" cy="3048783"/>
          </a:xfrm>
        </p:grpSpPr>
        <p:sp>
          <p:nvSpPr>
            <p:cNvPr id="23" name="Dikdörtgen 62"/>
            <p:cNvSpPr/>
            <p:nvPr/>
          </p:nvSpPr>
          <p:spPr>
            <a:xfrm>
              <a:off x="8804325" y="3006646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B</a:t>
              </a:r>
            </a:p>
          </p:txBody>
        </p:sp>
        <p:sp>
          <p:nvSpPr>
            <p:cNvPr id="24" name="Dikdörtgen 63"/>
            <p:cNvSpPr/>
            <p:nvPr/>
          </p:nvSpPr>
          <p:spPr>
            <a:xfrm>
              <a:off x="8804325" y="3305219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25" name="Dikdörtgen 64"/>
            <p:cNvSpPr/>
            <p:nvPr/>
          </p:nvSpPr>
          <p:spPr>
            <a:xfrm>
              <a:off x="8804325" y="3603792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tx1"/>
                  </a:solidFill>
                </a:rPr>
                <a:t>C</a:t>
              </a:r>
            </a:p>
          </p:txBody>
        </p:sp>
        <p:sp>
          <p:nvSpPr>
            <p:cNvPr id="26" name="Dikdörtgen 65"/>
            <p:cNvSpPr/>
            <p:nvPr/>
          </p:nvSpPr>
          <p:spPr>
            <a:xfrm>
              <a:off x="8804325" y="3902365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27" name="Dikdörtgen 66"/>
            <p:cNvSpPr/>
            <p:nvPr/>
          </p:nvSpPr>
          <p:spPr>
            <a:xfrm>
              <a:off x="8804325" y="4200938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D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28" name="Dikdörtgen 67"/>
            <p:cNvSpPr/>
            <p:nvPr/>
          </p:nvSpPr>
          <p:spPr>
            <a:xfrm>
              <a:off x="8804325" y="4499511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29" name="Dikdörtgen 68"/>
            <p:cNvSpPr/>
            <p:nvPr/>
          </p:nvSpPr>
          <p:spPr>
            <a:xfrm>
              <a:off x="8804325" y="4798084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E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30" name="Dikdörtgen 69"/>
            <p:cNvSpPr/>
            <p:nvPr/>
          </p:nvSpPr>
          <p:spPr>
            <a:xfrm>
              <a:off x="8804325" y="5096657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...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31" name="Dikdörtgen 70"/>
            <p:cNvSpPr/>
            <p:nvPr/>
          </p:nvSpPr>
          <p:spPr>
            <a:xfrm>
              <a:off x="8804325" y="2720052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A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32" name="Metin kutusu 71"/>
            <p:cNvSpPr txBox="1"/>
            <p:nvPr/>
          </p:nvSpPr>
          <p:spPr>
            <a:xfrm>
              <a:off x="8418642" y="26810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1</a:t>
              </a:r>
              <a:endParaRPr lang="tr-TR" dirty="0"/>
            </a:p>
          </p:txBody>
        </p:sp>
        <p:sp>
          <p:nvSpPr>
            <p:cNvPr id="33" name="Metin kutusu 72"/>
            <p:cNvSpPr txBox="1"/>
            <p:nvPr/>
          </p:nvSpPr>
          <p:spPr>
            <a:xfrm>
              <a:off x="8418642" y="29712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2</a:t>
              </a:r>
              <a:endParaRPr lang="tr-TR" dirty="0"/>
            </a:p>
          </p:txBody>
        </p:sp>
        <p:sp>
          <p:nvSpPr>
            <p:cNvPr id="34" name="Metin kutusu 73"/>
            <p:cNvSpPr txBox="1"/>
            <p:nvPr/>
          </p:nvSpPr>
          <p:spPr>
            <a:xfrm>
              <a:off x="8423271" y="327521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3</a:t>
              </a:r>
            </a:p>
          </p:txBody>
        </p:sp>
        <p:sp>
          <p:nvSpPr>
            <p:cNvPr id="35" name="Metin kutusu 74"/>
            <p:cNvSpPr txBox="1"/>
            <p:nvPr/>
          </p:nvSpPr>
          <p:spPr>
            <a:xfrm>
              <a:off x="8423271" y="356544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/>
                <a:t>4</a:t>
              </a:r>
            </a:p>
          </p:txBody>
        </p:sp>
        <p:sp>
          <p:nvSpPr>
            <p:cNvPr id="36" name="Metin kutusu 75"/>
            <p:cNvSpPr txBox="1"/>
            <p:nvPr/>
          </p:nvSpPr>
          <p:spPr>
            <a:xfrm>
              <a:off x="8414013" y="3861775"/>
              <a:ext cx="3433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…</a:t>
              </a:r>
              <a:endParaRPr lang="tr-TR" dirty="0"/>
            </a:p>
          </p:txBody>
        </p:sp>
        <p:sp>
          <p:nvSpPr>
            <p:cNvPr id="37" name="Metin kutusu 76"/>
            <p:cNvSpPr txBox="1"/>
            <p:nvPr/>
          </p:nvSpPr>
          <p:spPr>
            <a:xfrm>
              <a:off x="8418642" y="415962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8</a:t>
              </a:r>
              <a:endParaRPr lang="tr-TR" dirty="0"/>
            </a:p>
          </p:txBody>
        </p:sp>
        <p:sp>
          <p:nvSpPr>
            <p:cNvPr id="38" name="Metin kutusu 77"/>
            <p:cNvSpPr txBox="1"/>
            <p:nvPr/>
          </p:nvSpPr>
          <p:spPr>
            <a:xfrm>
              <a:off x="8427900" y="4465372"/>
              <a:ext cx="3433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…</a:t>
              </a:r>
              <a:endParaRPr lang="tr-TR" dirty="0"/>
            </a:p>
          </p:txBody>
        </p:sp>
        <p:sp>
          <p:nvSpPr>
            <p:cNvPr id="39" name="Metin kutusu 78"/>
            <p:cNvSpPr txBox="1"/>
            <p:nvPr/>
          </p:nvSpPr>
          <p:spPr>
            <a:xfrm>
              <a:off x="8389800" y="4761629"/>
              <a:ext cx="41870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16</a:t>
              </a:r>
              <a:endParaRPr lang="tr-TR" dirty="0"/>
            </a:p>
          </p:txBody>
        </p:sp>
        <p:sp>
          <p:nvSpPr>
            <p:cNvPr id="40" name="Metin kutusu 79"/>
            <p:cNvSpPr txBox="1"/>
            <p:nvPr/>
          </p:nvSpPr>
          <p:spPr>
            <a:xfrm>
              <a:off x="8427900" y="5061277"/>
              <a:ext cx="3433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…</a:t>
              </a:r>
              <a:endParaRPr lang="tr-TR" dirty="0"/>
            </a:p>
          </p:txBody>
        </p:sp>
        <p:sp>
          <p:nvSpPr>
            <p:cNvPr id="41" name="Dikdörtgen 80"/>
            <p:cNvSpPr/>
            <p:nvPr/>
          </p:nvSpPr>
          <p:spPr>
            <a:xfrm>
              <a:off x="8804325" y="5395866"/>
              <a:ext cx="480148" cy="298573"/>
            </a:xfrm>
            <a:prstGeom prst="rect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42" name="Metin kutusu 81"/>
            <p:cNvSpPr txBox="1"/>
            <p:nvPr/>
          </p:nvSpPr>
          <p:spPr>
            <a:xfrm>
              <a:off x="8389800" y="5360486"/>
              <a:ext cx="41870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dirty="0" smtClean="0"/>
                <a:t>31</a:t>
              </a:r>
              <a:endParaRPr lang="tr-TR" dirty="0"/>
            </a:p>
          </p:txBody>
        </p:sp>
      </p:grpSp>
    </p:spTree>
    <p:extLst>
      <p:ext uri="{BB962C8B-B14F-4D97-AF65-F5344CB8AC3E}">
        <p14:creationId xmlns:p14="http://schemas.microsoft.com/office/powerpoint/2010/main" val="480900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Bağlı Liste Temsili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İkili </a:t>
            </a:r>
            <a:r>
              <a:rPr lang="tr-TR" dirty="0" smtClean="0"/>
              <a:t>ağacın her bir düğümü </a:t>
            </a:r>
            <a:r>
              <a:rPr lang="tr-TR" dirty="0"/>
              <a:t>bir bağlı liste düğümüne karşılık gelir.</a:t>
            </a:r>
          </a:p>
          <a:p>
            <a:r>
              <a:rPr lang="tr-TR" dirty="0"/>
              <a:t>Her </a:t>
            </a:r>
            <a:r>
              <a:rPr lang="tr-TR" dirty="0" smtClean="0"/>
              <a:t>bir düğüm, </a:t>
            </a:r>
            <a:r>
              <a:rPr lang="tr-TR" dirty="0"/>
              <a:t>veriyi saklar ve sol ve sağ çocukları işaret eder</a:t>
            </a:r>
            <a:r>
              <a:rPr lang="tr-TR" dirty="0" smtClean="0"/>
              <a:t>.</a:t>
            </a:r>
          </a:p>
          <a:p>
            <a:r>
              <a:rPr lang="tr-TR" dirty="0" smtClean="0"/>
              <a:t>Dinamik boyutludur, erişim maliyetlidir.</a:t>
            </a:r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30</a:t>
            </a:fld>
            <a:endParaRPr lang="en-US" dirty="0"/>
          </a:p>
        </p:txBody>
      </p:sp>
      <p:grpSp>
        <p:nvGrpSpPr>
          <p:cNvPr id="7" name="Grup 22"/>
          <p:cNvGrpSpPr/>
          <p:nvPr/>
        </p:nvGrpSpPr>
        <p:grpSpPr>
          <a:xfrm>
            <a:off x="2356834" y="4001294"/>
            <a:ext cx="3349191" cy="763032"/>
            <a:chOff x="3791258" y="1857553"/>
            <a:chExt cx="3349191" cy="763032"/>
          </a:xfrm>
        </p:grpSpPr>
        <p:sp>
          <p:nvSpPr>
            <p:cNvPr id="8" name="Dikdörtgen 4"/>
            <p:cNvSpPr/>
            <p:nvPr/>
          </p:nvSpPr>
          <p:spPr>
            <a:xfrm>
              <a:off x="5065792" y="1857553"/>
              <a:ext cx="810023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veri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" name="Dikdörtgen 5"/>
            <p:cNvSpPr/>
            <p:nvPr/>
          </p:nvSpPr>
          <p:spPr>
            <a:xfrm>
              <a:off x="5875815" y="1857553"/>
              <a:ext cx="810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sag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" name="Dikdörtgen 8"/>
            <p:cNvSpPr/>
            <p:nvPr/>
          </p:nvSpPr>
          <p:spPr>
            <a:xfrm>
              <a:off x="4257299" y="1857553"/>
              <a:ext cx="810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sol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1" name="Düz Ok Bağlayıcısı 7"/>
            <p:cNvCxnSpPr/>
            <p:nvPr/>
          </p:nvCxnSpPr>
          <p:spPr>
            <a:xfrm flipH="1">
              <a:off x="3791258" y="2058470"/>
              <a:ext cx="54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Düz Ok Bağlayıcısı 9"/>
            <p:cNvCxnSpPr/>
            <p:nvPr/>
          </p:nvCxnSpPr>
          <p:spPr>
            <a:xfrm>
              <a:off x="6600449" y="2058470"/>
              <a:ext cx="54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Metin kutusu 10"/>
            <p:cNvSpPr txBox="1"/>
            <p:nvPr/>
          </p:nvSpPr>
          <p:spPr>
            <a:xfrm>
              <a:off x="5038633" y="2251253"/>
              <a:ext cx="86434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 err="1" smtClean="0"/>
                <a:t>Dugum</a:t>
              </a:r>
              <a:endParaRPr lang="tr-TR" dirty="0"/>
            </a:p>
          </p:txBody>
        </p:sp>
      </p:grpSp>
      <p:grpSp>
        <p:nvGrpSpPr>
          <p:cNvPr id="14" name="Grup 23"/>
          <p:cNvGrpSpPr/>
          <p:nvPr/>
        </p:nvGrpSpPr>
        <p:grpSpPr>
          <a:xfrm>
            <a:off x="6728739" y="3657223"/>
            <a:ext cx="2364870" cy="1844873"/>
            <a:chOff x="4596665" y="3537987"/>
            <a:chExt cx="2364870" cy="1844873"/>
          </a:xfrm>
        </p:grpSpPr>
        <p:grpSp>
          <p:nvGrpSpPr>
            <p:cNvPr id="15" name="Grup 20"/>
            <p:cNvGrpSpPr/>
            <p:nvPr/>
          </p:nvGrpSpPr>
          <p:grpSpPr>
            <a:xfrm>
              <a:off x="4596665" y="3537987"/>
              <a:ext cx="2364870" cy="1371600"/>
              <a:chOff x="4596665" y="3537987"/>
              <a:chExt cx="2364870" cy="1371600"/>
            </a:xfrm>
          </p:grpSpPr>
          <p:sp>
            <p:nvSpPr>
              <p:cNvPr id="17" name="Oval 16"/>
              <p:cNvSpPr/>
              <p:nvPr/>
            </p:nvSpPr>
            <p:spPr>
              <a:xfrm>
                <a:off x="5371240" y="3537987"/>
                <a:ext cx="815720" cy="540000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2000" dirty="0" smtClean="0">
                    <a:solidFill>
                      <a:schemeClr val="tx1"/>
                    </a:solidFill>
                  </a:rPr>
                  <a:t>veri</a:t>
                </a:r>
                <a:endParaRPr lang="tr-TR" sz="2000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8" name="Düz Ok Bağlayıcısı 12"/>
              <p:cNvCxnSpPr>
                <a:stCxn id="17" idx="3"/>
              </p:cNvCxnSpPr>
              <p:nvPr/>
            </p:nvCxnSpPr>
            <p:spPr>
              <a:xfrm flipH="1">
                <a:off x="4596665" y="3998906"/>
                <a:ext cx="894034" cy="91068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Düz Ok Bağlayıcısı 13"/>
              <p:cNvCxnSpPr>
                <a:stCxn id="17" idx="5"/>
              </p:cNvCxnSpPr>
              <p:nvPr/>
            </p:nvCxnSpPr>
            <p:spPr>
              <a:xfrm>
                <a:off x="6067501" y="3998906"/>
                <a:ext cx="894034" cy="91068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Metin kutusu 21"/>
            <p:cNvSpPr txBox="1"/>
            <p:nvPr/>
          </p:nvSpPr>
          <p:spPr>
            <a:xfrm>
              <a:off x="5268388" y="5013528"/>
              <a:ext cx="104682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 smtClean="0"/>
                <a:t>Gösterim</a:t>
              </a:r>
              <a:endParaRPr lang="tr-TR" dirty="0"/>
            </a:p>
          </p:txBody>
        </p:sp>
      </p:grpSp>
    </p:spTree>
    <p:extLst>
      <p:ext uri="{BB962C8B-B14F-4D97-AF65-F5344CB8AC3E}">
        <p14:creationId xmlns:p14="http://schemas.microsoft.com/office/powerpoint/2010/main" val="357969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Bağlı Liste Temsili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31</a:t>
            </a:fld>
            <a:endParaRPr lang="en-US" dirty="0"/>
          </a:p>
        </p:txBody>
      </p:sp>
      <p:grpSp>
        <p:nvGrpSpPr>
          <p:cNvPr id="7" name="Grup 5"/>
          <p:cNvGrpSpPr/>
          <p:nvPr/>
        </p:nvGrpSpPr>
        <p:grpSpPr>
          <a:xfrm>
            <a:off x="6909250" y="1931857"/>
            <a:ext cx="4360886" cy="2986020"/>
            <a:chOff x="3302608" y="2968240"/>
            <a:chExt cx="4794858" cy="3283173"/>
          </a:xfrm>
        </p:grpSpPr>
        <p:sp>
          <p:nvSpPr>
            <p:cNvPr id="8" name="Oval 7"/>
            <p:cNvSpPr/>
            <p:nvPr/>
          </p:nvSpPr>
          <p:spPr>
            <a:xfrm>
              <a:off x="5651481" y="29682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A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435281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B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7087939" y="3908040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C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3678801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D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2" name="Düz Ok Bağlayıcısı 19"/>
            <p:cNvCxnSpPr>
              <a:stCxn id="8" idx="3"/>
              <a:endCxn id="9" idx="0"/>
            </p:cNvCxnSpPr>
            <p:nvPr/>
          </p:nvCxnSpPr>
          <p:spPr>
            <a:xfrm flipH="1">
              <a:off x="4532819" y="3275519"/>
              <a:ext cx="1171383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Düz Ok Bağlayıcısı 20"/>
            <p:cNvCxnSpPr>
              <a:stCxn id="8" idx="5"/>
              <a:endCxn id="10" idx="0"/>
            </p:cNvCxnSpPr>
            <p:nvPr/>
          </p:nvCxnSpPr>
          <p:spPr>
            <a:xfrm>
              <a:off x="5958760" y="3275519"/>
              <a:ext cx="1309179" cy="63252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Oval 13"/>
            <p:cNvSpPr/>
            <p:nvPr/>
          </p:nvSpPr>
          <p:spPr>
            <a:xfrm>
              <a:off x="5001412" y="4900561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E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5" name="Düz Ok Bağlayıcısı 22"/>
            <p:cNvCxnSpPr>
              <a:stCxn id="9" idx="5"/>
              <a:endCxn id="14" idx="0"/>
            </p:cNvCxnSpPr>
            <p:nvPr/>
          </p:nvCxnSpPr>
          <p:spPr>
            <a:xfrm>
              <a:off x="4660098" y="4215319"/>
              <a:ext cx="521314" cy="68524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Düz Bağlayıcı 23"/>
            <p:cNvCxnSpPr>
              <a:stCxn id="9" idx="3"/>
              <a:endCxn id="11" idx="0"/>
            </p:cNvCxnSpPr>
            <p:nvPr/>
          </p:nvCxnSpPr>
          <p:spPr>
            <a:xfrm flipH="1">
              <a:off x="3858801" y="4215319"/>
              <a:ext cx="546739" cy="68524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Oval 16"/>
            <p:cNvSpPr/>
            <p:nvPr/>
          </p:nvSpPr>
          <p:spPr>
            <a:xfrm>
              <a:off x="3302608" y="5891413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H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4022608" y="5888902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I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9" name="Düz Bağlayıcı 26"/>
            <p:cNvCxnSpPr>
              <a:stCxn id="11" idx="3"/>
              <a:endCxn id="17" idx="0"/>
            </p:cNvCxnSpPr>
            <p:nvPr/>
          </p:nvCxnSpPr>
          <p:spPr>
            <a:xfrm flipH="1">
              <a:off x="3482608" y="5207840"/>
              <a:ext cx="248914" cy="68357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Düz Bağlayıcı 27"/>
            <p:cNvCxnSpPr>
              <a:stCxn id="11" idx="5"/>
              <a:endCxn id="18" idx="0"/>
            </p:cNvCxnSpPr>
            <p:nvPr/>
          </p:nvCxnSpPr>
          <p:spPr>
            <a:xfrm>
              <a:off x="3986080" y="5207840"/>
              <a:ext cx="216528" cy="68106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Oval 20"/>
            <p:cNvSpPr/>
            <p:nvPr/>
          </p:nvSpPr>
          <p:spPr>
            <a:xfrm>
              <a:off x="6414855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F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7737466" y="4889306"/>
              <a:ext cx="360000" cy="360000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G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3" name="Düz Ok Bağlayıcısı 30"/>
            <p:cNvCxnSpPr>
              <a:stCxn id="10" idx="5"/>
              <a:endCxn id="22" idx="0"/>
            </p:cNvCxnSpPr>
            <p:nvPr/>
          </p:nvCxnSpPr>
          <p:spPr>
            <a:xfrm>
              <a:off x="7395218" y="4215319"/>
              <a:ext cx="522248" cy="673987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Bağlayıcı 31"/>
            <p:cNvCxnSpPr>
              <a:stCxn id="10" idx="3"/>
              <a:endCxn id="21" idx="0"/>
            </p:cNvCxnSpPr>
            <p:nvPr/>
          </p:nvCxnSpPr>
          <p:spPr>
            <a:xfrm flipH="1">
              <a:off x="6594855" y="4215319"/>
              <a:ext cx="545805" cy="6739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Dikdörtgen 33"/>
          <p:cNvSpPr/>
          <p:nvPr/>
        </p:nvSpPr>
        <p:spPr>
          <a:xfrm>
            <a:off x="3727439" y="1928465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A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6" name="Dikdörtgen 35"/>
          <p:cNvSpPr/>
          <p:nvPr/>
        </p:nvSpPr>
        <p:spPr>
          <a:xfrm>
            <a:off x="3530600" y="1928465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7" name="Dikdörtgen 39"/>
          <p:cNvSpPr/>
          <p:nvPr/>
        </p:nvSpPr>
        <p:spPr>
          <a:xfrm>
            <a:off x="4153939" y="1928465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8" name="Dikdörtgen 45"/>
          <p:cNvSpPr/>
          <p:nvPr/>
        </p:nvSpPr>
        <p:spPr>
          <a:xfrm>
            <a:off x="2441834" y="2761409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B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9" name="Dikdörtgen 46"/>
          <p:cNvSpPr/>
          <p:nvPr/>
        </p:nvSpPr>
        <p:spPr>
          <a:xfrm>
            <a:off x="2244995" y="2761409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0" name="Dikdörtgen 47"/>
          <p:cNvSpPr/>
          <p:nvPr/>
        </p:nvSpPr>
        <p:spPr>
          <a:xfrm>
            <a:off x="2881034" y="2761409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1" name="Dikdörtgen 49"/>
          <p:cNvSpPr/>
          <p:nvPr/>
        </p:nvSpPr>
        <p:spPr>
          <a:xfrm>
            <a:off x="4987235" y="2761409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C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2" name="Dikdörtgen 50"/>
          <p:cNvSpPr/>
          <p:nvPr/>
        </p:nvSpPr>
        <p:spPr>
          <a:xfrm>
            <a:off x="4790396" y="2761409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3" name="Dikdörtgen 51"/>
          <p:cNvSpPr/>
          <p:nvPr/>
        </p:nvSpPr>
        <p:spPr>
          <a:xfrm>
            <a:off x="5426435" y="2761409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4" name="Dikdörtgen 53"/>
          <p:cNvSpPr/>
          <p:nvPr/>
        </p:nvSpPr>
        <p:spPr>
          <a:xfrm>
            <a:off x="1804299" y="3676443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D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5" name="Dikdörtgen 54"/>
          <p:cNvSpPr/>
          <p:nvPr/>
        </p:nvSpPr>
        <p:spPr>
          <a:xfrm>
            <a:off x="1607460" y="3676443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6" name="Dikdörtgen 55"/>
          <p:cNvSpPr/>
          <p:nvPr/>
        </p:nvSpPr>
        <p:spPr>
          <a:xfrm>
            <a:off x="2243499" y="3676443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7" name="Dikdörtgen 57"/>
          <p:cNvSpPr/>
          <p:nvPr/>
        </p:nvSpPr>
        <p:spPr>
          <a:xfrm>
            <a:off x="3079142" y="3676443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E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8" name="Dikdörtgen 58"/>
          <p:cNvSpPr/>
          <p:nvPr/>
        </p:nvSpPr>
        <p:spPr>
          <a:xfrm>
            <a:off x="2882303" y="3676443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9" name="Dikdörtgen 59"/>
          <p:cNvSpPr/>
          <p:nvPr/>
        </p:nvSpPr>
        <p:spPr>
          <a:xfrm>
            <a:off x="3518342" y="3676443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0" name="Dikdörtgen 61"/>
          <p:cNvSpPr/>
          <p:nvPr/>
        </p:nvSpPr>
        <p:spPr>
          <a:xfrm>
            <a:off x="4353383" y="3676443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F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1" name="Dikdörtgen 62"/>
          <p:cNvSpPr/>
          <p:nvPr/>
        </p:nvSpPr>
        <p:spPr>
          <a:xfrm>
            <a:off x="4156544" y="3676443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Dikdörtgen 63"/>
          <p:cNvSpPr/>
          <p:nvPr/>
        </p:nvSpPr>
        <p:spPr>
          <a:xfrm>
            <a:off x="4784963" y="3676443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Dikdörtgen 65"/>
          <p:cNvSpPr/>
          <p:nvPr/>
        </p:nvSpPr>
        <p:spPr>
          <a:xfrm>
            <a:off x="5619861" y="3676443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G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Dikdörtgen 66"/>
          <p:cNvSpPr/>
          <p:nvPr/>
        </p:nvSpPr>
        <p:spPr>
          <a:xfrm>
            <a:off x="5423022" y="3676443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Dikdörtgen 67"/>
          <p:cNvSpPr/>
          <p:nvPr/>
        </p:nvSpPr>
        <p:spPr>
          <a:xfrm>
            <a:off x="6046361" y="3676443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Dikdörtgen 71"/>
          <p:cNvSpPr/>
          <p:nvPr/>
        </p:nvSpPr>
        <p:spPr>
          <a:xfrm>
            <a:off x="1164613" y="4579959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H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Dikdörtgen 72"/>
          <p:cNvSpPr/>
          <p:nvPr/>
        </p:nvSpPr>
        <p:spPr>
          <a:xfrm>
            <a:off x="967774" y="4579959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8" name="Dikdörtgen 73"/>
          <p:cNvSpPr/>
          <p:nvPr/>
        </p:nvSpPr>
        <p:spPr>
          <a:xfrm>
            <a:off x="1603813" y="4579959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9" name="Dikdörtgen 75"/>
          <p:cNvSpPr/>
          <p:nvPr/>
        </p:nvSpPr>
        <p:spPr>
          <a:xfrm>
            <a:off x="2439456" y="4579959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I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50" name="Dikdörtgen 76"/>
          <p:cNvSpPr/>
          <p:nvPr/>
        </p:nvSpPr>
        <p:spPr>
          <a:xfrm>
            <a:off x="2242617" y="4579959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51" name="Dikdörtgen 77"/>
          <p:cNvSpPr/>
          <p:nvPr/>
        </p:nvSpPr>
        <p:spPr>
          <a:xfrm>
            <a:off x="2878656" y="4579959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52" name="Düz Ok Bağlayıcısı 36"/>
          <p:cNvCxnSpPr>
            <a:endCxn id="28" idx="0"/>
          </p:cNvCxnSpPr>
          <p:nvPr/>
        </p:nvCxnSpPr>
        <p:spPr>
          <a:xfrm flipH="1">
            <a:off x="2660915" y="2118965"/>
            <a:ext cx="968972" cy="64244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Düz Ok Bağlayıcısı 37"/>
          <p:cNvCxnSpPr>
            <a:endCxn id="31" idx="0"/>
          </p:cNvCxnSpPr>
          <p:nvPr/>
        </p:nvCxnSpPr>
        <p:spPr>
          <a:xfrm>
            <a:off x="4253225" y="2118965"/>
            <a:ext cx="953091" cy="64244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Düz Ok Bağlayıcısı 89"/>
          <p:cNvCxnSpPr>
            <a:endCxn id="37" idx="0"/>
          </p:cNvCxnSpPr>
          <p:nvPr/>
        </p:nvCxnSpPr>
        <p:spPr>
          <a:xfrm>
            <a:off x="2982978" y="2956617"/>
            <a:ext cx="315245" cy="71982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Düz Ok Bağlayıcısı 91"/>
          <p:cNvCxnSpPr>
            <a:endCxn id="34" idx="0"/>
          </p:cNvCxnSpPr>
          <p:nvPr/>
        </p:nvCxnSpPr>
        <p:spPr>
          <a:xfrm flipH="1">
            <a:off x="2023380" y="2950770"/>
            <a:ext cx="326741" cy="725673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Düz Ok Bağlayıcısı 93"/>
          <p:cNvCxnSpPr/>
          <p:nvPr/>
        </p:nvCxnSpPr>
        <p:spPr>
          <a:xfrm>
            <a:off x="5527453" y="2961842"/>
            <a:ext cx="315245" cy="71982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Düz Ok Bağlayıcısı 94"/>
          <p:cNvCxnSpPr/>
          <p:nvPr/>
        </p:nvCxnSpPr>
        <p:spPr>
          <a:xfrm flipH="1">
            <a:off x="4567855" y="2955995"/>
            <a:ext cx="326741" cy="725673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Düz Ok Bağlayıcısı 95"/>
          <p:cNvCxnSpPr>
            <a:endCxn id="49" idx="0"/>
          </p:cNvCxnSpPr>
          <p:nvPr/>
        </p:nvCxnSpPr>
        <p:spPr>
          <a:xfrm>
            <a:off x="2335724" y="3877403"/>
            <a:ext cx="322813" cy="70255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Düz Ok Bağlayıcısı 96"/>
          <p:cNvCxnSpPr>
            <a:endCxn id="46" idx="0"/>
          </p:cNvCxnSpPr>
          <p:nvPr/>
        </p:nvCxnSpPr>
        <p:spPr>
          <a:xfrm flipH="1">
            <a:off x="1383694" y="3871556"/>
            <a:ext cx="326794" cy="708403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38491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Bağlı Liste Temsili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36" name="Dikdörtgen 19"/>
          <p:cNvSpPr/>
          <p:nvPr/>
        </p:nvSpPr>
        <p:spPr>
          <a:xfrm>
            <a:off x="4653088" y="1928465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A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7" name="Dikdörtgen 20"/>
          <p:cNvSpPr/>
          <p:nvPr/>
        </p:nvSpPr>
        <p:spPr>
          <a:xfrm>
            <a:off x="4456249" y="1928465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8" name="Dikdörtgen 21"/>
          <p:cNvSpPr/>
          <p:nvPr/>
        </p:nvSpPr>
        <p:spPr>
          <a:xfrm>
            <a:off x="5079588" y="1928465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9" name="Dikdörtgen 22"/>
          <p:cNvSpPr/>
          <p:nvPr/>
        </p:nvSpPr>
        <p:spPr>
          <a:xfrm>
            <a:off x="3367483" y="2761409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B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0" name="Dikdörtgen 23"/>
          <p:cNvSpPr/>
          <p:nvPr/>
        </p:nvSpPr>
        <p:spPr>
          <a:xfrm>
            <a:off x="3170644" y="2761409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1" name="Dikdörtgen 24"/>
          <p:cNvSpPr/>
          <p:nvPr/>
        </p:nvSpPr>
        <p:spPr>
          <a:xfrm>
            <a:off x="3806683" y="2761409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Dikdörtgen 28"/>
          <p:cNvSpPr/>
          <p:nvPr/>
        </p:nvSpPr>
        <p:spPr>
          <a:xfrm>
            <a:off x="2729948" y="3676443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C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Dikdörtgen 29"/>
          <p:cNvSpPr/>
          <p:nvPr/>
        </p:nvSpPr>
        <p:spPr>
          <a:xfrm>
            <a:off x="2533109" y="3676443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Dikdörtgen 30"/>
          <p:cNvSpPr/>
          <p:nvPr/>
        </p:nvSpPr>
        <p:spPr>
          <a:xfrm>
            <a:off x="3169148" y="3676443"/>
            <a:ext cx="198346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Dikdörtgen 40"/>
          <p:cNvSpPr/>
          <p:nvPr/>
        </p:nvSpPr>
        <p:spPr>
          <a:xfrm>
            <a:off x="2090262" y="4579959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D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Dikdörtgen 41"/>
          <p:cNvSpPr/>
          <p:nvPr/>
        </p:nvSpPr>
        <p:spPr>
          <a:xfrm>
            <a:off x="1893423" y="4579959"/>
            <a:ext cx="198346" cy="381000"/>
          </a:xfrm>
          <a:prstGeom prst="rect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Dikdörtgen 42"/>
          <p:cNvSpPr/>
          <p:nvPr/>
        </p:nvSpPr>
        <p:spPr>
          <a:xfrm>
            <a:off x="2529462" y="4579959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8" name="Dikdörtgen 43"/>
          <p:cNvSpPr/>
          <p:nvPr/>
        </p:nvSpPr>
        <p:spPr>
          <a:xfrm>
            <a:off x="1511055" y="5488387"/>
            <a:ext cx="438161" cy="381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E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9" name="Dikdörtgen 44"/>
          <p:cNvSpPr/>
          <p:nvPr/>
        </p:nvSpPr>
        <p:spPr>
          <a:xfrm>
            <a:off x="1314216" y="5488387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50" name="Dikdörtgen 45"/>
          <p:cNvSpPr/>
          <p:nvPr/>
        </p:nvSpPr>
        <p:spPr>
          <a:xfrm>
            <a:off x="1950255" y="5488387"/>
            <a:ext cx="198346" cy="381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51" name="Düz Ok Bağlayıcısı 46"/>
          <p:cNvCxnSpPr>
            <a:endCxn id="39" idx="0"/>
          </p:cNvCxnSpPr>
          <p:nvPr/>
        </p:nvCxnSpPr>
        <p:spPr>
          <a:xfrm flipH="1">
            <a:off x="3586564" y="2118965"/>
            <a:ext cx="968972" cy="64244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Düz Ok Bağlayıcısı 49"/>
          <p:cNvCxnSpPr>
            <a:endCxn id="42" idx="0"/>
          </p:cNvCxnSpPr>
          <p:nvPr/>
        </p:nvCxnSpPr>
        <p:spPr>
          <a:xfrm flipH="1">
            <a:off x="2949029" y="2950770"/>
            <a:ext cx="326741" cy="725673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Düz Ok Bağlayıcısı 52"/>
          <p:cNvCxnSpPr>
            <a:endCxn id="48" idx="0"/>
          </p:cNvCxnSpPr>
          <p:nvPr/>
        </p:nvCxnSpPr>
        <p:spPr>
          <a:xfrm flipH="1">
            <a:off x="1730136" y="4770459"/>
            <a:ext cx="263072" cy="717928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Düz Ok Bağlayıcısı 53"/>
          <p:cNvCxnSpPr>
            <a:endCxn id="45" idx="0"/>
          </p:cNvCxnSpPr>
          <p:nvPr/>
        </p:nvCxnSpPr>
        <p:spPr>
          <a:xfrm flipH="1">
            <a:off x="2309343" y="3871556"/>
            <a:ext cx="326794" cy="708403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Grup 85"/>
          <p:cNvGrpSpPr/>
          <p:nvPr/>
        </p:nvGrpSpPr>
        <p:grpSpPr>
          <a:xfrm>
            <a:off x="7580629" y="1932601"/>
            <a:ext cx="2725861" cy="3920133"/>
            <a:chOff x="6304190" y="1190175"/>
            <a:chExt cx="2725861" cy="3920133"/>
          </a:xfrm>
        </p:grpSpPr>
        <p:sp>
          <p:nvSpPr>
            <p:cNvPr id="56" name="Oval 55"/>
            <p:cNvSpPr/>
            <p:nvPr/>
          </p:nvSpPr>
          <p:spPr>
            <a:xfrm>
              <a:off x="8702634" y="11901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A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57" name="Oval 56"/>
            <p:cNvSpPr/>
            <p:nvPr/>
          </p:nvSpPr>
          <p:spPr>
            <a:xfrm>
              <a:off x="7521510" y="20449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B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6908496" y="29476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C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59" name="Düz Ok Bağlayıcısı 89"/>
            <p:cNvCxnSpPr>
              <a:stCxn id="56" idx="3"/>
              <a:endCxn id="57" idx="0"/>
            </p:cNvCxnSpPr>
            <p:nvPr/>
          </p:nvCxnSpPr>
          <p:spPr>
            <a:xfrm flipH="1">
              <a:off x="7685219" y="14696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Düz Bağlayıcı 90"/>
            <p:cNvCxnSpPr>
              <a:stCxn id="57" idx="3"/>
              <a:endCxn id="58" idx="0"/>
            </p:cNvCxnSpPr>
            <p:nvPr/>
          </p:nvCxnSpPr>
          <p:spPr>
            <a:xfrm flipH="1">
              <a:off x="7072205" y="23243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Oval 60"/>
            <p:cNvSpPr/>
            <p:nvPr/>
          </p:nvSpPr>
          <p:spPr>
            <a:xfrm>
              <a:off x="6566351" y="3848778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D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6304190" y="4782891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E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63" name="Düz Bağlayıcı 93"/>
            <p:cNvCxnSpPr>
              <a:stCxn id="58" idx="3"/>
              <a:endCxn id="61" idx="0"/>
            </p:cNvCxnSpPr>
            <p:nvPr/>
          </p:nvCxnSpPr>
          <p:spPr>
            <a:xfrm flipH="1">
              <a:off x="6730060" y="32270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Düz Bağlayıcı 94"/>
            <p:cNvCxnSpPr>
              <a:stCxn id="61" idx="3"/>
              <a:endCxn id="62" idx="0"/>
            </p:cNvCxnSpPr>
            <p:nvPr/>
          </p:nvCxnSpPr>
          <p:spPr>
            <a:xfrm flipH="1">
              <a:off x="6467899" y="4128246"/>
              <a:ext cx="146401" cy="65464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077646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Bağlı Liste Temsili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33</a:t>
            </a:fld>
            <a:endParaRPr lang="en-US" dirty="0"/>
          </a:p>
        </p:txBody>
      </p:sp>
      <p:grpSp>
        <p:nvGrpSpPr>
          <p:cNvPr id="7" name="Grup 4"/>
          <p:cNvGrpSpPr/>
          <p:nvPr/>
        </p:nvGrpSpPr>
        <p:grpSpPr>
          <a:xfrm>
            <a:off x="4382217" y="2089055"/>
            <a:ext cx="3349191" cy="763032"/>
            <a:chOff x="3791258" y="1857553"/>
            <a:chExt cx="3349191" cy="763032"/>
          </a:xfrm>
        </p:grpSpPr>
        <p:sp>
          <p:nvSpPr>
            <p:cNvPr id="8" name="Dikdörtgen 5"/>
            <p:cNvSpPr/>
            <p:nvPr/>
          </p:nvSpPr>
          <p:spPr>
            <a:xfrm>
              <a:off x="5065792" y="1857553"/>
              <a:ext cx="810023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veri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9" name="Dikdörtgen 6"/>
            <p:cNvSpPr/>
            <p:nvPr/>
          </p:nvSpPr>
          <p:spPr>
            <a:xfrm>
              <a:off x="5875815" y="1857553"/>
              <a:ext cx="810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sag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" name="Dikdörtgen 7"/>
            <p:cNvSpPr/>
            <p:nvPr/>
          </p:nvSpPr>
          <p:spPr>
            <a:xfrm>
              <a:off x="4257299" y="1857553"/>
              <a:ext cx="810000" cy="381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sol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1" name="Düz Ok Bağlayıcısı 8"/>
            <p:cNvCxnSpPr/>
            <p:nvPr/>
          </p:nvCxnSpPr>
          <p:spPr>
            <a:xfrm flipH="1">
              <a:off x="3791258" y="2058470"/>
              <a:ext cx="54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Düz Ok Bağlayıcısı 9"/>
            <p:cNvCxnSpPr/>
            <p:nvPr/>
          </p:nvCxnSpPr>
          <p:spPr>
            <a:xfrm>
              <a:off x="6600449" y="2058470"/>
              <a:ext cx="54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Metin kutusu 10"/>
            <p:cNvSpPr txBox="1"/>
            <p:nvPr/>
          </p:nvSpPr>
          <p:spPr>
            <a:xfrm>
              <a:off x="4754645" y="2251253"/>
              <a:ext cx="143231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dirty="0" smtClean="0"/>
                <a:t>AgacDugumu</a:t>
              </a:r>
              <a:endParaRPr lang="tr-TR" dirty="0"/>
            </a:p>
          </p:txBody>
        </p:sp>
      </p:grpSp>
      <p:sp>
        <p:nvSpPr>
          <p:cNvPr id="14" name="Metin kutusu 11"/>
          <p:cNvSpPr txBox="1"/>
          <p:nvPr/>
        </p:nvSpPr>
        <p:spPr>
          <a:xfrm>
            <a:off x="3999563" y="3333826"/>
            <a:ext cx="4124395" cy="2361398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class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private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endParaRPr lang="tr-TR" sz="1600" dirty="0"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this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78197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Ağaç Gezinmeleri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İkili </a:t>
            </a:r>
            <a:r>
              <a:rPr lang="tr-TR" dirty="0" smtClean="0"/>
              <a:t>ağaçlarda, düğümleri gezerek </a:t>
            </a:r>
            <a:r>
              <a:rPr lang="tr-TR" dirty="0"/>
              <a:t>içerdikleri verilere erişebiliriz.</a:t>
            </a:r>
          </a:p>
          <a:p>
            <a:r>
              <a:rPr lang="tr-TR" dirty="0" smtClean="0"/>
              <a:t>Düğümleri </a:t>
            </a:r>
            <a:r>
              <a:rPr lang="tr-TR" dirty="0"/>
              <a:t>belirli bir sırayla </a:t>
            </a:r>
            <a:r>
              <a:rPr lang="tr-TR" b="1" dirty="0" smtClean="0"/>
              <a:t>yalnızca </a:t>
            </a:r>
            <a:r>
              <a:rPr lang="tr-TR" b="1" dirty="0"/>
              <a:t>bir kez </a:t>
            </a:r>
            <a:r>
              <a:rPr lang="tr-TR" dirty="0"/>
              <a:t>ziyaret </a:t>
            </a:r>
            <a:r>
              <a:rPr lang="tr-TR" dirty="0" smtClean="0"/>
              <a:t>etmek için </a:t>
            </a:r>
            <a:r>
              <a:rPr lang="tr-TR" dirty="0"/>
              <a:t>kullanılır</a:t>
            </a:r>
            <a:r>
              <a:rPr lang="tr-TR" dirty="0" smtClean="0"/>
              <a:t>.</a:t>
            </a:r>
          </a:p>
          <a:p>
            <a:r>
              <a:rPr lang="tr-TR" b="1" dirty="0"/>
              <a:t>Kök başta </a:t>
            </a:r>
            <a:r>
              <a:rPr lang="tr-TR" dirty="0"/>
              <a:t>- Ön Sıra Gezintisi (</a:t>
            </a:r>
            <a:r>
              <a:rPr lang="tr-TR" dirty="0" err="1"/>
              <a:t>Preorder</a:t>
            </a:r>
            <a:r>
              <a:rPr lang="tr-TR" dirty="0"/>
              <a:t> </a:t>
            </a:r>
            <a:r>
              <a:rPr lang="tr-TR" dirty="0" err="1"/>
              <a:t>Traversal</a:t>
            </a:r>
            <a:r>
              <a:rPr lang="tr-TR" dirty="0"/>
              <a:t>)</a:t>
            </a:r>
          </a:p>
          <a:p>
            <a:r>
              <a:rPr lang="tr-TR" b="1" dirty="0"/>
              <a:t>Kök ortada </a:t>
            </a:r>
            <a:r>
              <a:rPr lang="tr-TR" dirty="0"/>
              <a:t>- İç Sıra Gezintisi (</a:t>
            </a:r>
            <a:r>
              <a:rPr lang="tr-TR" dirty="0" err="1"/>
              <a:t>Inorder</a:t>
            </a:r>
            <a:r>
              <a:rPr lang="tr-TR" dirty="0"/>
              <a:t> </a:t>
            </a:r>
            <a:r>
              <a:rPr lang="tr-TR" dirty="0" err="1"/>
              <a:t>Traversal</a:t>
            </a:r>
            <a:r>
              <a:rPr lang="tr-TR" dirty="0"/>
              <a:t>)</a:t>
            </a:r>
          </a:p>
          <a:p>
            <a:r>
              <a:rPr lang="tr-TR" b="1" dirty="0"/>
              <a:t>Kök sonda </a:t>
            </a:r>
            <a:r>
              <a:rPr lang="tr-TR" dirty="0"/>
              <a:t>- Sonra Sıra Gezintisi (</a:t>
            </a:r>
            <a:r>
              <a:rPr lang="tr-TR" dirty="0" err="1"/>
              <a:t>Postorder</a:t>
            </a:r>
            <a:r>
              <a:rPr lang="tr-TR" dirty="0"/>
              <a:t> </a:t>
            </a:r>
            <a:r>
              <a:rPr lang="tr-TR" dirty="0" err="1"/>
              <a:t>Traversal</a:t>
            </a:r>
            <a:r>
              <a:rPr lang="tr-TR" dirty="0"/>
              <a:t>)</a:t>
            </a:r>
          </a:p>
          <a:p>
            <a:r>
              <a:rPr lang="tr-TR" dirty="0"/>
              <a:t>Seviye Sıra Gezintisi (Level-</a:t>
            </a:r>
            <a:r>
              <a:rPr lang="tr-TR" dirty="0" err="1"/>
              <a:t>order</a:t>
            </a:r>
            <a:r>
              <a:rPr lang="tr-TR" dirty="0"/>
              <a:t> </a:t>
            </a:r>
            <a:r>
              <a:rPr lang="tr-TR" dirty="0" err="1"/>
              <a:t>Traversal</a:t>
            </a:r>
            <a:r>
              <a:rPr lang="tr-TR" dirty="0"/>
              <a:t>)</a:t>
            </a:r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3917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</a:t>
            </a:r>
            <a:r>
              <a:rPr lang="tr-TR" dirty="0" smtClean="0"/>
              <a:t>Başta </a:t>
            </a:r>
            <a:r>
              <a:rPr lang="tr-TR" dirty="0"/>
              <a:t>- Ön Sıra Gezintisi (</a:t>
            </a:r>
            <a:r>
              <a:rPr lang="tr-TR" dirty="0" err="1" smtClean="0"/>
              <a:t>Preorder</a:t>
            </a:r>
            <a:r>
              <a:rPr lang="tr-TR" dirty="0" smtClean="0"/>
              <a:t>)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 smtClean="0"/>
              <a:t>Önce kök düğümü, </a:t>
            </a:r>
          </a:p>
          <a:p>
            <a:r>
              <a:rPr lang="tr-TR" dirty="0" smtClean="0"/>
              <a:t>Sonra </a:t>
            </a:r>
            <a:r>
              <a:rPr lang="tr-TR" dirty="0"/>
              <a:t>sol </a:t>
            </a:r>
            <a:r>
              <a:rPr lang="tr-TR" dirty="0" smtClean="0"/>
              <a:t>çocuğu, </a:t>
            </a:r>
          </a:p>
          <a:p>
            <a:r>
              <a:rPr lang="tr-TR" dirty="0" smtClean="0"/>
              <a:t>Sonra </a:t>
            </a:r>
            <a:r>
              <a:rPr lang="tr-TR" dirty="0"/>
              <a:t>sağ </a:t>
            </a:r>
            <a:r>
              <a:rPr lang="tr-TR" dirty="0" smtClean="0"/>
              <a:t>çocuğu ziyaret eder.</a:t>
            </a:r>
            <a:endParaRPr lang="tr-TR" dirty="0"/>
          </a:p>
          <a:p>
            <a:endParaRPr lang="tr-TR" dirty="0" smtClean="0"/>
          </a:p>
          <a:p>
            <a:r>
              <a:rPr lang="tr-TR" b="1" dirty="0" smtClean="0"/>
              <a:t>Kullanım</a:t>
            </a:r>
            <a:r>
              <a:rPr lang="tr-TR" dirty="0"/>
              <a:t>: </a:t>
            </a:r>
            <a:endParaRPr lang="tr-TR" dirty="0" smtClean="0"/>
          </a:p>
          <a:p>
            <a:pPr lvl="1"/>
            <a:r>
              <a:rPr lang="tr-TR" dirty="0" smtClean="0"/>
              <a:t>Ağacı </a:t>
            </a:r>
            <a:r>
              <a:rPr lang="tr-TR" dirty="0"/>
              <a:t>kopyalamak, </a:t>
            </a:r>
            <a:endParaRPr lang="tr-TR" dirty="0" smtClean="0"/>
          </a:p>
          <a:p>
            <a:pPr lvl="1"/>
            <a:r>
              <a:rPr lang="tr-TR" dirty="0" smtClean="0"/>
              <a:t>Ağaçtaki </a:t>
            </a:r>
            <a:r>
              <a:rPr lang="tr-TR" dirty="0"/>
              <a:t>düğümleri bir diziye eklemek.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009852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</a:t>
            </a:r>
            <a:r>
              <a:rPr lang="tr-TR" dirty="0" smtClean="0"/>
              <a:t>Ortada </a:t>
            </a:r>
            <a:r>
              <a:rPr lang="tr-TR" dirty="0"/>
              <a:t>- İç Sıra Gezintisi (</a:t>
            </a:r>
            <a:r>
              <a:rPr lang="tr-TR" dirty="0" err="1" smtClean="0"/>
              <a:t>Inorder</a:t>
            </a:r>
            <a:r>
              <a:rPr lang="tr-TR" dirty="0" smtClean="0"/>
              <a:t>)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 smtClean="0"/>
              <a:t>Önce sol çocuğu, </a:t>
            </a:r>
          </a:p>
          <a:p>
            <a:r>
              <a:rPr lang="tr-TR" dirty="0" smtClean="0"/>
              <a:t>Sonra </a:t>
            </a:r>
            <a:r>
              <a:rPr lang="tr-TR" dirty="0"/>
              <a:t>kök </a:t>
            </a:r>
            <a:r>
              <a:rPr lang="tr-TR" dirty="0" smtClean="0"/>
              <a:t>düğümü, </a:t>
            </a:r>
          </a:p>
          <a:p>
            <a:r>
              <a:rPr lang="tr-TR" dirty="0"/>
              <a:t>S</a:t>
            </a:r>
            <a:r>
              <a:rPr lang="tr-TR" dirty="0" smtClean="0"/>
              <a:t>onra </a:t>
            </a:r>
            <a:r>
              <a:rPr lang="tr-TR" dirty="0"/>
              <a:t>sağ çocuğu ziyaret eder.</a:t>
            </a:r>
          </a:p>
          <a:p>
            <a:endParaRPr lang="tr-TR" dirty="0" smtClean="0"/>
          </a:p>
          <a:p>
            <a:r>
              <a:rPr lang="tr-TR" b="1" dirty="0" smtClean="0"/>
              <a:t>Kullanım</a:t>
            </a:r>
            <a:r>
              <a:rPr lang="tr-TR" dirty="0"/>
              <a:t>: </a:t>
            </a:r>
            <a:endParaRPr lang="tr-TR" dirty="0" smtClean="0"/>
          </a:p>
          <a:p>
            <a:pPr lvl="1"/>
            <a:r>
              <a:rPr lang="tr-TR" dirty="0" smtClean="0"/>
              <a:t>İkili </a:t>
            </a:r>
            <a:r>
              <a:rPr lang="tr-TR" dirty="0"/>
              <a:t>arama ağaçlarını sıralamak, </a:t>
            </a:r>
            <a:endParaRPr lang="tr-TR" dirty="0" smtClean="0"/>
          </a:p>
          <a:p>
            <a:pPr lvl="1"/>
            <a:r>
              <a:rPr lang="tr-TR" dirty="0"/>
              <a:t>V</a:t>
            </a:r>
            <a:r>
              <a:rPr lang="tr-TR" dirty="0" smtClean="0"/>
              <a:t>erileri </a:t>
            </a:r>
            <a:r>
              <a:rPr lang="tr-TR" dirty="0"/>
              <a:t>sıralı bir şekilde dolaşmak.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7032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tr-TR" dirty="0"/>
              <a:t>Kök </a:t>
            </a:r>
            <a:r>
              <a:rPr lang="tr-TR" dirty="0" smtClean="0"/>
              <a:t>Sonda </a:t>
            </a:r>
            <a:r>
              <a:rPr lang="tr-TR" dirty="0"/>
              <a:t>- Sonra Sıra Gezintisi (</a:t>
            </a:r>
            <a:r>
              <a:rPr lang="tr-TR" dirty="0" err="1" smtClean="0"/>
              <a:t>Postorder</a:t>
            </a:r>
            <a:r>
              <a:rPr lang="tr-TR" dirty="0" smtClean="0"/>
              <a:t>)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 smtClean="0"/>
              <a:t>Önce sol çocuğu, </a:t>
            </a:r>
          </a:p>
          <a:p>
            <a:r>
              <a:rPr lang="tr-TR" dirty="0" smtClean="0"/>
              <a:t>Sonra sağ çocuğu, </a:t>
            </a:r>
          </a:p>
          <a:p>
            <a:r>
              <a:rPr lang="tr-TR" dirty="0" smtClean="0"/>
              <a:t>Sonra </a:t>
            </a:r>
            <a:r>
              <a:rPr lang="tr-TR" dirty="0"/>
              <a:t>kök düğümü ziyaret eder.</a:t>
            </a:r>
          </a:p>
          <a:p>
            <a:endParaRPr lang="tr-TR" dirty="0" smtClean="0"/>
          </a:p>
          <a:p>
            <a:r>
              <a:rPr lang="tr-TR" b="1" dirty="0" smtClean="0"/>
              <a:t>Kullanım</a:t>
            </a:r>
            <a:r>
              <a:rPr lang="tr-TR" dirty="0"/>
              <a:t>: </a:t>
            </a:r>
            <a:endParaRPr lang="tr-TR" dirty="0" smtClean="0"/>
          </a:p>
          <a:p>
            <a:pPr lvl="1"/>
            <a:r>
              <a:rPr lang="tr-TR" dirty="0" smtClean="0"/>
              <a:t>Ağaçların </a:t>
            </a:r>
            <a:r>
              <a:rPr lang="tr-TR" dirty="0"/>
              <a:t>düğümlerini silmek.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481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Seviye</a:t>
            </a:r>
            <a:r>
              <a:rPr lang="en-US" dirty="0"/>
              <a:t> </a:t>
            </a:r>
            <a:r>
              <a:rPr lang="en-US" dirty="0" err="1"/>
              <a:t>Sıra</a:t>
            </a:r>
            <a:r>
              <a:rPr lang="en-US" dirty="0"/>
              <a:t> </a:t>
            </a:r>
            <a:r>
              <a:rPr lang="en-US" dirty="0" err="1"/>
              <a:t>Gezintisi</a:t>
            </a:r>
            <a:r>
              <a:rPr lang="en-US" dirty="0"/>
              <a:t> (Level-order Traversal</a:t>
            </a:r>
            <a:r>
              <a:rPr lang="en-US" dirty="0" smtClean="0"/>
              <a:t>)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Ağacın </a:t>
            </a:r>
            <a:r>
              <a:rPr lang="tr-TR" dirty="0" smtClean="0"/>
              <a:t>tüm seviyelerini </a:t>
            </a:r>
            <a:r>
              <a:rPr lang="tr-TR" dirty="0"/>
              <a:t>soldan sağa tarar ve </a:t>
            </a:r>
            <a:r>
              <a:rPr lang="tr-TR" dirty="0" smtClean="0"/>
              <a:t>düğümleri </a:t>
            </a:r>
            <a:r>
              <a:rPr lang="tr-TR" dirty="0"/>
              <a:t>ziyaret eder.</a:t>
            </a:r>
          </a:p>
          <a:p>
            <a:endParaRPr lang="tr-TR" dirty="0" smtClean="0"/>
          </a:p>
          <a:p>
            <a:r>
              <a:rPr lang="tr-TR" b="1" dirty="0" smtClean="0"/>
              <a:t>Kullanım</a:t>
            </a:r>
            <a:r>
              <a:rPr lang="tr-TR" dirty="0"/>
              <a:t>: </a:t>
            </a:r>
            <a:endParaRPr lang="tr-TR" dirty="0" smtClean="0"/>
          </a:p>
          <a:p>
            <a:pPr lvl="1"/>
            <a:r>
              <a:rPr lang="tr-TR" dirty="0" smtClean="0"/>
              <a:t>Genişlik </a:t>
            </a:r>
            <a:r>
              <a:rPr lang="tr-TR" dirty="0"/>
              <a:t>önceliği ile ağaçları dolaşmak, </a:t>
            </a:r>
            <a:endParaRPr lang="tr-TR" dirty="0" smtClean="0"/>
          </a:p>
          <a:p>
            <a:pPr lvl="1"/>
            <a:r>
              <a:rPr lang="tr-TR" dirty="0"/>
              <a:t>S</a:t>
            </a:r>
            <a:r>
              <a:rPr lang="tr-TR" dirty="0" smtClean="0"/>
              <a:t>eviyelere </a:t>
            </a:r>
            <a:r>
              <a:rPr lang="tr-TR" dirty="0"/>
              <a:t>göre işlem yapmak.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36550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Başta (</a:t>
            </a:r>
            <a:r>
              <a:rPr lang="tr-TR" dirty="0" err="1"/>
              <a:t>Preorder</a:t>
            </a:r>
            <a:r>
              <a:rPr lang="tr-TR" dirty="0"/>
              <a:t>) Dolaşımı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01388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Başta (</a:t>
            </a:r>
            <a:r>
              <a:rPr lang="tr-TR" dirty="0" err="1"/>
              <a:t>Preorder</a:t>
            </a:r>
            <a:r>
              <a:rPr lang="tr-TR" dirty="0"/>
              <a:t>) Dolaşımı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Kök düğümü ziyaret et.</a:t>
            </a:r>
          </a:p>
          <a:p>
            <a:r>
              <a:rPr lang="tr-TR" dirty="0" smtClean="0"/>
              <a:t>Kök başta olacak şekilde sol </a:t>
            </a:r>
            <a:r>
              <a:rPr lang="tr-TR" dirty="0"/>
              <a:t>alt ağacı dolaş.</a:t>
            </a:r>
          </a:p>
          <a:p>
            <a:r>
              <a:rPr lang="tr-TR" dirty="0" smtClean="0"/>
              <a:t>Kök başta olacak şekilde sağ </a:t>
            </a:r>
            <a:r>
              <a:rPr lang="tr-TR" dirty="0"/>
              <a:t>alt ağacı </a:t>
            </a:r>
            <a:r>
              <a:rPr lang="tr-TR" dirty="0" smtClean="0"/>
              <a:t>dolaş.</a:t>
            </a:r>
          </a:p>
          <a:p>
            <a:endParaRPr lang="tr-TR" dirty="0"/>
          </a:p>
          <a:p>
            <a:pPr marL="0" indent="0" algn="r">
              <a:buNone/>
            </a:pPr>
            <a:r>
              <a:rPr lang="tr-TR" dirty="0" smtClean="0"/>
              <a:t>Kök </a:t>
            </a:r>
            <a:r>
              <a:rPr lang="tr-TR" dirty="0"/>
              <a:t>başta dolaşımı: </a:t>
            </a:r>
            <a:r>
              <a:rPr lang="tr-TR" b="1" dirty="0"/>
              <a:t>1 2 4 5 3 6 7 </a:t>
            </a:r>
          </a:p>
          <a:p>
            <a:endParaRPr lang="tr-TR" dirty="0"/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40</a:t>
            </a:fld>
            <a:endParaRPr lang="en-US" dirty="0"/>
          </a:p>
        </p:txBody>
      </p:sp>
      <p:grpSp>
        <p:nvGrpSpPr>
          <p:cNvPr id="7" name="Grup 4"/>
          <p:cNvGrpSpPr/>
          <p:nvPr/>
        </p:nvGrpSpPr>
        <p:grpSpPr>
          <a:xfrm>
            <a:off x="970428" y="3179511"/>
            <a:ext cx="5259119" cy="2727804"/>
            <a:chOff x="4201689" y="3135968"/>
            <a:chExt cx="4019521" cy="2084848"/>
          </a:xfrm>
        </p:grpSpPr>
        <p:grpSp>
          <p:nvGrpSpPr>
            <p:cNvPr id="8" name="Grup 36"/>
            <p:cNvGrpSpPr/>
            <p:nvPr/>
          </p:nvGrpSpPr>
          <p:grpSpPr>
            <a:xfrm>
              <a:off x="4201689" y="3135968"/>
              <a:ext cx="3428001" cy="2084848"/>
              <a:chOff x="7251395" y="1748975"/>
              <a:chExt cx="3428001" cy="2084848"/>
            </a:xfrm>
          </p:grpSpPr>
          <p:grpSp>
            <p:nvGrpSpPr>
              <p:cNvPr id="13" name="Grup 2"/>
              <p:cNvGrpSpPr/>
              <p:nvPr/>
            </p:nvGrpSpPr>
            <p:grpSpPr>
              <a:xfrm>
                <a:off x="7251395" y="1748975"/>
                <a:ext cx="3428001" cy="2084848"/>
                <a:chOff x="7251395" y="1748975"/>
                <a:chExt cx="3428001" cy="2084848"/>
              </a:xfrm>
            </p:grpSpPr>
            <p:sp>
              <p:nvSpPr>
                <p:cNvPr id="16" name="Oval 15"/>
                <p:cNvSpPr/>
                <p:nvPr/>
              </p:nvSpPr>
              <p:spPr>
                <a:xfrm>
                  <a:off x="9045532" y="1748975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1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7" name="Oval 16"/>
                <p:cNvSpPr/>
                <p:nvPr/>
              </p:nvSpPr>
              <p:spPr>
                <a:xfrm>
                  <a:off x="7864409" y="260371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2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8" name="Oval 17"/>
                <p:cNvSpPr/>
                <p:nvPr/>
              </p:nvSpPr>
              <p:spPr>
                <a:xfrm>
                  <a:off x="10351979" y="260371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3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9" name="Oval 18"/>
                <p:cNvSpPr/>
                <p:nvPr/>
              </p:nvSpPr>
              <p:spPr>
                <a:xfrm>
                  <a:off x="7251395" y="350640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4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0" name="Düz Ok Bağlayıcısı 9"/>
                <p:cNvCxnSpPr>
                  <a:stCxn id="16" idx="3"/>
                  <a:endCxn id="17" idx="0"/>
                </p:cNvCxnSpPr>
                <p:nvPr/>
              </p:nvCxnSpPr>
              <p:spPr>
                <a:xfrm flipH="1">
                  <a:off x="8028117" y="2028443"/>
                  <a:ext cx="1065364" cy="575273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Düz Ok Bağlayıcısı 10"/>
                <p:cNvCxnSpPr>
                  <a:stCxn id="16" idx="5"/>
                  <a:endCxn id="18" idx="0"/>
                </p:cNvCxnSpPr>
                <p:nvPr/>
              </p:nvCxnSpPr>
              <p:spPr>
                <a:xfrm>
                  <a:off x="9325000" y="2028443"/>
                  <a:ext cx="1190688" cy="575273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" name="Oval 21"/>
                <p:cNvSpPr/>
                <p:nvPr/>
              </p:nvSpPr>
              <p:spPr>
                <a:xfrm>
                  <a:off x="8454299" y="350640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5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3" name="Düz Ok Bağlayıcısı 12"/>
                <p:cNvCxnSpPr>
                  <a:stCxn id="17" idx="5"/>
                  <a:endCxn id="22" idx="0"/>
                </p:cNvCxnSpPr>
                <p:nvPr/>
              </p:nvCxnSpPr>
              <p:spPr>
                <a:xfrm>
                  <a:off x="8143877" y="2883184"/>
                  <a:ext cx="474131" cy="623222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" name="Düz Bağlayıcı 13"/>
                <p:cNvCxnSpPr>
                  <a:stCxn id="17" idx="3"/>
                  <a:endCxn id="19" idx="0"/>
                </p:cNvCxnSpPr>
                <p:nvPr/>
              </p:nvCxnSpPr>
              <p:spPr>
                <a:xfrm flipH="1">
                  <a:off x="7415103" y="2883184"/>
                  <a:ext cx="497255" cy="6232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" name="Metin kutusu 34"/>
              <p:cNvSpPr txBox="1"/>
              <p:nvPr/>
            </p:nvSpPr>
            <p:spPr>
              <a:xfrm>
                <a:off x="7967970" y="1753227"/>
                <a:ext cx="416312" cy="30580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kok</a:t>
                </a:r>
                <a:endParaRPr lang="tr-TR" sz="2000" dirty="0"/>
              </a:p>
            </p:txBody>
          </p:sp>
          <p:cxnSp>
            <p:nvCxnSpPr>
              <p:cNvPr id="15" name="Düz Ok Bağlayıcısı 35"/>
              <p:cNvCxnSpPr/>
              <p:nvPr/>
            </p:nvCxnSpPr>
            <p:spPr>
              <a:xfrm>
                <a:off x="8383297" y="1919942"/>
                <a:ext cx="5455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Oval 8"/>
            <p:cNvSpPr/>
            <p:nvPr/>
          </p:nvSpPr>
          <p:spPr>
            <a:xfrm>
              <a:off x="6690889" y="4893399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7893793" y="4893399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1" name="Düz Ok Bağlayıcısı 30"/>
            <p:cNvCxnSpPr>
              <a:endCxn id="10" idx="0"/>
            </p:cNvCxnSpPr>
            <p:nvPr/>
          </p:nvCxnSpPr>
          <p:spPr>
            <a:xfrm>
              <a:off x="7583371" y="4270177"/>
              <a:ext cx="474131" cy="62322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Düz Bağlayıcı 31"/>
            <p:cNvCxnSpPr>
              <a:endCxn id="9" idx="0"/>
            </p:cNvCxnSpPr>
            <p:nvPr/>
          </p:nvCxnSpPr>
          <p:spPr>
            <a:xfrm flipH="1">
              <a:off x="6854597" y="4270177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90344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1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/>
          <a:lstStyle/>
          <a:p>
            <a:endParaRPr lang="tr-TR" dirty="0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34386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5668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972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182460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08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2347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86974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35323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12042" y="1259615"/>
            <a:ext cx="5261556" cy="3472042"/>
            <a:chOff x="6774133" y="1748975"/>
            <a:chExt cx="4588431" cy="3027855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6774133" y="2588618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7218816" y="2767984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2266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62110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827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2266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Metin kutusu 29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8151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2299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2266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Metin kutusu 29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650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8697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2266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Metin kutusu 29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7947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360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1440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8277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7363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2299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0218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86974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7326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711025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4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523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Metin kutusu 29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2854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711025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9728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523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Metin kutusu 29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34623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711025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14402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523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Metin kutusu 29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0119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Metin kutusu 36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Metin kutusu 37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1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5840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8697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139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33881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7566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711025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9523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6505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1144189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 flipV="1">
            <a:off x="1403598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808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711025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9523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88276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1144189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 flipV="1">
            <a:off x="1403598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78030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711025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9523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1440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1144189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 flipV="1">
            <a:off x="1403598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3646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604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1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1703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604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68771" y="2571654"/>
            <a:ext cx="345530" cy="65806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70579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5" name="Düz Ok Bağlayıcısı 34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3926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8697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75929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2557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1" name="Düz Ok Bağlayıcısı 30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0458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6505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2145677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2405086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160234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8972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2145677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2405086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2055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1440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2145677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2405086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9324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831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0328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831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8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312042" y="222243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821960" y="242811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7665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18347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557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18347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86974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3069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18347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0196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9090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18347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0196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128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6505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14581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8827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0099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623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00447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623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3521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8697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827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8697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4313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604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6505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3669677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3929086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72691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604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89729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3669677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3929086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539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604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1440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3669677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3929086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48930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66296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8697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36870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9775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5517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6505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990476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5249885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03905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4882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990476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5249885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9470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9721665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5750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51440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990476" y="391875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 flipV="1">
            <a:off x="5249885" y="3620026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39365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0276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dirty="0" smtClean="0"/>
                        <a:t>kokBasta()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4738244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10" name="Grup 9"/>
          <p:cNvGrpSpPr/>
          <p:nvPr/>
        </p:nvGrpSpPr>
        <p:grpSpPr>
          <a:xfrm>
            <a:off x="337330" y="1259615"/>
            <a:ext cx="5236266" cy="3472042"/>
            <a:chOff x="6796187" y="1748975"/>
            <a:chExt cx="4566377" cy="3027855"/>
          </a:xfrm>
        </p:grpSpPr>
        <p:sp>
          <p:nvSpPr>
            <p:cNvPr id="13" name="Oval 12"/>
            <p:cNvSpPr/>
            <p:nvPr/>
          </p:nvSpPr>
          <p:spPr>
            <a:xfrm>
              <a:off x="9045532" y="1748975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9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86440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0351979" y="260371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251395" y="3506406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8028117" y="2028443"/>
              <a:ext cx="1065364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9325000" y="2028443"/>
              <a:ext cx="1190688" cy="575273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7415103" y="2883184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7072959" y="3785874"/>
              <a:ext cx="226385" cy="62170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7530862" y="3785874"/>
              <a:ext cx="196931" cy="61942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10631447" y="2883184"/>
              <a:ext cx="474980" cy="61298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9903523" y="2883184"/>
              <a:ext cx="496405" cy="61298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6796187" y="4376720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7446696" y="4371912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9663212" y="3471845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10789971" y="3467037"/>
              <a:ext cx="57259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21976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164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5" name="Metin kutusu 34"/>
          <p:cNvSpPr txBox="1"/>
          <p:nvPr/>
        </p:nvSpPr>
        <p:spPr>
          <a:xfrm>
            <a:off x="4337779" y="137695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6" name="Düz Ok Bağlayıcısı 35"/>
          <p:cNvCxnSpPr/>
          <p:nvPr/>
        </p:nvCxnSpPr>
        <p:spPr>
          <a:xfrm>
            <a:off x="4597188" y="1745878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93630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18202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6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8387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kokBasta()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30" name="Düz Ok Bağlayıcısı 29"/>
          <p:cNvCxnSpPr/>
          <p:nvPr/>
        </p:nvCxnSpPr>
        <p:spPr>
          <a:xfrm>
            <a:off x="5602624" y="18202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Düz Ok Bağlayıcısı 27"/>
          <p:cNvCxnSpPr/>
          <p:nvPr/>
        </p:nvCxnSpPr>
        <p:spPr>
          <a:xfrm>
            <a:off x="5602624" y="61019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6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8045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print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kokBasta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9 2 4 3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038695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Yığın </a:t>
            </a:r>
            <a:r>
              <a:rPr lang="tr-TR" dirty="0"/>
              <a:t>ile Kök Başta (</a:t>
            </a:r>
            <a:r>
              <a:rPr lang="tr-TR" dirty="0" err="1"/>
              <a:t>Preorder</a:t>
            </a:r>
            <a:r>
              <a:rPr lang="tr-TR" dirty="0"/>
              <a:t>) Dolaşımı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1848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29233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1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07707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6726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71388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Oval 41"/>
          <p:cNvSpPr/>
          <p:nvPr/>
        </p:nvSpPr>
        <p:spPr>
          <a:xfrm>
            <a:off x="2843570" y="5561372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4688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Oval 41"/>
          <p:cNvSpPr/>
          <p:nvPr/>
        </p:nvSpPr>
        <p:spPr>
          <a:xfrm>
            <a:off x="2843570" y="5561372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46584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836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Oval 41"/>
          <p:cNvSpPr/>
          <p:nvPr/>
        </p:nvSpPr>
        <p:spPr>
          <a:xfrm>
            <a:off x="2843570" y="5561372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2274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836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502416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3356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771798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305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502416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3356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5574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89184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502416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3356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35857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385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502416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3356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4673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030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502416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3356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69520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933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502416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3356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Oval 45"/>
          <p:cNvSpPr/>
          <p:nvPr/>
        </p:nvSpPr>
        <p:spPr>
          <a:xfrm>
            <a:off x="2841925" y="513079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94908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1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5" y="513079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5555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835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5" y="513079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767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835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389758" y="159300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140698" y="17990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08420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3058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389758" y="159300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140698" y="17990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6722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8773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389758" y="159300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140698" y="17990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2239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3858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389758" y="159300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140698" y="17990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7201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5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389758" y="159300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140698" y="17990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1290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7881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389758" y="159300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140698" y="17990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8" name="Oval 47"/>
          <p:cNvSpPr/>
          <p:nvPr/>
        </p:nvSpPr>
        <p:spPr>
          <a:xfrm>
            <a:off x="2841924" y="4721992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5581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8" name="Oval 47"/>
          <p:cNvSpPr/>
          <p:nvPr/>
        </p:nvSpPr>
        <p:spPr>
          <a:xfrm>
            <a:off x="2841924" y="4721992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837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8383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8" name="Oval 47"/>
          <p:cNvSpPr/>
          <p:nvPr/>
        </p:nvSpPr>
        <p:spPr>
          <a:xfrm>
            <a:off x="2841924" y="4721992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6384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8383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372703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83475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7980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450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372703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83475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288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87732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372703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83475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7287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372703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83475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44214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0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13178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83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6" name="Oval 45"/>
          <p:cNvSpPr/>
          <p:nvPr/>
        </p:nvSpPr>
        <p:spPr>
          <a:xfrm>
            <a:off x="2841924" y="513858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9786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83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649035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6939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3057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649035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6758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8918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649035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8884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320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Metin kutusu 43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2649035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980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6612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90726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838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8937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838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0292" y="1580894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4446633" y="1808782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7244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305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0292" y="1580894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4446633" y="1808782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5536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8918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0292" y="1580894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4446633" y="1808782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8667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385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0292" y="1580894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4446633" y="1808782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575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0292" y="1580894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4446633" y="1808782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2384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7880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0292" y="1580894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4446633" y="1808782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39517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9110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6430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39517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8522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290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39517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5524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290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Metin kutusu 45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>
            <a:off x="308446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8610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251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Metin kutusu 45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>
            <a:off x="308446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207308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8718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Metin kutusu 45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>
            <a:off x="308446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0677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5975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Metin kutusu 45"/>
          <p:cNvSpPr txBox="1"/>
          <p:nvPr/>
        </p:nvSpPr>
        <p:spPr>
          <a:xfrm>
            <a:off x="2607901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>
            <a:off x="3084463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15672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4615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0358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29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1925" y="5555176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7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6410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29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930187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5" name="Düz Ok Bağlayıcısı 44"/>
          <p:cNvCxnSpPr/>
          <p:nvPr/>
        </p:nvCxnSpPr>
        <p:spPr>
          <a:xfrm flipH="1">
            <a:off x="4971321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309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22875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1 2 4 5 3 6 7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251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930187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5" name="Düz Ok Bağlayıcısı 44"/>
          <p:cNvCxnSpPr/>
          <p:nvPr/>
        </p:nvCxnSpPr>
        <p:spPr>
          <a:xfrm flipH="1">
            <a:off x="4971321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10558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22875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1 2 4 5 3 6 7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8718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930187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5" name="Düz Ok Bağlayıcısı 44"/>
          <p:cNvCxnSpPr/>
          <p:nvPr/>
        </p:nvCxnSpPr>
        <p:spPr>
          <a:xfrm flipH="1">
            <a:off x="4971321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0507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22875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1 2 4 5 3 6 7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209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930187" y="1800660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5" name="Düz Ok Bağlayıcısı 44"/>
          <p:cNvCxnSpPr/>
          <p:nvPr/>
        </p:nvCxnSpPr>
        <p:spPr>
          <a:xfrm flipH="1">
            <a:off x="4971321" y="2157228"/>
            <a:ext cx="334414" cy="30740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5898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up 54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56" name="Dikdörtgen 55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7" name="Dikdörtgen 56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24" name="Metin kutusu 23"/>
          <p:cNvSpPr txBox="1"/>
          <p:nvPr/>
        </p:nvSpPr>
        <p:spPr>
          <a:xfrm>
            <a:off x="6458646" y="1026150"/>
            <a:ext cx="222875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1 2 4 5 3 6 7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14239" cy="2845990"/>
            <a:chOff x="727018" y="866062"/>
            <a:chExt cx="4614239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460040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>
              <a:endCxn id="8" idx="0"/>
            </p:cNvCxnSpPr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7" name="Düz Bağlayıcı 36"/>
            <p:cNvCxnSpPr>
              <a:stCxn id="8" idx="3"/>
            </p:cNvCxnSpPr>
            <p:nvPr/>
          </p:nvCxnSpPr>
          <p:spPr>
            <a:xfrm flipH="1">
              <a:off x="4414446" y="2751503"/>
              <a:ext cx="230347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8" idx="5"/>
            </p:cNvCxnSpPr>
            <p:nvPr/>
          </p:nvCxnSpPr>
          <p:spPr>
            <a:xfrm>
              <a:off x="4859096" y="2751503"/>
              <a:ext cx="196677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Metin kutusu 38"/>
            <p:cNvSpPr txBox="1"/>
            <p:nvPr/>
          </p:nvSpPr>
          <p:spPr>
            <a:xfrm>
              <a:off x="4143382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780474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606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Metin kutusu 57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915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222875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1 2 4 5 3 6 7</a:t>
            </a:r>
            <a:endParaRPr lang="tr-TR" sz="2200" dirty="0"/>
          </a:p>
        </p:txBody>
      </p:sp>
      <p:grpSp>
        <p:nvGrpSpPr>
          <p:cNvPr id="3" name="Grup 2"/>
          <p:cNvGrpSpPr/>
          <p:nvPr/>
        </p:nvGrpSpPr>
        <p:grpSpPr>
          <a:xfrm>
            <a:off x="727018" y="818295"/>
            <a:ext cx="4614239" cy="2893757"/>
            <a:chOff x="727018" y="818295"/>
            <a:chExt cx="4614239" cy="2893757"/>
          </a:xfrm>
        </p:grpSpPr>
        <p:sp>
          <p:nvSpPr>
            <p:cNvPr id="12" name="Metin kutusu 11"/>
            <p:cNvSpPr txBox="1"/>
            <p:nvPr/>
          </p:nvSpPr>
          <p:spPr>
            <a:xfrm>
              <a:off x="2015380" y="818295"/>
              <a:ext cx="480114" cy="3417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kok</a:t>
              </a:r>
              <a:endParaRPr lang="tr-TR" sz="2000" b="1" dirty="0"/>
            </a:p>
          </p:txBody>
        </p:sp>
        <p:cxnSp>
          <p:nvCxnSpPr>
            <p:cNvPr id="13" name="Düz Ok Bağlayıcısı 12"/>
            <p:cNvCxnSpPr/>
            <p:nvPr/>
          </p:nvCxnSpPr>
          <p:spPr>
            <a:xfrm>
              <a:off x="2490524" y="1024316"/>
              <a:ext cx="258007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" name="Grup 52"/>
            <p:cNvGrpSpPr/>
            <p:nvPr/>
          </p:nvGrpSpPr>
          <p:grpSpPr>
            <a:xfrm>
              <a:off x="727018" y="866062"/>
              <a:ext cx="4614239" cy="2845990"/>
              <a:chOff x="727018" y="866062"/>
              <a:chExt cx="4614239" cy="2845990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2843570" y="866062"/>
                <a:ext cx="303071" cy="303071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1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750271" y="1657247"/>
                <a:ext cx="303071" cy="303071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4052873" y="1657247"/>
                <a:ext cx="303071" cy="303071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1182839" y="2492816"/>
                <a:ext cx="303071" cy="303071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8" name="Düz Ok Bağlayıcısı 17"/>
              <p:cNvCxnSpPr>
                <a:stCxn id="14" idx="3"/>
                <a:endCxn id="15" idx="0"/>
              </p:cNvCxnSpPr>
              <p:nvPr/>
            </p:nvCxnSpPr>
            <p:spPr>
              <a:xfrm flipH="1">
                <a:off x="1901806" y="1124749"/>
                <a:ext cx="986147" cy="532498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Düz Ok Bağlayıcısı 18"/>
              <p:cNvCxnSpPr>
                <a:stCxn id="14" idx="5"/>
                <a:endCxn id="16" idx="0"/>
              </p:cNvCxnSpPr>
              <p:nvPr/>
            </p:nvCxnSpPr>
            <p:spPr>
              <a:xfrm>
                <a:off x="3102257" y="1124749"/>
                <a:ext cx="1102152" cy="532498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Oval 19"/>
              <p:cNvSpPr/>
              <p:nvPr/>
            </p:nvSpPr>
            <p:spPr>
              <a:xfrm>
                <a:off x="2296299" y="2492816"/>
                <a:ext cx="303071" cy="303071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5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21" name="Düz Ok Bağlayıcısı 20"/>
              <p:cNvCxnSpPr>
                <a:stCxn id="15" idx="5"/>
                <a:endCxn id="20" idx="0"/>
              </p:cNvCxnSpPr>
              <p:nvPr/>
            </p:nvCxnSpPr>
            <p:spPr>
              <a:xfrm>
                <a:off x="2008958" y="1915935"/>
                <a:ext cx="438876" cy="57688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5" idx="3"/>
                <a:endCxn id="17" idx="0"/>
              </p:cNvCxnSpPr>
              <p:nvPr/>
            </p:nvCxnSpPr>
            <p:spPr>
              <a:xfrm flipH="1">
                <a:off x="1334374" y="1915935"/>
                <a:ext cx="460281" cy="57688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Oval 6"/>
              <p:cNvSpPr/>
              <p:nvPr/>
            </p:nvSpPr>
            <p:spPr>
              <a:xfrm>
                <a:off x="3486949" y="2492816"/>
                <a:ext cx="303071" cy="303071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6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Oval 7"/>
              <p:cNvSpPr/>
              <p:nvPr/>
            </p:nvSpPr>
            <p:spPr>
              <a:xfrm>
                <a:off x="4600409" y="2492816"/>
                <a:ext cx="303071" cy="303071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7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" name="Düz Ok Bağlayıcısı 8"/>
              <p:cNvCxnSpPr>
                <a:endCxn id="8" idx="0"/>
              </p:cNvCxnSpPr>
              <p:nvPr/>
            </p:nvCxnSpPr>
            <p:spPr>
              <a:xfrm>
                <a:off x="4313069" y="1915935"/>
                <a:ext cx="438876" cy="57688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Düz Bağlayıcı 9"/>
              <p:cNvCxnSpPr>
                <a:endCxn id="7" idx="0"/>
              </p:cNvCxnSpPr>
              <p:nvPr/>
            </p:nvCxnSpPr>
            <p:spPr>
              <a:xfrm flipH="1">
                <a:off x="3638484" y="1915935"/>
                <a:ext cx="460281" cy="57688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7" idx="3"/>
              </p:cNvCxnSpPr>
              <p:nvPr/>
            </p:nvCxnSpPr>
            <p:spPr>
              <a:xfrm flipH="1">
                <a:off x="998082" y="2751503"/>
                <a:ext cx="229141" cy="60888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Düz Bağlayıcı 25"/>
              <p:cNvCxnSpPr>
                <a:stCxn id="17" idx="5"/>
              </p:cNvCxnSpPr>
              <p:nvPr/>
            </p:nvCxnSpPr>
            <p:spPr>
              <a:xfrm>
                <a:off x="1441526" y="2751503"/>
                <a:ext cx="197883" cy="606645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Metin kutusu 26"/>
              <p:cNvSpPr txBox="1"/>
              <p:nvPr/>
            </p:nvSpPr>
            <p:spPr>
              <a:xfrm>
                <a:off x="727018" y="3319316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8" name="Metin kutusu 27"/>
              <p:cNvSpPr txBox="1"/>
              <p:nvPr/>
            </p:nvSpPr>
            <p:spPr>
              <a:xfrm>
                <a:off x="1364110" y="3320030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cxnSp>
            <p:nvCxnSpPr>
              <p:cNvPr id="29" name="Düz Bağlayıcı 28"/>
              <p:cNvCxnSpPr>
                <a:stCxn id="20" idx="3"/>
              </p:cNvCxnSpPr>
              <p:nvPr/>
            </p:nvCxnSpPr>
            <p:spPr>
              <a:xfrm flipH="1">
                <a:off x="2111479" y="2751503"/>
                <a:ext cx="229204" cy="60074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Düz Bağlayıcı 29"/>
              <p:cNvCxnSpPr>
                <a:stCxn id="20" idx="5"/>
              </p:cNvCxnSpPr>
              <p:nvPr/>
            </p:nvCxnSpPr>
            <p:spPr>
              <a:xfrm>
                <a:off x="2554986" y="2751503"/>
                <a:ext cx="197820" cy="598510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1840416" y="3319315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2477507" y="3317317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cxnSp>
            <p:nvCxnSpPr>
              <p:cNvPr id="33" name="Düz Bağlayıcı 32"/>
              <p:cNvCxnSpPr>
                <a:stCxn id="7" idx="3"/>
              </p:cNvCxnSpPr>
              <p:nvPr/>
            </p:nvCxnSpPr>
            <p:spPr>
              <a:xfrm flipH="1">
                <a:off x="3304702" y="2751503"/>
                <a:ext cx="226631" cy="59891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Düz Bağlayıcı 33"/>
              <p:cNvCxnSpPr>
                <a:stCxn id="7" idx="5"/>
              </p:cNvCxnSpPr>
              <p:nvPr/>
            </p:nvCxnSpPr>
            <p:spPr>
              <a:xfrm>
                <a:off x="3745636" y="2751503"/>
                <a:ext cx="200393" cy="596678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Metin kutusu 34"/>
              <p:cNvSpPr txBox="1"/>
              <p:nvPr/>
            </p:nvSpPr>
            <p:spPr>
              <a:xfrm>
                <a:off x="3033638" y="3320195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6" name="Metin kutusu 35"/>
              <p:cNvSpPr txBox="1"/>
              <p:nvPr/>
            </p:nvSpPr>
            <p:spPr>
              <a:xfrm>
                <a:off x="3670730" y="3318197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cxnSp>
            <p:nvCxnSpPr>
              <p:cNvPr id="37" name="Düz Bağlayıcı 36"/>
              <p:cNvCxnSpPr>
                <a:stCxn id="8" idx="3"/>
              </p:cNvCxnSpPr>
              <p:nvPr/>
            </p:nvCxnSpPr>
            <p:spPr>
              <a:xfrm flipH="1">
                <a:off x="4414446" y="2751503"/>
                <a:ext cx="230347" cy="59891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Düz Bağlayıcı 37"/>
              <p:cNvCxnSpPr>
                <a:stCxn id="8" idx="5"/>
              </p:cNvCxnSpPr>
              <p:nvPr/>
            </p:nvCxnSpPr>
            <p:spPr>
              <a:xfrm>
                <a:off x="4859096" y="2751503"/>
                <a:ext cx="196677" cy="596678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Metin kutusu 38"/>
              <p:cNvSpPr txBox="1"/>
              <p:nvPr/>
            </p:nvSpPr>
            <p:spPr>
              <a:xfrm>
                <a:off x="4143382" y="3320195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40" name="Metin kutusu 39"/>
              <p:cNvSpPr txBox="1"/>
              <p:nvPr/>
            </p:nvSpPr>
            <p:spPr>
              <a:xfrm>
                <a:off x="4780474" y="3318197"/>
                <a:ext cx="560783" cy="3918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sp>
        <p:nvSpPr>
          <p:cNvPr id="42" name="Metin kutusu 41"/>
          <p:cNvSpPr txBox="1"/>
          <p:nvPr/>
        </p:nvSpPr>
        <p:spPr>
          <a:xfrm>
            <a:off x="6487674" y="2734379"/>
            <a:ext cx="5685820" cy="383872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(kok);</a:t>
            </a:r>
          </a:p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i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b="1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666490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Ortada (</a:t>
            </a:r>
            <a:r>
              <a:rPr lang="tr-TR" dirty="0" err="1"/>
              <a:t>Inorder</a:t>
            </a:r>
            <a:r>
              <a:rPr lang="tr-TR" dirty="0"/>
              <a:t>) </a:t>
            </a:r>
            <a:r>
              <a:rPr lang="tr-TR" dirty="0" smtClean="0"/>
              <a:t>Dolaşımı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28519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Ortada (</a:t>
            </a:r>
            <a:r>
              <a:rPr lang="tr-TR" dirty="0" err="1"/>
              <a:t>Inorder</a:t>
            </a:r>
            <a:r>
              <a:rPr lang="tr-TR" dirty="0"/>
              <a:t>) </a:t>
            </a:r>
            <a:r>
              <a:rPr lang="tr-TR" dirty="0" smtClean="0"/>
              <a:t>Dolaşımı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Kök ortada olacak şekilde sol alt ağacı dolaş.</a:t>
            </a:r>
          </a:p>
          <a:p>
            <a:r>
              <a:rPr lang="tr-TR" dirty="0"/>
              <a:t>Kök düğümü ziyaret et.</a:t>
            </a:r>
          </a:p>
          <a:p>
            <a:r>
              <a:rPr lang="tr-TR" dirty="0"/>
              <a:t>Kök ortada olacak şekilde sağ alt ağacı dolaş</a:t>
            </a:r>
            <a:r>
              <a:rPr lang="tr-TR" dirty="0" smtClean="0"/>
              <a:t>.</a:t>
            </a:r>
          </a:p>
          <a:p>
            <a:endParaRPr lang="tr-TR" dirty="0"/>
          </a:p>
          <a:p>
            <a:pPr marL="0" indent="0" algn="r">
              <a:buNone/>
            </a:pPr>
            <a:r>
              <a:rPr lang="tr-TR" dirty="0"/>
              <a:t>Kök ortada dolaşımı: </a:t>
            </a:r>
            <a:r>
              <a:rPr lang="tr-TR" b="1" dirty="0"/>
              <a:t>4 2 5 1 6 3 </a:t>
            </a:r>
            <a:r>
              <a:rPr lang="tr-TR" b="1" dirty="0" smtClean="0"/>
              <a:t>7</a:t>
            </a:r>
            <a:endParaRPr lang="tr-TR" b="1" dirty="0"/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155</a:t>
            </a:fld>
            <a:endParaRPr lang="en-US" dirty="0"/>
          </a:p>
        </p:txBody>
      </p:sp>
      <p:grpSp>
        <p:nvGrpSpPr>
          <p:cNvPr id="7" name="Grup 4"/>
          <p:cNvGrpSpPr/>
          <p:nvPr/>
        </p:nvGrpSpPr>
        <p:grpSpPr>
          <a:xfrm>
            <a:off x="1310062" y="3449159"/>
            <a:ext cx="5259119" cy="2727804"/>
            <a:chOff x="4201689" y="3135968"/>
            <a:chExt cx="4019521" cy="2084848"/>
          </a:xfrm>
        </p:grpSpPr>
        <p:grpSp>
          <p:nvGrpSpPr>
            <p:cNvPr id="8" name="Grup 36"/>
            <p:cNvGrpSpPr/>
            <p:nvPr/>
          </p:nvGrpSpPr>
          <p:grpSpPr>
            <a:xfrm>
              <a:off x="4201689" y="3135968"/>
              <a:ext cx="3428001" cy="2084848"/>
              <a:chOff x="7251395" y="1748975"/>
              <a:chExt cx="3428001" cy="2084848"/>
            </a:xfrm>
          </p:grpSpPr>
          <p:grpSp>
            <p:nvGrpSpPr>
              <p:cNvPr id="13" name="Grup 2"/>
              <p:cNvGrpSpPr/>
              <p:nvPr/>
            </p:nvGrpSpPr>
            <p:grpSpPr>
              <a:xfrm>
                <a:off x="7251395" y="1748975"/>
                <a:ext cx="3428001" cy="2084848"/>
                <a:chOff x="7251395" y="1748975"/>
                <a:chExt cx="3428001" cy="2084848"/>
              </a:xfrm>
            </p:grpSpPr>
            <p:sp>
              <p:nvSpPr>
                <p:cNvPr id="16" name="Oval 15"/>
                <p:cNvSpPr/>
                <p:nvPr/>
              </p:nvSpPr>
              <p:spPr>
                <a:xfrm>
                  <a:off x="9045532" y="1748975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1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7" name="Oval 16"/>
                <p:cNvSpPr/>
                <p:nvPr/>
              </p:nvSpPr>
              <p:spPr>
                <a:xfrm>
                  <a:off x="7864409" y="260371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2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8" name="Oval 17"/>
                <p:cNvSpPr/>
                <p:nvPr/>
              </p:nvSpPr>
              <p:spPr>
                <a:xfrm>
                  <a:off x="10351979" y="260371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3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9" name="Oval 18"/>
                <p:cNvSpPr/>
                <p:nvPr/>
              </p:nvSpPr>
              <p:spPr>
                <a:xfrm>
                  <a:off x="7251395" y="350640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4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0" name="Düz Ok Bağlayıcısı 9"/>
                <p:cNvCxnSpPr>
                  <a:stCxn id="16" idx="3"/>
                  <a:endCxn id="17" idx="0"/>
                </p:cNvCxnSpPr>
                <p:nvPr/>
              </p:nvCxnSpPr>
              <p:spPr>
                <a:xfrm flipH="1">
                  <a:off x="8028117" y="2028443"/>
                  <a:ext cx="1065364" cy="575273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Düz Ok Bağlayıcısı 10"/>
                <p:cNvCxnSpPr>
                  <a:stCxn id="16" idx="5"/>
                  <a:endCxn id="18" idx="0"/>
                </p:cNvCxnSpPr>
                <p:nvPr/>
              </p:nvCxnSpPr>
              <p:spPr>
                <a:xfrm>
                  <a:off x="9325000" y="2028443"/>
                  <a:ext cx="1190688" cy="575273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" name="Oval 21"/>
                <p:cNvSpPr/>
                <p:nvPr/>
              </p:nvSpPr>
              <p:spPr>
                <a:xfrm>
                  <a:off x="8454299" y="350640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5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3" name="Düz Ok Bağlayıcısı 12"/>
                <p:cNvCxnSpPr>
                  <a:stCxn id="17" idx="5"/>
                  <a:endCxn id="22" idx="0"/>
                </p:cNvCxnSpPr>
                <p:nvPr/>
              </p:nvCxnSpPr>
              <p:spPr>
                <a:xfrm>
                  <a:off x="8143877" y="2883184"/>
                  <a:ext cx="474131" cy="623222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" name="Düz Bağlayıcı 13"/>
                <p:cNvCxnSpPr>
                  <a:stCxn id="17" idx="3"/>
                  <a:endCxn id="19" idx="0"/>
                </p:cNvCxnSpPr>
                <p:nvPr/>
              </p:nvCxnSpPr>
              <p:spPr>
                <a:xfrm flipH="1">
                  <a:off x="7415103" y="2883184"/>
                  <a:ext cx="497255" cy="6232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" name="Metin kutusu 34"/>
              <p:cNvSpPr txBox="1"/>
              <p:nvPr/>
            </p:nvSpPr>
            <p:spPr>
              <a:xfrm>
                <a:off x="7967970" y="1753227"/>
                <a:ext cx="416312" cy="30580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kok</a:t>
                </a:r>
                <a:endParaRPr lang="tr-TR" sz="2000" dirty="0"/>
              </a:p>
            </p:txBody>
          </p:sp>
          <p:cxnSp>
            <p:nvCxnSpPr>
              <p:cNvPr id="15" name="Düz Ok Bağlayıcısı 35"/>
              <p:cNvCxnSpPr/>
              <p:nvPr/>
            </p:nvCxnSpPr>
            <p:spPr>
              <a:xfrm>
                <a:off x="8383297" y="1919942"/>
                <a:ext cx="5455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Oval 8"/>
            <p:cNvSpPr/>
            <p:nvPr/>
          </p:nvSpPr>
          <p:spPr>
            <a:xfrm>
              <a:off x="6690889" y="4893399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7893793" y="4893399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1" name="Düz Ok Bağlayıcısı 30"/>
            <p:cNvCxnSpPr>
              <a:endCxn id="10" idx="0"/>
            </p:cNvCxnSpPr>
            <p:nvPr/>
          </p:nvCxnSpPr>
          <p:spPr>
            <a:xfrm>
              <a:off x="7583371" y="4270177"/>
              <a:ext cx="474131" cy="62322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Düz Bağlayıcı 31"/>
            <p:cNvCxnSpPr>
              <a:endCxn id="9" idx="0"/>
            </p:cNvCxnSpPr>
            <p:nvPr/>
          </p:nvCxnSpPr>
          <p:spPr>
            <a:xfrm flipH="1">
              <a:off x="6854597" y="4270177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251680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1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6117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237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972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9546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08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Düz Ok Bağlayıcısı 29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6518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853557" y="2426558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1976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7102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853557" y="2426558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8277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1976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15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853557" y="2426558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2299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1976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3799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630509" y="2620982"/>
            <a:ext cx="272350" cy="608735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360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2514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630509" y="2620982"/>
            <a:ext cx="272350" cy="608735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9728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5742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630509" y="2620982"/>
            <a:ext cx="272350" cy="608735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2299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3228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4424619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2334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6" name="Metin kutusu 35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39720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4424619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8277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2334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6" name="Metin kutusu 35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6529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4424619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12951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2334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6" name="Metin kutusu 35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8701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6049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62354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0848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8" name="Metin kutusu 37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630509" y="2620982"/>
            <a:ext cx="272350" cy="608735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0454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86974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8" name="Metin kutusu 37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630509" y="2620982"/>
            <a:ext cx="272350" cy="608735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3201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610196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5604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8" name="Metin kutusu 37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630509" y="2620982"/>
            <a:ext cx="272350" cy="608735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2696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54782038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3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088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6" name="Metin kutusu 35"/>
          <p:cNvSpPr txBox="1"/>
          <p:nvPr/>
        </p:nvSpPr>
        <p:spPr>
          <a:xfrm>
            <a:off x="1129676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1389085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39347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54782038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972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088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6" name="Metin kutusu 35"/>
          <p:cNvSpPr txBox="1"/>
          <p:nvPr/>
        </p:nvSpPr>
        <p:spPr>
          <a:xfrm>
            <a:off x="1129676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1389085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66945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54782038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1440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9088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6" name="Metin kutusu 35"/>
          <p:cNvSpPr txBox="1"/>
          <p:nvPr/>
        </p:nvSpPr>
        <p:spPr>
          <a:xfrm>
            <a:off x="1129676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1389085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9912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604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94891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8582930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604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8" name="Metin kutusu 37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630509" y="2620982"/>
            <a:ext cx="272350" cy="608735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Düz Ok Bağlayıcısı 39"/>
          <p:cNvCxnSpPr/>
          <p:nvPr/>
        </p:nvCxnSpPr>
        <p:spPr>
          <a:xfrm>
            <a:off x="5602624" y="610196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671128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976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2948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0521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976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56229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853557" y="2426558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3681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976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586973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853557" y="2426558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4992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976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61019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853557" y="2426558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668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4324569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750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46505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Metin kutusu 37"/>
          <p:cNvSpPr txBox="1"/>
          <p:nvPr/>
        </p:nvSpPr>
        <p:spPr>
          <a:xfrm>
            <a:off x="2130688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V="1">
            <a:off x="2390097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3069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4324569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750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48972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Metin kutusu 37"/>
          <p:cNvSpPr txBox="1"/>
          <p:nvPr/>
        </p:nvSpPr>
        <p:spPr>
          <a:xfrm>
            <a:off x="2130688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V="1">
            <a:off x="2390097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7364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4324569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750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51440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Metin kutusu 37"/>
          <p:cNvSpPr txBox="1"/>
          <p:nvPr/>
        </p:nvSpPr>
        <p:spPr>
          <a:xfrm>
            <a:off x="2130688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V="1">
            <a:off x="2390097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9151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9763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8770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8958157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9763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61164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343644" y="2220872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853557" y="2426558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3516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183478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2806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25893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183478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0" name="Metin kutusu 39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1" name="Düz Ok Bağlayıcısı 40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5602624" y="56229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18166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183478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0" name="Metin kutusu 39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1" name="Düz Ok Bağlayıcısı 40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5602624" y="58697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45812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183478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0" name="Metin kutusu 39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1" name="Düz Ok Bağlayıcısı 40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5602624" y="61164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5427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686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0" name="Metin kutusu 39"/>
          <p:cNvSpPr txBox="1"/>
          <p:nvPr/>
        </p:nvSpPr>
        <p:spPr>
          <a:xfrm>
            <a:off x="3156901" y="22369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1" name="Düz Ok Bağlayıcısı 40"/>
          <p:cNvCxnSpPr/>
          <p:nvPr/>
        </p:nvCxnSpPr>
        <p:spPr>
          <a:xfrm>
            <a:off x="3666814" y="24426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5602624" y="46505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4490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686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0" name="Metin kutusu 39"/>
          <p:cNvSpPr txBox="1"/>
          <p:nvPr/>
        </p:nvSpPr>
        <p:spPr>
          <a:xfrm>
            <a:off x="3156901" y="22369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1" name="Düz Ok Bağlayıcısı 40"/>
          <p:cNvCxnSpPr/>
          <p:nvPr/>
        </p:nvCxnSpPr>
        <p:spPr>
          <a:xfrm>
            <a:off x="3666814" y="24426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5602624" y="488276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3488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686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0" name="Metin kutusu 39"/>
          <p:cNvSpPr txBox="1"/>
          <p:nvPr/>
        </p:nvSpPr>
        <p:spPr>
          <a:xfrm>
            <a:off x="3156901" y="22369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1" name="Düz Ok Bağlayıcısı 40"/>
          <p:cNvCxnSpPr/>
          <p:nvPr/>
        </p:nvCxnSpPr>
        <p:spPr>
          <a:xfrm>
            <a:off x="3666814" y="24426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Düz Ok Bağlayıcısı 35"/>
          <p:cNvCxnSpPr/>
          <p:nvPr/>
        </p:nvCxnSpPr>
        <p:spPr>
          <a:xfrm>
            <a:off x="5602624" y="562299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79458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8822370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750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6" name="Düz Ok Bağlayıcısı 35"/>
          <p:cNvCxnSpPr/>
          <p:nvPr/>
        </p:nvCxnSpPr>
        <p:spPr>
          <a:xfrm>
            <a:off x="5602624" y="46360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669200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 flipV="1">
            <a:off x="3928609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5723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8822370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750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6" name="Düz Ok Bağlayıcısı 35"/>
          <p:cNvCxnSpPr/>
          <p:nvPr/>
        </p:nvCxnSpPr>
        <p:spPr>
          <a:xfrm>
            <a:off x="5602624" y="48972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669200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 flipV="1">
            <a:off x="3928609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78748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8822370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5750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6" name="Düz Ok Bağlayıcısı 35"/>
          <p:cNvCxnSpPr/>
          <p:nvPr/>
        </p:nvCxnSpPr>
        <p:spPr>
          <a:xfrm>
            <a:off x="5602624" y="51440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669200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 flipV="1">
            <a:off x="3928609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3955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485500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6572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9" name="Metin kutusu 38"/>
          <p:cNvSpPr txBox="1"/>
          <p:nvPr/>
        </p:nvSpPr>
        <p:spPr>
          <a:xfrm>
            <a:off x="3156901" y="22369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3666814" y="24426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6229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1978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9" name="Metin kutusu 38"/>
          <p:cNvSpPr txBox="1"/>
          <p:nvPr/>
        </p:nvSpPr>
        <p:spPr>
          <a:xfrm>
            <a:off x="3156901" y="22369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3666814" y="24426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86972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5495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9" name="Metin kutusu 38"/>
          <p:cNvSpPr txBox="1"/>
          <p:nvPr/>
        </p:nvSpPr>
        <p:spPr>
          <a:xfrm>
            <a:off x="3156901" y="22369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3666814" y="24426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61164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6368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60897285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1" name="Düz Ok Bağlayıcısı 40"/>
          <p:cNvCxnSpPr/>
          <p:nvPr/>
        </p:nvCxnSpPr>
        <p:spPr>
          <a:xfrm>
            <a:off x="5602624" y="46505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4990000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5249409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08426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60897285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1" name="Düz Ok Bağlayıcısı 40"/>
          <p:cNvCxnSpPr/>
          <p:nvPr/>
        </p:nvCxnSpPr>
        <p:spPr>
          <a:xfrm>
            <a:off x="5602624" y="48972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4990000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5249409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03504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60897285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1" name="Düz Ok Bağlayıcısı 40"/>
          <p:cNvCxnSpPr/>
          <p:nvPr/>
        </p:nvCxnSpPr>
        <p:spPr>
          <a:xfrm>
            <a:off x="5602624" y="51440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4990000" y="3925283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 flipV="1">
            <a:off x="5249409" y="3626552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6073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276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770267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21831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28" name="Düz Ok Bağlayıcısı 27"/>
          <p:cNvCxnSpPr/>
          <p:nvPr/>
        </p:nvCxnSpPr>
        <p:spPr>
          <a:xfrm>
            <a:off x="5602624" y="61164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3156901" y="22369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3666814" y="24426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4059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182026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3612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kokOrtada()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cxnSp>
        <p:nvCxnSpPr>
          <p:cNvPr id="29" name="Düz Ok Bağlayıcısı 28"/>
          <p:cNvCxnSpPr/>
          <p:nvPr/>
        </p:nvCxnSpPr>
        <p:spPr>
          <a:xfrm>
            <a:off x="5602624" y="182026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8" name="Düz Ok Bağlayıcısı 37"/>
          <p:cNvCxnSpPr/>
          <p:nvPr/>
        </p:nvCxnSpPr>
        <p:spPr>
          <a:xfrm>
            <a:off x="5602624" y="611647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Metin kutusu 38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7608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:a16="http://schemas.microsoft.com/office/drawing/2014/main" xmlns="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:a16="http://schemas.microsoft.com/office/drawing/2014/main" xmlns="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6460622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7250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4 2 9 3 </a:t>
            </a:r>
            <a:endParaRPr lang="tr-TR" sz="2200" dirty="0"/>
          </a:p>
        </p:txBody>
      </p:sp>
      <p:grpSp>
        <p:nvGrpSpPr>
          <p:cNvPr id="3" name="Grup 2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cxnSp>
          <p:nvCxnSpPr>
            <p:cNvPr id="30" name="Düz Ok Bağlayıcısı 29"/>
            <p:cNvCxnSpPr/>
            <p:nvPr/>
          </p:nvCxnSpPr>
          <p:spPr>
            <a:xfrm>
              <a:off x="1882349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2064128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9" name="Metin kutusu 38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kokOrtada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944560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Yığın ile Kök </a:t>
            </a:r>
            <a:r>
              <a:rPr lang="tr-TR" dirty="0" smtClean="0"/>
              <a:t>Ortada (</a:t>
            </a:r>
            <a:r>
              <a:rPr lang="tr-TR" dirty="0" err="1" smtClean="0"/>
              <a:t>Inorder</a:t>
            </a:r>
            <a:r>
              <a:rPr lang="tr-TR" dirty="0"/>
              <a:t>) Dolaşımı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49530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26766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0668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4168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2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9603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64906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3476814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3256784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1610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103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3476814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3256784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3059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706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3476814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3256784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4839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4183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3476814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3256784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8934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469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2367656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147626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5680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230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2367656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147626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802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2367656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147626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3738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4183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2367656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147626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6649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596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637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1042520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64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637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1042520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6822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371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637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1042520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32615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4128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637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1042520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Oval 45"/>
          <p:cNvSpPr/>
          <p:nvPr/>
        </p:nvSpPr>
        <p:spPr>
          <a:xfrm>
            <a:off x="2842024" y="468486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52449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451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151" y="371423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V="1">
            <a:off x="1014306" y="3642712"/>
            <a:ext cx="0" cy="18811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Oval 45"/>
          <p:cNvSpPr/>
          <p:nvPr/>
        </p:nvSpPr>
        <p:spPr>
          <a:xfrm>
            <a:off x="2842024" y="468486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98121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151" y="371423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V="1">
            <a:off x="1014306" y="3642712"/>
            <a:ext cx="0" cy="18811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Oval 45"/>
          <p:cNvSpPr/>
          <p:nvPr/>
        </p:nvSpPr>
        <p:spPr>
          <a:xfrm>
            <a:off x="2842024" y="468486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2895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151" y="371423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V="1">
            <a:off x="1014306" y="3642712"/>
            <a:ext cx="0" cy="18811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Oval 45"/>
          <p:cNvSpPr/>
          <p:nvPr/>
        </p:nvSpPr>
        <p:spPr>
          <a:xfrm>
            <a:off x="2842024" y="468486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2486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240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641151" y="371423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V="1">
            <a:off x="1014306" y="3642712"/>
            <a:ext cx="0" cy="18811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Oval 45"/>
          <p:cNvSpPr/>
          <p:nvPr/>
        </p:nvSpPr>
        <p:spPr>
          <a:xfrm>
            <a:off x="2842024" y="468486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6997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grpSp>
        <p:nvGrpSpPr>
          <p:cNvPr id="3" name="Grup 2"/>
          <p:cNvGrpSpPr/>
          <p:nvPr/>
        </p:nvGrpSpPr>
        <p:grpSpPr>
          <a:xfrm>
            <a:off x="641151" y="3642712"/>
            <a:ext cx="773418" cy="471636"/>
            <a:chOff x="641151" y="3642712"/>
            <a:chExt cx="773418" cy="471636"/>
          </a:xfrm>
        </p:grpSpPr>
        <p:sp>
          <p:nvSpPr>
            <p:cNvPr id="42" name="Metin kutusu 41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3" name="Düz Ok Bağlayıcısı 42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Oval 45"/>
          <p:cNvSpPr/>
          <p:nvPr/>
        </p:nvSpPr>
        <p:spPr>
          <a:xfrm>
            <a:off x="2842024" y="468486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8810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641637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>
            <a:off x="1042520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48897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6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641637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>
            <a:off x="1042520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235069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643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1260276" y="3642712"/>
            <a:ext cx="773418" cy="471636"/>
            <a:chOff x="641151" y="3642712"/>
            <a:chExt cx="773418" cy="471636"/>
          </a:xfrm>
        </p:grpSpPr>
        <p:sp>
          <p:nvSpPr>
            <p:cNvPr id="43" name="Metin kutusu 42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4328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1939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1260276" y="3642712"/>
            <a:ext cx="773418" cy="471636"/>
            <a:chOff x="641151" y="3642712"/>
            <a:chExt cx="773418" cy="471636"/>
          </a:xfrm>
        </p:grpSpPr>
        <p:sp>
          <p:nvSpPr>
            <p:cNvPr id="43" name="Metin kutusu 42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5073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371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1260276" y="3642712"/>
            <a:ext cx="773418" cy="471636"/>
            <a:chOff x="641151" y="3642712"/>
            <a:chExt cx="773418" cy="471636"/>
          </a:xfrm>
        </p:grpSpPr>
        <p:sp>
          <p:nvSpPr>
            <p:cNvPr id="43" name="Metin kutusu 42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9989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240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1260276" y="3642712"/>
            <a:ext cx="773418" cy="471636"/>
            <a:chOff x="641151" y="3642712"/>
            <a:chExt cx="773418" cy="471636"/>
          </a:xfrm>
        </p:grpSpPr>
        <p:sp>
          <p:nvSpPr>
            <p:cNvPr id="43" name="Metin kutusu 42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2449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4723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1260276" y="3642712"/>
            <a:ext cx="773418" cy="471636"/>
            <a:chOff x="641151" y="3642712"/>
            <a:chExt cx="773418" cy="471636"/>
          </a:xfrm>
        </p:grpSpPr>
        <p:sp>
          <p:nvSpPr>
            <p:cNvPr id="43" name="Metin kutusu 42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1725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2367656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2147626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23322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6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Metin kutusu 46"/>
          <p:cNvSpPr txBox="1"/>
          <p:nvPr/>
        </p:nvSpPr>
        <p:spPr>
          <a:xfrm>
            <a:off x="2367656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8" name="Düz Ok Bağlayıcısı 47"/>
          <p:cNvCxnSpPr/>
          <p:nvPr/>
        </p:nvCxnSpPr>
        <p:spPr>
          <a:xfrm flipH="1">
            <a:off x="2147626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4555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7882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Metin kutusu 41"/>
          <p:cNvSpPr txBox="1"/>
          <p:nvPr/>
        </p:nvSpPr>
        <p:spPr>
          <a:xfrm>
            <a:off x="2397863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595548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0900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193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Metin kutusu 41"/>
          <p:cNvSpPr txBox="1"/>
          <p:nvPr/>
        </p:nvSpPr>
        <p:spPr>
          <a:xfrm>
            <a:off x="2397863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595548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0988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Metin kutusu 41"/>
          <p:cNvSpPr txBox="1"/>
          <p:nvPr/>
        </p:nvSpPr>
        <p:spPr>
          <a:xfrm>
            <a:off x="2397863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595548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1376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4273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Metin kutusu 41"/>
          <p:cNvSpPr txBox="1"/>
          <p:nvPr/>
        </p:nvSpPr>
        <p:spPr>
          <a:xfrm>
            <a:off x="2397863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3" name="Düz Ok Bağlayıcısı 42"/>
          <p:cNvCxnSpPr/>
          <p:nvPr/>
        </p:nvCxnSpPr>
        <p:spPr>
          <a:xfrm flipH="1">
            <a:off x="2595548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Oval 44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57054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596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753760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2002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753760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899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753760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8160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385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753760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8805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5" name="Oval 44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753760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9544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397863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 flipH="1">
            <a:off x="2595548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2368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6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397863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 flipH="1">
            <a:off x="2595548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98350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7882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2377873" y="3642712"/>
            <a:ext cx="773418" cy="471636"/>
            <a:chOff x="641151" y="3642712"/>
            <a:chExt cx="773418" cy="471636"/>
          </a:xfrm>
        </p:grpSpPr>
        <p:sp>
          <p:nvSpPr>
            <p:cNvPr id="45" name="Metin kutusu 44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5498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193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2377873" y="3642712"/>
            <a:ext cx="773418" cy="471636"/>
            <a:chOff x="641151" y="3642712"/>
            <a:chExt cx="773418" cy="471636"/>
          </a:xfrm>
        </p:grpSpPr>
        <p:sp>
          <p:nvSpPr>
            <p:cNvPr id="45" name="Metin kutusu 44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47215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2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2377873" y="3642712"/>
            <a:ext cx="773418" cy="471636"/>
            <a:chOff x="641151" y="3642712"/>
            <a:chExt cx="773418" cy="471636"/>
          </a:xfrm>
        </p:grpSpPr>
        <p:sp>
          <p:nvSpPr>
            <p:cNvPr id="45" name="Metin kutusu 44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4544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240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2377873" y="3642712"/>
            <a:ext cx="773418" cy="471636"/>
            <a:chOff x="641151" y="3642712"/>
            <a:chExt cx="773418" cy="471636"/>
          </a:xfrm>
        </p:grpSpPr>
        <p:sp>
          <p:nvSpPr>
            <p:cNvPr id="45" name="Metin kutusu 44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365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4" name="Oval 43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2377873" y="3642712"/>
            <a:ext cx="773418" cy="471636"/>
            <a:chOff x="641151" y="3642712"/>
            <a:chExt cx="773418" cy="471636"/>
          </a:xfrm>
        </p:grpSpPr>
        <p:sp>
          <p:nvSpPr>
            <p:cNvPr id="45" name="Metin kutusu 44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0612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853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476814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3256784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2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36479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3476814" y="82312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H="1">
            <a:off x="3256784" y="1029148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2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26495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643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4675427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55397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8408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4675427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55397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67743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371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4675427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55397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5918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4273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2" name="Metin kutusu 41"/>
          <p:cNvSpPr txBox="1"/>
          <p:nvPr/>
        </p:nvSpPr>
        <p:spPr>
          <a:xfrm>
            <a:off x="4675427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55397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7791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451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949409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3350292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24858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949409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3350292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7045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3710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949409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3350292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2007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3983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949409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3350292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Oval 41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03384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64510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Oval 41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4" name="Grup 43"/>
          <p:cNvGrpSpPr/>
          <p:nvPr/>
        </p:nvGrpSpPr>
        <p:grpSpPr>
          <a:xfrm>
            <a:off x="2943931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8336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1939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Oval 41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4" name="Grup 43"/>
          <p:cNvGrpSpPr/>
          <p:nvPr/>
        </p:nvGrpSpPr>
        <p:grpSpPr>
          <a:xfrm>
            <a:off x="2943931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89260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371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Oval 41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4" name="Grup 43"/>
          <p:cNvGrpSpPr/>
          <p:nvPr/>
        </p:nvGrpSpPr>
        <p:grpSpPr>
          <a:xfrm>
            <a:off x="2943931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7309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240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Oval 41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4" name="Grup 43"/>
          <p:cNvGrpSpPr/>
          <p:nvPr/>
        </p:nvGrpSpPr>
        <p:grpSpPr>
          <a:xfrm>
            <a:off x="2943931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9036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708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2" name="Oval 41"/>
          <p:cNvSpPr/>
          <p:nvPr/>
        </p:nvSpPr>
        <p:spPr>
          <a:xfrm>
            <a:off x="2841925" y="510141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4" name="Grup 43"/>
          <p:cNvGrpSpPr/>
          <p:nvPr/>
        </p:nvGrpSpPr>
        <p:grpSpPr>
          <a:xfrm>
            <a:off x="2943931" y="3642712"/>
            <a:ext cx="773418" cy="471636"/>
            <a:chOff x="641151" y="3642712"/>
            <a:chExt cx="773418" cy="471636"/>
          </a:xfrm>
        </p:grpSpPr>
        <p:sp>
          <p:nvSpPr>
            <p:cNvPr id="47" name="Metin kutusu 46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5390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708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949409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3350292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7724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6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2949409" y="1947499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3350292" y="2275659"/>
            <a:ext cx="175429" cy="217157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4088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643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3568044" y="3642712"/>
            <a:ext cx="773418" cy="471636"/>
            <a:chOff x="641151" y="3642712"/>
            <a:chExt cx="773418" cy="471636"/>
          </a:xfrm>
        </p:grpSpPr>
        <p:sp>
          <p:nvSpPr>
            <p:cNvPr id="44" name="Metin kutusu 43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7" name="Düz Ok Bağlayıcısı 46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1411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8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3568044" y="3642712"/>
            <a:ext cx="773418" cy="471636"/>
            <a:chOff x="641151" y="3642712"/>
            <a:chExt cx="773418" cy="471636"/>
          </a:xfrm>
        </p:grpSpPr>
        <p:sp>
          <p:nvSpPr>
            <p:cNvPr id="44" name="Metin kutusu 43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7" name="Düz Ok Bağlayıcısı 46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9641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415162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3568044" y="3642712"/>
            <a:ext cx="773418" cy="471636"/>
            <a:chOff x="641151" y="3642712"/>
            <a:chExt cx="773418" cy="471636"/>
          </a:xfrm>
        </p:grpSpPr>
        <p:sp>
          <p:nvSpPr>
            <p:cNvPr id="44" name="Metin kutusu 43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7" name="Düz Ok Bağlayıcısı 46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47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1240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5" name="Oval 44"/>
          <p:cNvSpPr/>
          <p:nvPr/>
        </p:nvSpPr>
        <p:spPr>
          <a:xfrm>
            <a:off x="2843570" y="555133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2" name="Grup 41"/>
          <p:cNvGrpSpPr/>
          <p:nvPr/>
        </p:nvGrpSpPr>
        <p:grpSpPr>
          <a:xfrm>
            <a:off x="3568044" y="3642712"/>
            <a:ext cx="773418" cy="471636"/>
            <a:chOff x="641151" y="3642712"/>
            <a:chExt cx="773418" cy="471636"/>
          </a:xfrm>
        </p:grpSpPr>
        <p:sp>
          <p:nvSpPr>
            <p:cNvPr id="44" name="Metin kutusu 43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7" name="Düz Ok Bağlayıcısı 46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051296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3708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5427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455397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2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58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61756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sp>
        <p:nvSpPr>
          <p:cNvPr id="43" name="Metin kutusu 42"/>
          <p:cNvSpPr txBox="1"/>
          <p:nvPr/>
        </p:nvSpPr>
        <p:spPr>
          <a:xfrm>
            <a:off x="4675427" y="159710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455397" y="180312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2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7253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586430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grpSp>
        <p:nvGrpSpPr>
          <p:cNvPr id="42" name="Grup 41"/>
          <p:cNvGrpSpPr/>
          <p:nvPr/>
        </p:nvGrpSpPr>
        <p:grpSpPr>
          <a:xfrm>
            <a:off x="4366177" y="2813942"/>
            <a:ext cx="773418" cy="471636"/>
            <a:chOff x="641151" y="3642712"/>
            <a:chExt cx="773418" cy="471636"/>
          </a:xfrm>
        </p:grpSpPr>
        <p:sp>
          <p:nvSpPr>
            <p:cNvPr id="44" name="Metin kutusu 43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050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6039749" y="39048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170421"/>
            <a:chOff x="5129483" y="2335990"/>
            <a:chExt cx="1313353" cy="3290110"/>
          </a:xfrm>
        </p:grpSpPr>
        <p:sp>
          <p:nvSpPr>
            <p:cNvPr id="38" name="Dikdörtgen 37"/>
            <p:cNvSpPr/>
            <p:nvPr/>
          </p:nvSpPr>
          <p:spPr>
            <a:xfrm>
              <a:off x="5245100" y="2438400"/>
              <a:ext cx="1080000" cy="3187700"/>
            </a:xfrm>
            <a:prstGeom prst="rect">
              <a:avLst/>
            </a:prstGeom>
            <a:solidFill>
              <a:srgbClr val="FF0000">
                <a:alpha val="20000"/>
              </a:srgb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Dikdörtgen 38"/>
            <p:cNvSpPr/>
            <p:nvPr/>
          </p:nvSpPr>
          <p:spPr>
            <a:xfrm>
              <a:off x="5129483" y="2335990"/>
              <a:ext cx="1313353" cy="394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41" name="Metin kutusu 40"/>
          <p:cNvSpPr txBox="1"/>
          <p:nvPr/>
        </p:nvSpPr>
        <p:spPr>
          <a:xfrm>
            <a:off x="2638877" y="6030707"/>
            <a:ext cx="7091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400" dirty="0" smtClean="0"/>
              <a:t>Yığıt</a:t>
            </a:r>
            <a:endParaRPr lang="tr-TR" sz="2400" dirty="0"/>
          </a:p>
        </p:txBody>
      </p:sp>
      <p:grpSp>
        <p:nvGrpSpPr>
          <p:cNvPr id="42" name="Grup 41"/>
          <p:cNvGrpSpPr/>
          <p:nvPr/>
        </p:nvGrpSpPr>
        <p:grpSpPr>
          <a:xfrm>
            <a:off x="4366177" y="2813942"/>
            <a:ext cx="773418" cy="471636"/>
            <a:chOff x="641151" y="3642712"/>
            <a:chExt cx="773418" cy="471636"/>
          </a:xfrm>
        </p:grpSpPr>
        <p:sp>
          <p:nvSpPr>
            <p:cNvPr id="44" name="Metin kutusu 43"/>
            <p:cNvSpPr txBox="1"/>
            <p:nvPr/>
          </p:nvSpPr>
          <p:spPr>
            <a:xfrm>
              <a:off x="641151" y="3714238"/>
              <a:ext cx="7734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gecici</a:t>
              </a:r>
              <a:endParaRPr lang="tr-TR" sz="2000" b="1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flipV="1">
              <a:off x="1014306" y="3642712"/>
              <a:ext cx="0" cy="188117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7173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458646" y="1026150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4 2 5 1 6 3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290804" cy="2845990"/>
            <a:chOff x="727018" y="866062"/>
            <a:chExt cx="4290804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348694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3304702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3745636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3033638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3670730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4457039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59" name="Metin kutusu 58"/>
          <p:cNvSpPr txBox="1"/>
          <p:nvPr/>
        </p:nvSpPr>
        <p:spPr>
          <a:xfrm>
            <a:off x="6487674" y="2487636"/>
            <a:ext cx="5685820" cy="408494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(kok 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 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&lt;&gt;();</a:t>
            </a:r>
          </a:p>
          <a:p>
            <a:pPr lvl="0" defTabSz="914400"/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pPr lvl="0" defTabSz="914400"/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() ||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b="1" dirty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{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i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i="1" dirty="0">
                <a:solidFill>
                  <a:srgbClr val="000000"/>
                </a:solidFill>
                <a:latin typeface="Consolas" panose="020B0609020204030204" pitchFamily="49" charset="0"/>
              </a:rPr>
              <a:t> + </a:t>
            </a:r>
            <a:r>
              <a:rPr lang="tr-TR" sz="1600" i="1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pPr lvl="0" defTabSz="914400"/>
            <a:r>
              <a:rPr lang="tr-TR" sz="1600" dirty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gecici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</a:p>
          <a:p>
            <a:pPr lvl="0" defTabSz="914400"/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solidFill>
                <a:prstClr val="black"/>
              </a:solidFill>
              <a:latin typeface="Lucida Console" panose="020B0609040504020204" pitchFamily="49" charset="0"/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31227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Sonda (</a:t>
            </a:r>
            <a:r>
              <a:rPr lang="tr-TR" dirty="0" err="1"/>
              <a:t>Postorder</a:t>
            </a:r>
            <a:r>
              <a:rPr lang="tr-TR" dirty="0"/>
              <a:t>) </a:t>
            </a:r>
            <a:r>
              <a:rPr lang="tr-TR" dirty="0" smtClean="0"/>
              <a:t>Dolaşımı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0899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Kök Sonda (</a:t>
            </a:r>
            <a:r>
              <a:rPr lang="tr-TR" dirty="0" err="1"/>
              <a:t>Postorder</a:t>
            </a:r>
            <a:r>
              <a:rPr lang="tr-TR" dirty="0"/>
              <a:t>) </a:t>
            </a:r>
            <a:r>
              <a:rPr lang="tr-TR" dirty="0" smtClean="0"/>
              <a:t>Dolaşımı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tr-TR" dirty="0"/>
              <a:t>Kök sonda olacak şekilde sol alt ağacı dolaş.</a:t>
            </a:r>
          </a:p>
          <a:p>
            <a:r>
              <a:rPr lang="tr-TR" dirty="0"/>
              <a:t>Kök sonda olacak şekilde sağ alt ağacı dolaş.</a:t>
            </a:r>
          </a:p>
          <a:p>
            <a:r>
              <a:rPr lang="tr-TR" dirty="0"/>
              <a:t>Kök düğümü ziyaret et.</a:t>
            </a:r>
          </a:p>
          <a:p>
            <a:endParaRPr lang="tr-TR" dirty="0" smtClean="0"/>
          </a:p>
          <a:p>
            <a:pPr marL="0" indent="0" algn="r">
              <a:buNone/>
            </a:pPr>
            <a:r>
              <a:rPr lang="it-IT" dirty="0"/>
              <a:t>Kök sonda dolaşımı: </a:t>
            </a:r>
            <a:r>
              <a:rPr lang="it-IT" b="1" dirty="0"/>
              <a:t>4 5 2 6 7 3 1</a:t>
            </a:r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281</a:t>
            </a:fld>
            <a:endParaRPr lang="en-US" dirty="0"/>
          </a:p>
        </p:txBody>
      </p:sp>
      <p:grpSp>
        <p:nvGrpSpPr>
          <p:cNvPr id="7" name="Grup 4"/>
          <p:cNvGrpSpPr/>
          <p:nvPr/>
        </p:nvGrpSpPr>
        <p:grpSpPr>
          <a:xfrm>
            <a:off x="1179434" y="3449159"/>
            <a:ext cx="5259119" cy="2727804"/>
            <a:chOff x="4201689" y="3135968"/>
            <a:chExt cx="4019521" cy="2084848"/>
          </a:xfrm>
        </p:grpSpPr>
        <p:grpSp>
          <p:nvGrpSpPr>
            <p:cNvPr id="8" name="Grup 36"/>
            <p:cNvGrpSpPr/>
            <p:nvPr/>
          </p:nvGrpSpPr>
          <p:grpSpPr>
            <a:xfrm>
              <a:off x="4201689" y="3135968"/>
              <a:ext cx="3428001" cy="2084848"/>
              <a:chOff x="7251395" y="1748975"/>
              <a:chExt cx="3428001" cy="2084848"/>
            </a:xfrm>
          </p:grpSpPr>
          <p:grpSp>
            <p:nvGrpSpPr>
              <p:cNvPr id="13" name="Grup 2"/>
              <p:cNvGrpSpPr/>
              <p:nvPr/>
            </p:nvGrpSpPr>
            <p:grpSpPr>
              <a:xfrm>
                <a:off x="7251395" y="1748975"/>
                <a:ext cx="3428001" cy="2084848"/>
                <a:chOff x="7251395" y="1748975"/>
                <a:chExt cx="3428001" cy="2084848"/>
              </a:xfrm>
            </p:grpSpPr>
            <p:sp>
              <p:nvSpPr>
                <p:cNvPr id="16" name="Oval 15"/>
                <p:cNvSpPr/>
                <p:nvPr/>
              </p:nvSpPr>
              <p:spPr>
                <a:xfrm>
                  <a:off x="9045532" y="1748975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1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7" name="Oval 16"/>
                <p:cNvSpPr/>
                <p:nvPr/>
              </p:nvSpPr>
              <p:spPr>
                <a:xfrm>
                  <a:off x="7864409" y="260371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2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8" name="Oval 17"/>
                <p:cNvSpPr/>
                <p:nvPr/>
              </p:nvSpPr>
              <p:spPr>
                <a:xfrm>
                  <a:off x="10351979" y="260371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3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9" name="Oval 18"/>
                <p:cNvSpPr/>
                <p:nvPr/>
              </p:nvSpPr>
              <p:spPr>
                <a:xfrm>
                  <a:off x="7251395" y="350640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4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0" name="Düz Ok Bağlayıcısı 9"/>
                <p:cNvCxnSpPr>
                  <a:stCxn id="16" idx="3"/>
                  <a:endCxn id="17" idx="0"/>
                </p:cNvCxnSpPr>
                <p:nvPr/>
              </p:nvCxnSpPr>
              <p:spPr>
                <a:xfrm flipH="1">
                  <a:off x="8028117" y="2028443"/>
                  <a:ext cx="1065364" cy="575273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Düz Ok Bağlayıcısı 10"/>
                <p:cNvCxnSpPr>
                  <a:stCxn id="16" idx="5"/>
                  <a:endCxn id="18" idx="0"/>
                </p:cNvCxnSpPr>
                <p:nvPr/>
              </p:nvCxnSpPr>
              <p:spPr>
                <a:xfrm>
                  <a:off x="9325000" y="2028443"/>
                  <a:ext cx="1190688" cy="575273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" name="Oval 21"/>
                <p:cNvSpPr/>
                <p:nvPr/>
              </p:nvSpPr>
              <p:spPr>
                <a:xfrm>
                  <a:off x="8454299" y="3506406"/>
                  <a:ext cx="327417" cy="327417"/>
                </a:xfrm>
                <a:prstGeom prst="ellipse">
                  <a:avLst/>
                </a:prstGeom>
                <a:solidFill>
                  <a:srgbClr val="DEEBF7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tr-TR" dirty="0" smtClean="0">
                      <a:solidFill>
                        <a:schemeClr val="tx1"/>
                      </a:solidFill>
                    </a:rPr>
                    <a:t>5</a:t>
                  </a:r>
                  <a:endParaRPr lang="tr-TR" dirty="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3" name="Düz Ok Bağlayıcısı 12"/>
                <p:cNvCxnSpPr>
                  <a:stCxn id="17" idx="5"/>
                  <a:endCxn id="22" idx="0"/>
                </p:cNvCxnSpPr>
                <p:nvPr/>
              </p:nvCxnSpPr>
              <p:spPr>
                <a:xfrm>
                  <a:off x="8143877" y="2883184"/>
                  <a:ext cx="474131" cy="623222"/>
                </a:xfrm>
                <a:prstGeom prst="straightConnector1">
                  <a:avLst/>
                </a:prstGeom>
                <a:ln w="12700">
                  <a:solidFill>
                    <a:schemeClr val="tx1"/>
                  </a:solidFill>
                  <a:headEnd type="non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" name="Düz Bağlayıcı 13"/>
                <p:cNvCxnSpPr>
                  <a:stCxn id="17" idx="3"/>
                  <a:endCxn id="19" idx="0"/>
                </p:cNvCxnSpPr>
                <p:nvPr/>
              </p:nvCxnSpPr>
              <p:spPr>
                <a:xfrm flipH="1">
                  <a:off x="7415103" y="2883184"/>
                  <a:ext cx="497255" cy="6232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" name="Metin kutusu 34"/>
              <p:cNvSpPr txBox="1"/>
              <p:nvPr/>
            </p:nvSpPr>
            <p:spPr>
              <a:xfrm>
                <a:off x="7967970" y="1753227"/>
                <a:ext cx="416312" cy="30580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kok</a:t>
                </a:r>
                <a:endParaRPr lang="tr-TR" sz="2000" dirty="0"/>
              </a:p>
            </p:txBody>
          </p:sp>
          <p:cxnSp>
            <p:nvCxnSpPr>
              <p:cNvPr id="15" name="Düz Ok Bağlayıcısı 35"/>
              <p:cNvCxnSpPr/>
              <p:nvPr/>
            </p:nvCxnSpPr>
            <p:spPr>
              <a:xfrm>
                <a:off x="8383297" y="1919942"/>
                <a:ext cx="5455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Oval 8"/>
            <p:cNvSpPr/>
            <p:nvPr/>
          </p:nvSpPr>
          <p:spPr>
            <a:xfrm>
              <a:off x="6690889" y="4893399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7893793" y="4893399"/>
              <a:ext cx="327417" cy="327417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1" name="Düz Ok Bağlayıcısı 30"/>
            <p:cNvCxnSpPr>
              <a:endCxn id="10" idx="0"/>
            </p:cNvCxnSpPr>
            <p:nvPr/>
          </p:nvCxnSpPr>
          <p:spPr>
            <a:xfrm>
              <a:off x="7583371" y="4270177"/>
              <a:ext cx="474131" cy="623222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Düz Bağlayıcı 31"/>
            <p:cNvCxnSpPr>
              <a:endCxn id="9" idx="0"/>
            </p:cNvCxnSpPr>
            <p:nvPr/>
          </p:nvCxnSpPr>
          <p:spPr>
            <a:xfrm flipH="1">
              <a:off x="6854597" y="4270177"/>
              <a:ext cx="497255" cy="623222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748228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grpSp>
        <p:nvGrpSpPr>
          <p:cNvPr id="9" name="Grup 8"/>
          <p:cNvGrpSpPr/>
          <p:nvPr/>
        </p:nvGrpSpPr>
        <p:grpSpPr>
          <a:xfrm>
            <a:off x="337330" y="1249977"/>
            <a:ext cx="5236266" cy="3481680"/>
            <a:chOff x="6796187" y="1740570"/>
            <a:chExt cx="4566377" cy="3036260"/>
          </a:xfrm>
        </p:grpSpPr>
        <p:grpSp>
          <p:nvGrpSpPr>
            <p:cNvPr id="10" name="Grup 9"/>
            <p:cNvGrpSpPr/>
            <p:nvPr/>
          </p:nvGrpSpPr>
          <p:grpSpPr>
            <a:xfrm>
              <a:off x="6796187" y="1748975"/>
              <a:ext cx="4566377" cy="3027855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sp>
          <p:nvSpPr>
            <p:cNvPr id="11" name="Metin kutusu 10"/>
            <p:cNvSpPr txBox="1"/>
            <p:nvPr/>
          </p:nvSpPr>
          <p:spPr>
            <a:xfrm>
              <a:off x="7938619" y="1740570"/>
              <a:ext cx="475016" cy="3489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12" name="Düz Ok Bağlayıcısı 11"/>
            <p:cNvCxnSpPr/>
            <p:nvPr/>
          </p:nvCxnSpPr>
          <p:spPr>
            <a:xfrm>
              <a:off x="8383297" y="1919942"/>
              <a:ext cx="545500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35" name="Düz Ok Bağlayıcısı 34"/>
          <p:cNvCxnSpPr/>
          <p:nvPr/>
        </p:nvCxnSpPr>
        <p:spPr>
          <a:xfrm>
            <a:off x="1882349" y="2560213"/>
            <a:ext cx="544660" cy="70291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Metin kutusu 35"/>
          <p:cNvSpPr txBox="1"/>
          <p:nvPr/>
        </p:nvSpPr>
        <p:spPr>
          <a:xfrm>
            <a:off x="2064128" y="3229717"/>
            <a:ext cx="656593" cy="4588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null</a:t>
            </a:r>
            <a:endParaRPr lang="tr-TR" sz="20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1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405757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024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972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5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99812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2300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18347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6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82828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808168" y="2428870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5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218312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6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0579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808168" y="2428870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9729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2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39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808168" y="2428870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23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2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23990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556092" y="2594266"/>
            <a:ext cx="343695" cy="60642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505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895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82544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556092" y="2594266"/>
            <a:ext cx="343695" cy="60642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827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895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9961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11" name="Metin kutusu 10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12" name="Düz Ok Bağlayıcısı 11"/>
          <p:cNvCxnSpPr/>
          <p:nvPr/>
        </p:nvCxnSpPr>
        <p:spPr>
          <a:xfrm>
            <a:off x="556092" y="2594266"/>
            <a:ext cx="343695" cy="60642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62300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895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388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0627841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6360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9378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786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0627841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488277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9378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63309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06278411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cxnSp>
        <p:nvCxnSpPr>
          <p:cNvPr id="28" name="Düz Ok Bağlayıcısı 27"/>
          <p:cNvCxnSpPr/>
          <p:nvPr/>
        </p:nvCxnSpPr>
        <p:spPr>
          <a:xfrm>
            <a:off x="5602624" y="514402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9378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89450" y="4949271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 flipV="1">
            <a:off x="648859" y="4650540"/>
            <a:ext cx="0" cy="35061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9758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782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562299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56092" y="2594266"/>
            <a:ext cx="343695" cy="60642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2426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58697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56092" y="2594266"/>
            <a:ext cx="343695" cy="60642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02909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4108731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9378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46505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up 4"/>
          <p:cNvGrpSpPr/>
          <p:nvPr/>
        </p:nvGrpSpPr>
        <p:grpSpPr>
          <a:xfrm>
            <a:off x="1129678" y="4650540"/>
            <a:ext cx="544701" cy="698841"/>
            <a:chOff x="389450" y="4650540"/>
            <a:chExt cx="544701" cy="698841"/>
          </a:xfrm>
        </p:grpSpPr>
        <p:sp>
          <p:nvSpPr>
            <p:cNvPr id="39" name="Metin kutusu 38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0" name="Düz Ok Bağlayıcısı 39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11" name="Content Placeholder 1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4532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4108731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9378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489728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up 4"/>
          <p:cNvGrpSpPr/>
          <p:nvPr/>
        </p:nvGrpSpPr>
        <p:grpSpPr>
          <a:xfrm>
            <a:off x="1129678" y="4650540"/>
            <a:ext cx="544701" cy="698841"/>
            <a:chOff x="389450" y="4650540"/>
            <a:chExt cx="544701" cy="698841"/>
          </a:xfrm>
        </p:grpSpPr>
        <p:sp>
          <p:nvSpPr>
            <p:cNvPr id="39" name="Metin kutusu 38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0" name="Düz Ok Bağlayıcısı 39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11" name="Content Placeholder 1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81104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4108731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9378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Ok Bağlayıcısı 28"/>
          <p:cNvCxnSpPr/>
          <p:nvPr/>
        </p:nvCxnSpPr>
        <p:spPr>
          <a:xfrm>
            <a:off x="5602624" y="51440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up 4"/>
          <p:cNvGrpSpPr/>
          <p:nvPr/>
        </p:nvGrpSpPr>
        <p:grpSpPr>
          <a:xfrm>
            <a:off x="1129678" y="4650540"/>
            <a:ext cx="544701" cy="698841"/>
            <a:chOff x="389450" y="4650540"/>
            <a:chExt cx="544701" cy="698841"/>
          </a:xfrm>
        </p:grpSpPr>
        <p:sp>
          <p:nvSpPr>
            <p:cNvPr id="39" name="Metin kutusu 38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0" name="Düz Ok Bağlayıcısı 39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11" name="Content Placeholder 1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03116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604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56092" y="2594266"/>
            <a:ext cx="343695" cy="60642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8697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480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75854861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604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556092" y="2594266"/>
            <a:ext cx="343695" cy="606423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6116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4186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976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750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976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Metin kutusu 38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808168" y="2428870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Düz Ok Bağlayıcısı 36"/>
          <p:cNvCxnSpPr/>
          <p:nvPr/>
        </p:nvCxnSpPr>
        <p:spPr>
          <a:xfrm>
            <a:off x="5602624" y="56375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47881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976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Metin kutusu 38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808168" y="2428870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Düz Ok Bağlayıcısı 36"/>
          <p:cNvCxnSpPr/>
          <p:nvPr/>
        </p:nvCxnSpPr>
        <p:spPr>
          <a:xfrm>
            <a:off x="5602624" y="586974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8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4092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132015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Düz Ok Bağlayıcısı 36"/>
          <p:cNvCxnSpPr/>
          <p:nvPr/>
        </p:nvCxnSpPr>
        <p:spPr>
          <a:xfrm>
            <a:off x="5602624" y="465054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Grup 37"/>
          <p:cNvGrpSpPr/>
          <p:nvPr/>
        </p:nvGrpSpPr>
        <p:grpSpPr>
          <a:xfrm>
            <a:off x="2145678" y="3576484"/>
            <a:ext cx="544701" cy="698841"/>
            <a:chOff x="389450" y="4650540"/>
            <a:chExt cx="544701" cy="698841"/>
          </a:xfrm>
        </p:grpSpPr>
        <p:sp>
          <p:nvSpPr>
            <p:cNvPr id="41" name="Metin kutusu 40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2" name="Düz Ok Bağlayıcısı 41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3743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132015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Düz Ok Bağlayıcısı 36"/>
          <p:cNvCxnSpPr/>
          <p:nvPr/>
        </p:nvCxnSpPr>
        <p:spPr>
          <a:xfrm>
            <a:off x="5602624" y="488277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Grup 37"/>
          <p:cNvGrpSpPr/>
          <p:nvPr/>
        </p:nvGrpSpPr>
        <p:grpSpPr>
          <a:xfrm>
            <a:off x="2145678" y="3576484"/>
            <a:ext cx="544701" cy="698841"/>
            <a:chOff x="389450" y="4650540"/>
            <a:chExt cx="544701" cy="698841"/>
          </a:xfrm>
        </p:grpSpPr>
        <p:sp>
          <p:nvSpPr>
            <p:cNvPr id="41" name="Metin kutusu 40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2" name="Düz Ok Bağlayıcısı 41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2207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132015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Düz Ok Bağlayıcısı 36"/>
          <p:cNvCxnSpPr/>
          <p:nvPr/>
        </p:nvCxnSpPr>
        <p:spPr>
          <a:xfrm>
            <a:off x="5602624" y="51440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Grup 37"/>
          <p:cNvGrpSpPr/>
          <p:nvPr/>
        </p:nvGrpSpPr>
        <p:grpSpPr>
          <a:xfrm>
            <a:off x="2145678" y="3576484"/>
            <a:ext cx="544701" cy="698841"/>
            <a:chOff x="389450" y="4650540"/>
            <a:chExt cx="544701" cy="698841"/>
          </a:xfrm>
        </p:grpSpPr>
        <p:sp>
          <p:nvSpPr>
            <p:cNvPr id="41" name="Metin kutusu 40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2" name="Düz Ok Bağlayıcısı 41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9831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981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Metin kutusu 38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808168" y="2428870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Düz Ok Bağlayıcısı 42"/>
          <p:cNvCxnSpPr/>
          <p:nvPr/>
        </p:nvCxnSpPr>
        <p:spPr>
          <a:xfrm>
            <a:off x="5602624" y="58697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4797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2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9240936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Metin kutusu 38"/>
          <p:cNvSpPr txBox="1"/>
          <p:nvPr/>
        </p:nvSpPr>
        <p:spPr>
          <a:xfrm>
            <a:off x="298255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808168" y="2428870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Düz Ok Bağlayıcısı 42"/>
          <p:cNvCxnSpPr/>
          <p:nvPr/>
        </p:nvCxnSpPr>
        <p:spPr>
          <a:xfrm>
            <a:off x="5602624" y="61019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4055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182025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26961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182025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62300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3844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182025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8697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8464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53581" y="22397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3663494" y="24454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46360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11038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53581" y="22397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3663494" y="24454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48827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83140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153581" y="22397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8" name="Düz Ok Bağlayıcısı 37"/>
          <p:cNvCxnSpPr/>
          <p:nvPr/>
        </p:nvCxnSpPr>
        <p:spPr>
          <a:xfrm>
            <a:off x="3663494" y="24454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62300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346185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292509154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60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46360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up 38"/>
          <p:cNvGrpSpPr/>
          <p:nvPr/>
        </p:nvGrpSpPr>
        <p:grpSpPr>
          <a:xfrm>
            <a:off x="3669678" y="3576484"/>
            <a:ext cx="544701" cy="698841"/>
            <a:chOff x="389450" y="4650540"/>
            <a:chExt cx="544701" cy="698841"/>
          </a:xfrm>
        </p:grpSpPr>
        <p:sp>
          <p:nvSpPr>
            <p:cNvPr id="40" name="Metin kutusu 39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2" name="Düz Ok Bağlayıcısı 41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3061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292509154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60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48827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up 38"/>
          <p:cNvGrpSpPr/>
          <p:nvPr/>
        </p:nvGrpSpPr>
        <p:grpSpPr>
          <a:xfrm>
            <a:off x="3669678" y="3576484"/>
            <a:ext cx="544701" cy="698841"/>
            <a:chOff x="389450" y="4650540"/>
            <a:chExt cx="544701" cy="698841"/>
          </a:xfrm>
        </p:grpSpPr>
        <p:sp>
          <p:nvSpPr>
            <p:cNvPr id="40" name="Metin kutusu 39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2" name="Düz Ok Bağlayıcısı 41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6781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292509154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60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1440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up 38"/>
          <p:cNvGrpSpPr/>
          <p:nvPr/>
        </p:nvGrpSpPr>
        <p:grpSpPr>
          <a:xfrm>
            <a:off x="3669678" y="3576484"/>
            <a:ext cx="544701" cy="698841"/>
            <a:chOff x="389450" y="4650540"/>
            <a:chExt cx="544701" cy="698841"/>
          </a:xfrm>
        </p:grpSpPr>
        <p:sp>
          <p:nvSpPr>
            <p:cNvPr id="40" name="Metin kutusu 39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2" name="Düz Ok Bağlayıcısı 41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2043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17822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3153581" y="22397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3663494" y="24454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Düz Ok Bağlayıcısı 37"/>
          <p:cNvCxnSpPr/>
          <p:nvPr/>
        </p:nvCxnSpPr>
        <p:spPr>
          <a:xfrm>
            <a:off x="5602624" y="56230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51849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3153581" y="22397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3663494" y="24454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Düz Ok Bağlayıcısı 37"/>
          <p:cNvCxnSpPr/>
          <p:nvPr/>
        </p:nvCxnSpPr>
        <p:spPr>
          <a:xfrm>
            <a:off x="5602624" y="58697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6445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79354631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Düz Ok Bağlayıcısı 37"/>
          <p:cNvCxnSpPr/>
          <p:nvPr/>
        </p:nvCxnSpPr>
        <p:spPr>
          <a:xfrm>
            <a:off x="5602624" y="465054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up 38"/>
          <p:cNvGrpSpPr/>
          <p:nvPr/>
        </p:nvGrpSpPr>
        <p:grpSpPr>
          <a:xfrm>
            <a:off x="4990478" y="3576484"/>
            <a:ext cx="544701" cy="698841"/>
            <a:chOff x="389450" y="4650540"/>
            <a:chExt cx="544701" cy="698841"/>
          </a:xfrm>
        </p:grpSpPr>
        <p:sp>
          <p:nvSpPr>
            <p:cNvPr id="40" name="Metin kutusu 39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1" name="Düz Ok Bağlayıcısı 40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3620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79354631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Düz Ok Bağlayıcısı 37"/>
          <p:cNvCxnSpPr/>
          <p:nvPr/>
        </p:nvCxnSpPr>
        <p:spPr>
          <a:xfrm>
            <a:off x="5602624" y="48827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up 38"/>
          <p:cNvGrpSpPr/>
          <p:nvPr/>
        </p:nvGrpSpPr>
        <p:grpSpPr>
          <a:xfrm>
            <a:off x="4990478" y="3576484"/>
            <a:ext cx="544701" cy="698841"/>
            <a:chOff x="389450" y="4650540"/>
            <a:chExt cx="544701" cy="698841"/>
          </a:xfrm>
        </p:grpSpPr>
        <p:sp>
          <p:nvSpPr>
            <p:cNvPr id="40" name="Metin kutusu 39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1" name="Düz Ok Bağlayıcısı 40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381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793546310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5750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Düz Ok Bağlayıcısı 37"/>
          <p:cNvCxnSpPr/>
          <p:nvPr/>
        </p:nvCxnSpPr>
        <p:spPr>
          <a:xfrm>
            <a:off x="5602624" y="51440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up 38"/>
          <p:cNvGrpSpPr/>
          <p:nvPr/>
        </p:nvGrpSpPr>
        <p:grpSpPr>
          <a:xfrm>
            <a:off x="4990478" y="3576484"/>
            <a:ext cx="544701" cy="698841"/>
            <a:chOff x="389450" y="4650540"/>
            <a:chExt cx="544701" cy="698841"/>
          </a:xfrm>
        </p:grpSpPr>
        <p:sp>
          <p:nvSpPr>
            <p:cNvPr id="40" name="Metin kutusu 39"/>
            <p:cNvSpPr txBox="1"/>
            <p:nvPr/>
          </p:nvSpPr>
          <p:spPr>
            <a:xfrm>
              <a:off x="389450" y="4949271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1" name="Düz Ok Bağlayıcısı 40"/>
            <p:cNvCxnSpPr/>
            <p:nvPr/>
          </p:nvCxnSpPr>
          <p:spPr>
            <a:xfrm flipV="1">
              <a:off x="648859" y="4650540"/>
              <a:ext cx="0" cy="350613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2374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337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3153581" y="22397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3663494" y="24454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Düz Ok Bağlayıcısı 37"/>
          <p:cNvCxnSpPr/>
          <p:nvPr/>
        </p:nvCxnSpPr>
        <p:spPr>
          <a:xfrm>
            <a:off x="5602624" y="586974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0233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041116943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4 2 3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21831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Metin kutusu 28"/>
          <p:cNvSpPr txBox="1"/>
          <p:nvPr/>
        </p:nvSpPr>
        <p:spPr>
          <a:xfrm>
            <a:off x="3153581" y="223974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7" name="Düz Ok Bağlayıcısı 36"/>
          <p:cNvCxnSpPr/>
          <p:nvPr/>
        </p:nvCxnSpPr>
        <p:spPr>
          <a:xfrm>
            <a:off x="3663494" y="244543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Düz Ok Bağlayıcısı 37"/>
          <p:cNvCxnSpPr/>
          <p:nvPr/>
        </p:nvCxnSpPr>
        <p:spPr>
          <a:xfrm>
            <a:off x="5602624" y="610197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7377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4 2 3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183477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Metin kutusu 38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586974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900178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kokSonda()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9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867780936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4 2 3 9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cxnSp>
        <p:nvCxnSpPr>
          <p:cNvPr id="36" name="Düz Ok Bağlayıcısı 35"/>
          <p:cNvCxnSpPr/>
          <p:nvPr/>
        </p:nvCxnSpPr>
        <p:spPr>
          <a:xfrm>
            <a:off x="5602624" y="183477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Metin kutusu 38"/>
          <p:cNvSpPr txBox="1"/>
          <p:nvPr/>
        </p:nvSpPr>
        <p:spPr>
          <a:xfrm>
            <a:off x="16473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157270" y="1455663"/>
            <a:ext cx="6255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Düz Ok Bağlayıcısı 40"/>
          <p:cNvCxnSpPr/>
          <p:nvPr/>
        </p:nvCxnSpPr>
        <p:spPr>
          <a:xfrm>
            <a:off x="5602624" y="6116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175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etin kutusu 5"/>
          <p:cNvSpPr txBox="1"/>
          <p:nvPr/>
        </p:nvSpPr>
        <p:spPr>
          <a:xfrm>
            <a:off x="6066971" y="4457298"/>
            <a:ext cx="420703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ct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ctr">
              <a:buClr>
                <a:schemeClr val="tx1"/>
              </a:buClr>
            </a:pPr>
            <a:r>
              <a:rPr lang="tr-TR" sz="1600" dirty="0">
                <a:latin typeface="Lucida Console" panose="020B0609040504020204" pitchFamily="49" charset="0"/>
              </a:rPr>
              <a:t>8</a:t>
            </a:r>
          </a:p>
        </p:txBody>
      </p:sp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66970" y="1263820"/>
          <a:ext cx="6106524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5508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2035508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Numarası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Kök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</a:tbl>
          </a:graphicData>
        </a:graphic>
      </p:graphicFrame>
      <p:sp>
        <p:nvSpPr>
          <p:cNvPr id="8" name="Metin kutusu 7"/>
          <p:cNvSpPr txBox="1"/>
          <p:nvPr/>
        </p:nvSpPr>
        <p:spPr>
          <a:xfrm>
            <a:off x="7720104" y="859505"/>
            <a:ext cx="28002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Çağırma Yığıtı (Call Stack)</a:t>
            </a:r>
            <a:endParaRPr lang="tr-TR" sz="2000" dirty="0"/>
          </a:p>
        </p:txBody>
      </p:sp>
      <p:sp>
        <p:nvSpPr>
          <p:cNvPr id="34" name="Metin kutusu 33"/>
          <p:cNvSpPr txBox="1"/>
          <p:nvPr/>
        </p:nvSpPr>
        <p:spPr>
          <a:xfrm>
            <a:off x="360157" y="5398142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4 2 3 9</a:t>
            </a:r>
            <a:endParaRPr lang="tr-TR" sz="2200" dirty="0"/>
          </a:p>
        </p:txBody>
      </p:sp>
      <p:grpSp>
        <p:nvGrpSpPr>
          <p:cNvPr id="4" name="Grup 3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grpSp>
          <p:nvGrpSpPr>
            <p:cNvPr id="10" name="Grup 9"/>
            <p:cNvGrpSpPr/>
            <p:nvPr/>
          </p:nvGrpSpPr>
          <p:grpSpPr>
            <a:xfrm>
              <a:off x="337330" y="1259615"/>
              <a:ext cx="5236266" cy="3472042"/>
              <a:chOff x="6796187" y="1748975"/>
              <a:chExt cx="4566377" cy="3027855"/>
            </a:xfrm>
          </p:grpSpPr>
          <p:sp>
            <p:nvSpPr>
              <p:cNvPr id="13" name="Oval 12"/>
              <p:cNvSpPr/>
              <p:nvPr/>
            </p:nvSpPr>
            <p:spPr>
              <a:xfrm>
                <a:off x="9045532" y="1748975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9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Oval 13"/>
              <p:cNvSpPr/>
              <p:nvPr/>
            </p:nvSpPr>
            <p:spPr>
              <a:xfrm>
                <a:off x="786440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2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10351979" y="260371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3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251395" y="3506406"/>
                <a:ext cx="327417" cy="327417"/>
              </a:xfrm>
              <a:prstGeom prst="ellipse">
                <a:avLst/>
              </a:prstGeom>
              <a:solidFill>
                <a:srgbClr val="DEEBF7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dirty="0" smtClean="0">
                    <a:solidFill>
                      <a:schemeClr val="tx1"/>
                    </a:solidFill>
                  </a:rPr>
                  <a:t>4</a:t>
                </a:r>
                <a:endParaRPr lang="tr-TR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7" name="Düz Ok Bağlayıcısı 16"/>
              <p:cNvCxnSpPr>
                <a:stCxn id="13" idx="3"/>
                <a:endCxn id="14" idx="0"/>
              </p:cNvCxnSpPr>
              <p:nvPr/>
            </p:nvCxnSpPr>
            <p:spPr>
              <a:xfrm flipH="1">
                <a:off x="8028117" y="2028443"/>
                <a:ext cx="1065364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Düz Ok Bağlayıcısı 17"/>
              <p:cNvCxnSpPr>
                <a:stCxn id="13" idx="5"/>
                <a:endCxn id="15" idx="0"/>
              </p:cNvCxnSpPr>
              <p:nvPr/>
            </p:nvCxnSpPr>
            <p:spPr>
              <a:xfrm>
                <a:off x="9325000" y="2028443"/>
                <a:ext cx="1190688" cy="575273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Düz Bağlayıcı 20"/>
              <p:cNvCxnSpPr>
                <a:stCxn id="14" idx="3"/>
                <a:endCxn id="16" idx="0"/>
              </p:cNvCxnSpPr>
              <p:nvPr/>
            </p:nvCxnSpPr>
            <p:spPr>
              <a:xfrm flipH="1">
                <a:off x="7415103" y="2883184"/>
                <a:ext cx="497255" cy="623222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Düz Bağlayıcı 21"/>
              <p:cNvCxnSpPr>
                <a:stCxn id="16" idx="3"/>
              </p:cNvCxnSpPr>
              <p:nvPr/>
            </p:nvCxnSpPr>
            <p:spPr>
              <a:xfrm flipH="1">
                <a:off x="7072959" y="3785874"/>
                <a:ext cx="226385" cy="621704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Düz Bağlayıcı 22"/>
              <p:cNvCxnSpPr>
                <a:stCxn id="16" idx="5"/>
              </p:cNvCxnSpPr>
              <p:nvPr/>
            </p:nvCxnSpPr>
            <p:spPr>
              <a:xfrm>
                <a:off x="7530862" y="3785874"/>
                <a:ext cx="196931" cy="619421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Düz Ok Bağlayıcısı 23"/>
              <p:cNvCxnSpPr>
                <a:stCxn id="15" idx="5"/>
              </p:cNvCxnSpPr>
              <p:nvPr/>
            </p:nvCxnSpPr>
            <p:spPr>
              <a:xfrm>
                <a:off x="10631447" y="2883184"/>
                <a:ext cx="474980" cy="6129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Düz Bağlayıcı 24"/>
              <p:cNvCxnSpPr>
                <a:stCxn id="15" idx="3"/>
              </p:cNvCxnSpPr>
              <p:nvPr/>
            </p:nvCxnSpPr>
            <p:spPr>
              <a:xfrm flipH="1">
                <a:off x="9903523" y="2883184"/>
                <a:ext cx="496405" cy="612986"/>
              </a:xfrm>
              <a:prstGeom prst="line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Metin kutusu 25"/>
              <p:cNvSpPr txBox="1"/>
              <p:nvPr/>
            </p:nvSpPr>
            <p:spPr>
              <a:xfrm>
                <a:off x="6796187" y="4376720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27" name="Metin kutusu 26"/>
              <p:cNvSpPr txBox="1"/>
              <p:nvPr/>
            </p:nvSpPr>
            <p:spPr>
              <a:xfrm>
                <a:off x="7446696" y="4371912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2" name="Metin kutusu 31"/>
              <p:cNvSpPr txBox="1"/>
              <p:nvPr/>
            </p:nvSpPr>
            <p:spPr>
              <a:xfrm>
                <a:off x="9663212" y="3471845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  <p:sp>
            <p:nvSpPr>
              <p:cNvPr id="33" name="Metin kutusu 32"/>
              <p:cNvSpPr txBox="1"/>
              <p:nvPr/>
            </p:nvSpPr>
            <p:spPr>
              <a:xfrm>
                <a:off x="10789971" y="3467037"/>
                <a:ext cx="57259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  <p:grpSp>
          <p:nvGrpSpPr>
            <p:cNvPr id="3" name="Grup 2"/>
            <p:cNvGrpSpPr/>
            <p:nvPr/>
          </p:nvGrpSpPr>
          <p:grpSpPr>
            <a:xfrm>
              <a:off x="1882349" y="2560213"/>
              <a:ext cx="838372" cy="1128310"/>
              <a:chOff x="1882349" y="2560213"/>
              <a:chExt cx="838372" cy="1128310"/>
            </a:xfrm>
          </p:grpSpPr>
          <p:cxnSp>
            <p:nvCxnSpPr>
              <p:cNvPr id="30" name="Düz Ok Bağlayıcısı 29"/>
              <p:cNvCxnSpPr/>
              <p:nvPr/>
            </p:nvCxnSpPr>
            <p:spPr>
              <a:xfrm>
                <a:off x="1882349" y="2560213"/>
                <a:ext cx="544660" cy="702911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Metin kutusu 30"/>
              <p:cNvSpPr txBox="1"/>
              <p:nvPr/>
            </p:nvSpPr>
            <p:spPr>
              <a:xfrm>
                <a:off x="2064128" y="3229717"/>
                <a:ext cx="656593" cy="458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r-TR" sz="2000" dirty="0" smtClean="0"/>
                  <a:t>null</a:t>
                </a:r>
                <a:endParaRPr lang="tr-TR" sz="2000" dirty="0"/>
              </a:p>
            </p:txBody>
          </p:sp>
        </p:grpSp>
      </p:grpSp>
      <p:sp>
        <p:nvSpPr>
          <p:cNvPr id="35" name="Metin kutusu 34"/>
          <p:cNvSpPr txBox="1"/>
          <p:nvPr/>
        </p:nvSpPr>
        <p:spPr>
          <a:xfrm>
            <a:off x="6487674" y="4456592"/>
            <a:ext cx="5685820" cy="211517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void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kokSonda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6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6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600" dirty="0">
                <a:solidFill>
                  <a:srgbClr val="2A00FF"/>
                </a:solidFill>
                <a:latin typeface="Consolas" panose="020B0609020204030204" pitchFamily="49" charset="0"/>
              </a:rPr>
              <a:t>" </a:t>
            </a:r>
            <a:r>
              <a:rPr lang="tr-TR" sz="1600" dirty="0" smtClean="0">
                <a:solidFill>
                  <a:srgbClr val="2A00FF"/>
                </a:solidFill>
                <a:latin typeface="Consolas" panose="020B0609020204030204" pitchFamily="49" charset="0"/>
              </a:rPr>
              <a:t>"</a:t>
            </a:r>
            <a:r>
              <a:rPr lang="tr-TR" sz="16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  <a:endParaRPr lang="tr-TR" sz="1600" b="1" i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Content Placeholder 8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944535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smtClean="0"/>
              <a:t>Yığın ile Kök Sonda Dolaşımı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333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1476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9868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31226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Metin kutusu 36"/>
          <p:cNvSpPr txBox="1"/>
          <p:nvPr/>
        </p:nvSpPr>
        <p:spPr>
          <a:xfrm>
            <a:off x="3488624" y="825552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cxnSp>
        <p:nvCxnSpPr>
          <p:cNvPr id="38" name="Düz Ok Bağlayıcısı 37"/>
          <p:cNvCxnSpPr/>
          <p:nvPr/>
        </p:nvCxnSpPr>
        <p:spPr>
          <a:xfrm flipH="1">
            <a:off x="3252527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1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0821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5444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3488624" y="825552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2527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65376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2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3488624" y="825552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2527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7018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9944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3488624" y="825552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2527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94551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24117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3488624" y="825552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3252527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34703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44437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1398826" y="181534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88210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2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1398826" y="181534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725300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00895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1398826" y="181534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4136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2411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1398826" y="1815344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24040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45889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924832" y="1934938"/>
            <a:ext cx="302391" cy="544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9110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2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924832" y="1934938"/>
            <a:ext cx="302391" cy="544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5430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99444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924832" y="1934938"/>
            <a:ext cx="302391" cy="544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3618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22666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470630" y="1591826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924832" y="1934938"/>
            <a:ext cx="302391" cy="544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00375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45889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7820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912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6969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00895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84707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93786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1316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15558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1519796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1705821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2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62531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35878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1519796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1705821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2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0881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62004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5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4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1519796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1705821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2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08190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84536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62004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1501014" y="271966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1552664" y="2705768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6858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85226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1501014" y="271966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1552664" y="2705768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5039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06998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1501014" y="271966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1552664" y="2705768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38241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2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6348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99443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898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92335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5931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1555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Metin kutusu 45"/>
          <p:cNvSpPr txBox="1"/>
          <p:nvPr/>
        </p:nvSpPr>
        <p:spPr>
          <a:xfrm>
            <a:off x="1501014" y="271966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V="1">
            <a:off x="1988093" y="2676740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92512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35878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Metin kutusu 45"/>
          <p:cNvSpPr txBox="1"/>
          <p:nvPr/>
        </p:nvSpPr>
        <p:spPr>
          <a:xfrm>
            <a:off x="1501014" y="271966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V="1">
            <a:off x="1988093" y="2676740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3997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54488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41632" y="3636951"/>
            <a:ext cx="944490" cy="482293"/>
            <a:chOff x="541632" y="3636951"/>
            <a:chExt cx="944490" cy="482293"/>
          </a:xfrm>
        </p:grpSpPr>
        <p:sp>
          <p:nvSpPr>
            <p:cNvPr id="43" name="Metin kutusu 42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Metin kutusu 45"/>
          <p:cNvSpPr txBox="1"/>
          <p:nvPr/>
        </p:nvSpPr>
        <p:spPr>
          <a:xfrm>
            <a:off x="1501014" y="271966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V="1">
            <a:off x="1988093" y="2676740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8688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568106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6" name="Metin kutusu 45"/>
          <p:cNvSpPr txBox="1"/>
          <p:nvPr/>
        </p:nvSpPr>
        <p:spPr>
          <a:xfrm>
            <a:off x="1501014" y="2719668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7" name="Düz Ok Bağlayıcısı 46"/>
          <p:cNvCxnSpPr/>
          <p:nvPr/>
        </p:nvCxnSpPr>
        <p:spPr>
          <a:xfrm flipV="1">
            <a:off x="1988093" y="2676740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Düz Ok Bağlayıcısı 48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554986" y="2026983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78908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912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554986" y="2026983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3537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0089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554986" y="2026983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582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2411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554986" y="2026983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7699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45888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0350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912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37726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9944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7915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9233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8641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14105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2622878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2808903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2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5906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37328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2622878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2808903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2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2033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6200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473655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5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Metin kutusu 48"/>
          <p:cNvSpPr txBox="1"/>
          <p:nvPr/>
        </p:nvSpPr>
        <p:spPr>
          <a:xfrm>
            <a:off x="2622878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2808903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2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7668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98802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6200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Düz Ok Bağlayıcısı 50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Metin kutusu 51"/>
          <p:cNvSpPr txBox="1"/>
          <p:nvPr/>
        </p:nvSpPr>
        <p:spPr>
          <a:xfrm>
            <a:off x="2640523" y="202698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7933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85225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Düz Ok Bağlayıcısı 50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Metin kutusu 51"/>
          <p:cNvSpPr txBox="1"/>
          <p:nvPr/>
        </p:nvSpPr>
        <p:spPr>
          <a:xfrm>
            <a:off x="2640523" y="202698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869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06997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Düz Ok Bağlayıcısı 50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Metin kutusu 51"/>
          <p:cNvSpPr txBox="1"/>
          <p:nvPr/>
        </p:nvSpPr>
        <p:spPr>
          <a:xfrm>
            <a:off x="2640523" y="202698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4731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5489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2848026" y="5158120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2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Düz Ok Bağlayıcısı 50"/>
          <p:cNvCxnSpPr/>
          <p:nvPr/>
        </p:nvCxnSpPr>
        <p:spPr>
          <a:xfrm rot="10800000" flipV="1">
            <a:off x="2619464" y="2379194"/>
            <a:ext cx="251660" cy="110066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Metin kutusu 51"/>
          <p:cNvSpPr txBox="1"/>
          <p:nvPr/>
        </p:nvSpPr>
        <p:spPr>
          <a:xfrm>
            <a:off x="2640523" y="2026983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5966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19481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5489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2381733" y="157761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 flipH="1">
            <a:off x="2155021" y="18008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648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75214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2381733" y="157761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9" name="Düz Ok Bağlayıcısı 48"/>
          <p:cNvCxnSpPr/>
          <p:nvPr/>
        </p:nvCxnSpPr>
        <p:spPr>
          <a:xfrm flipH="1">
            <a:off x="2155021" y="18008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1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8911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1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7007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99442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5312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9233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8352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1410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Metin kutusu 42"/>
          <p:cNvSpPr txBox="1"/>
          <p:nvPr/>
        </p:nvSpPr>
        <p:spPr>
          <a:xfrm>
            <a:off x="4689504" y="157761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62792" y="18008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35576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35876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Metin kutusu 42"/>
          <p:cNvSpPr txBox="1"/>
          <p:nvPr/>
        </p:nvSpPr>
        <p:spPr>
          <a:xfrm>
            <a:off x="4689504" y="157761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62792" y="18008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874928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54488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1659230" y="3636951"/>
            <a:ext cx="944490" cy="482293"/>
            <a:chOff x="541632" y="3636951"/>
            <a:chExt cx="944490" cy="482293"/>
          </a:xfrm>
        </p:grpSpPr>
        <p:sp>
          <p:nvSpPr>
            <p:cNvPr id="47" name="Metin kutusu 46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48" name="Düz Ok Bağlayıcısı 47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Metin kutusu 42"/>
          <p:cNvSpPr txBox="1"/>
          <p:nvPr/>
        </p:nvSpPr>
        <p:spPr>
          <a:xfrm>
            <a:off x="4689504" y="157761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62792" y="18008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00642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566653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Metin kutusu 42"/>
          <p:cNvSpPr txBox="1"/>
          <p:nvPr/>
        </p:nvSpPr>
        <p:spPr>
          <a:xfrm>
            <a:off x="4689504" y="157761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4462792" y="1800830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Düz Ok Bağlayıcısı 48"/>
          <p:cNvCxnSpPr/>
          <p:nvPr/>
        </p:nvCxnSpPr>
        <p:spPr>
          <a:xfrm>
            <a:off x="3671246" y="1815395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4834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0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671246" y="1815395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0948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0089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671246" y="1815395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921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2411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671246" y="1815395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3068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45887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281386" y="2002974"/>
            <a:ext cx="280392" cy="34940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951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0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281386" y="2002974"/>
            <a:ext cx="280392" cy="34940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3206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9944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281386" y="2002974"/>
            <a:ext cx="280392" cy="34940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5180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93784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281386" y="2002974"/>
            <a:ext cx="280392" cy="34940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5252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1265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281386" y="2002974"/>
            <a:ext cx="280392" cy="34940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Metin kutusu 43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7693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3587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281386" y="2002974"/>
            <a:ext cx="280392" cy="34940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Metin kutusu 43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02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54488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9" name="Düz Ok Bağlayıcısı 48"/>
          <p:cNvCxnSpPr/>
          <p:nvPr/>
        </p:nvCxnSpPr>
        <p:spPr>
          <a:xfrm>
            <a:off x="3281386" y="2002974"/>
            <a:ext cx="280392" cy="34940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Metin kutusu 49"/>
          <p:cNvSpPr txBox="1"/>
          <p:nvPr/>
        </p:nvSpPr>
        <p:spPr>
          <a:xfrm>
            <a:off x="2754994" y="16076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Metin kutusu 43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7372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56810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50" name="Metin kutusu 49"/>
          <p:cNvSpPr txBox="1"/>
          <p:nvPr/>
        </p:nvSpPr>
        <p:spPr>
          <a:xfrm>
            <a:off x="4610492" y="1432281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4" name="Metin kutusu 43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57228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50" name="Metin kutusu 49"/>
          <p:cNvSpPr txBox="1"/>
          <p:nvPr/>
        </p:nvSpPr>
        <p:spPr>
          <a:xfrm>
            <a:off x="4610492" y="16645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8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0330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0089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Metin kutusu 46"/>
          <p:cNvSpPr txBox="1"/>
          <p:nvPr/>
        </p:nvSpPr>
        <p:spPr>
          <a:xfrm>
            <a:off x="4610492" y="16645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9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6181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2266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8" name="Metin kutusu 47"/>
          <p:cNvSpPr txBox="1"/>
          <p:nvPr/>
        </p:nvSpPr>
        <p:spPr>
          <a:xfrm>
            <a:off x="4610492" y="1664510"/>
            <a:ext cx="9444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simdiki</a:t>
            </a:r>
            <a:endParaRPr lang="tr-TR" sz="2000" b="1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6059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45887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62950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9122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2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3512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99442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1494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292333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1242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15556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Metin kutusu 45"/>
          <p:cNvSpPr txBox="1"/>
          <p:nvPr/>
        </p:nvSpPr>
        <p:spPr>
          <a:xfrm>
            <a:off x="4887107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5073132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5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7650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37327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Metin kutusu 45"/>
          <p:cNvSpPr txBox="1"/>
          <p:nvPr/>
        </p:nvSpPr>
        <p:spPr>
          <a:xfrm>
            <a:off x="4887107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5073132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5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67284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6345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7" name="Oval 46"/>
          <p:cNvSpPr/>
          <p:nvPr/>
        </p:nvSpPr>
        <p:spPr>
          <a:xfrm>
            <a:off x="2841923" y="4741304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6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Metin kutusu 45"/>
          <p:cNvSpPr txBox="1"/>
          <p:nvPr/>
        </p:nvSpPr>
        <p:spPr>
          <a:xfrm>
            <a:off x="4887107" y="3711877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0" name="Düz Ok Bağlayıcısı 49"/>
          <p:cNvCxnSpPr/>
          <p:nvPr/>
        </p:nvCxnSpPr>
        <p:spPr>
          <a:xfrm flipH="1" flipV="1">
            <a:off x="5073132" y="3636951"/>
            <a:ext cx="56620" cy="18799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5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31005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401602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6345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3598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383773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9504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06995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6861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5489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3" name="Oval 42"/>
          <p:cNvSpPr/>
          <p:nvPr/>
        </p:nvSpPr>
        <p:spPr>
          <a:xfrm>
            <a:off x="2841924" y="5162869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3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/>
          <p:nvPr/>
        </p:nvCxnSpPr>
        <p:spPr>
          <a:xfrm flipH="1">
            <a:off x="4863234" y="2007812"/>
            <a:ext cx="207698" cy="475192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2388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60838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5489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>
            <a:stCxn id="52" idx="1"/>
          </p:cNvCxnSpPr>
          <p:nvPr/>
        </p:nvCxnSpPr>
        <p:spPr>
          <a:xfrm flipH="1" flipV="1">
            <a:off x="4437966" y="1814286"/>
            <a:ext cx="251538" cy="3595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20120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7521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>
            <a:stCxn id="52" idx="1"/>
          </p:cNvCxnSpPr>
          <p:nvPr/>
        </p:nvCxnSpPr>
        <p:spPr>
          <a:xfrm flipH="1" flipV="1">
            <a:off x="4437966" y="1814286"/>
            <a:ext cx="251538" cy="3595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4394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06996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>
            <a:stCxn id="52" idx="1"/>
          </p:cNvCxnSpPr>
          <p:nvPr/>
        </p:nvCxnSpPr>
        <p:spPr>
          <a:xfrm flipH="1" flipV="1">
            <a:off x="4437966" y="1814286"/>
            <a:ext cx="251538" cy="3595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8346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5344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sp>
        <p:nvSpPr>
          <p:cNvPr id="45" name="Oval 44"/>
          <p:cNvSpPr/>
          <p:nvPr/>
        </p:nvSpPr>
        <p:spPr>
          <a:xfrm>
            <a:off x="2841925" y="5579685"/>
            <a:ext cx="303071" cy="303071"/>
          </a:xfrm>
          <a:prstGeom prst="ellipse">
            <a:avLst/>
          </a:prstGeom>
          <a:solidFill>
            <a:srgbClr val="DEEBF7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1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4689504" y="1650185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55" name="Düz Ok Bağlayıcısı 54"/>
          <p:cNvCxnSpPr>
            <a:stCxn id="52" idx="1"/>
          </p:cNvCxnSpPr>
          <p:nvPr/>
        </p:nvCxnSpPr>
        <p:spPr>
          <a:xfrm flipH="1" flipV="1">
            <a:off x="4437966" y="1814286"/>
            <a:ext cx="251538" cy="35954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7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00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181517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5344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3484913" y="798051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3252523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8652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75213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3484913" y="798051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3252523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5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780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406996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Metin kutusu 51"/>
          <p:cNvSpPr txBox="1"/>
          <p:nvPr/>
        </p:nvSpPr>
        <p:spPr>
          <a:xfrm>
            <a:off x="3484913" y="798051"/>
            <a:ext cx="7734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gecici</a:t>
            </a:r>
            <a:endParaRPr lang="tr-TR" sz="2000" b="1" dirty="0"/>
          </a:p>
        </p:txBody>
      </p:sp>
      <p:cxnSp>
        <p:nvCxnSpPr>
          <p:cNvPr id="46" name="Düz Ok Bağlayıcısı 45"/>
          <p:cNvCxnSpPr/>
          <p:nvPr/>
        </p:nvCxnSpPr>
        <p:spPr>
          <a:xfrm flipH="1">
            <a:off x="3252523" y="1031573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0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06109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54" name="Düz Ok Bağlayıcısı 53"/>
          <p:cNvCxnSpPr/>
          <p:nvPr/>
        </p:nvCxnSpPr>
        <p:spPr>
          <a:xfrm>
            <a:off x="5685057" y="17767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up 36"/>
          <p:cNvGrpSpPr/>
          <p:nvPr/>
        </p:nvGrpSpPr>
        <p:grpSpPr>
          <a:xfrm>
            <a:off x="2562606" y="3830829"/>
            <a:ext cx="866394" cy="2661543"/>
            <a:chOff x="2562606" y="3830829"/>
            <a:chExt cx="866394" cy="2661543"/>
          </a:xfrm>
        </p:grpSpPr>
        <p:grpSp>
          <p:nvGrpSpPr>
            <p:cNvPr id="38" name="Grup 37"/>
            <p:cNvGrpSpPr/>
            <p:nvPr/>
          </p:nvGrpSpPr>
          <p:grpSpPr>
            <a:xfrm>
              <a:off x="2562606" y="3830829"/>
              <a:ext cx="866394" cy="2170421"/>
              <a:chOff x="5129483" y="2335990"/>
              <a:chExt cx="1313353" cy="3290110"/>
            </a:xfrm>
          </p:grpSpPr>
          <p:sp>
            <p:nvSpPr>
              <p:cNvPr id="41" name="Dikdörtgen 40"/>
              <p:cNvSpPr/>
              <p:nvPr/>
            </p:nvSpPr>
            <p:spPr>
              <a:xfrm>
                <a:off x="5245100" y="2438400"/>
                <a:ext cx="1080000" cy="3187700"/>
              </a:xfrm>
              <a:prstGeom prst="rect">
                <a:avLst/>
              </a:prstGeom>
              <a:solidFill>
                <a:srgbClr val="FF0000">
                  <a:alpha val="20000"/>
                </a:srgbClr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42" name="Dikdörtgen 41"/>
              <p:cNvSpPr/>
              <p:nvPr/>
            </p:nvSpPr>
            <p:spPr>
              <a:xfrm>
                <a:off x="5129483" y="2335990"/>
                <a:ext cx="1313353" cy="3942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39" name="Metin kutusu 38"/>
            <p:cNvSpPr txBox="1"/>
            <p:nvPr/>
          </p:nvSpPr>
          <p:spPr>
            <a:xfrm>
              <a:off x="2638877" y="6030707"/>
              <a:ext cx="7091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400" dirty="0" smtClean="0"/>
                <a:t>Yığıt</a:t>
              </a:r>
              <a:endParaRPr lang="tr-TR" sz="2400" dirty="0"/>
            </a:p>
          </p:txBody>
        </p:sp>
      </p:grpSp>
      <p:grpSp>
        <p:nvGrpSpPr>
          <p:cNvPr id="48" name="Grup 47"/>
          <p:cNvGrpSpPr/>
          <p:nvPr/>
        </p:nvGrpSpPr>
        <p:grpSpPr>
          <a:xfrm>
            <a:off x="3981515" y="3636951"/>
            <a:ext cx="944490" cy="482293"/>
            <a:chOff x="541632" y="3636951"/>
            <a:chExt cx="944490" cy="482293"/>
          </a:xfrm>
        </p:grpSpPr>
        <p:sp>
          <p:nvSpPr>
            <p:cNvPr id="49" name="Metin kutusu 48"/>
            <p:cNvSpPr txBox="1"/>
            <p:nvPr/>
          </p:nvSpPr>
          <p:spPr>
            <a:xfrm>
              <a:off x="541632" y="3719134"/>
              <a:ext cx="9444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b="1" dirty="0" smtClean="0"/>
                <a:t>simdiki</a:t>
              </a:r>
              <a:endParaRPr lang="tr-TR" sz="2000" b="1" dirty="0"/>
            </a:p>
          </p:txBody>
        </p:sp>
        <p:cxnSp>
          <p:nvCxnSpPr>
            <p:cNvPr id="51" name="Düz Ok Bağlayıcısı 50"/>
            <p:cNvCxnSpPr/>
            <p:nvPr/>
          </p:nvCxnSpPr>
          <p:spPr>
            <a:xfrm flipV="1">
              <a:off x="998082" y="3636951"/>
              <a:ext cx="0" cy="195246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6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386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Metin kutusu 23"/>
          <p:cNvSpPr txBox="1"/>
          <p:nvPr/>
        </p:nvSpPr>
        <p:spPr>
          <a:xfrm>
            <a:off x="6096029" y="667487"/>
            <a:ext cx="2021964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200" b="1" dirty="0" smtClean="0"/>
              <a:t>Çıktı:</a:t>
            </a:r>
            <a:r>
              <a:rPr lang="tr-TR" sz="2200" dirty="0" smtClean="0"/>
              <a:t> 4 5 2 6 3 1</a:t>
            </a:r>
            <a:endParaRPr lang="tr-TR" sz="2200" dirty="0"/>
          </a:p>
        </p:txBody>
      </p:sp>
      <p:sp>
        <p:nvSpPr>
          <p:cNvPr id="12" name="Metin kutusu 11"/>
          <p:cNvSpPr txBox="1"/>
          <p:nvPr/>
        </p:nvSpPr>
        <p:spPr>
          <a:xfrm>
            <a:off x="2015380" y="818295"/>
            <a:ext cx="480114" cy="3417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b="1" dirty="0" smtClean="0"/>
              <a:t>kok</a:t>
            </a:r>
            <a:endParaRPr lang="tr-TR" sz="2000" b="1" dirty="0"/>
          </a:p>
        </p:txBody>
      </p:sp>
      <p:cxnSp>
        <p:nvCxnSpPr>
          <p:cNvPr id="13" name="Düz Ok Bağlayıcısı 12"/>
          <p:cNvCxnSpPr/>
          <p:nvPr/>
        </p:nvCxnSpPr>
        <p:spPr>
          <a:xfrm>
            <a:off x="2490524" y="1024316"/>
            <a:ext cx="25800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up 52"/>
          <p:cNvGrpSpPr/>
          <p:nvPr/>
        </p:nvGrpSpPr>
        <p:grpSpPr>
          <a:xfrm>
            <a:off x="727018" y="866062"/>
            <a:ext cx="4622093" cy="2845990"/>
            <a:chOff x="727018" y="866062"/>
            <a:chExt cx="4622093" cy="2845990"/>
          </a:xfrm>
        </p:grpSpPr>
        <p:sp>
          <p:nvSpPr>
            <p:cNvPr id="14" name="Oval 13"/>
            <p:cNvSpPr/>
            <p:nvPr/>
          </p:nvSpPr>
          <p:spPr>
            <a:xfrm>
              <a:off x="2843570" y="866062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1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750271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2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4052873" y="1657247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118283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8" name="Düz Ok Bağlayıcısı 17"/>
            <p:cNvCxnSpPr>
              <a:stCxn id="14" idx="3"/>
              <a:endCxn id="15" idx="0"/>
            </p:cNvCxnSpPr>
            <p:nvPr/>
          </p:nvCxnSpPr>
          <p:spPr>
            <a:xfrm flipH="1">
              <a:off x="1901806" y="1124749"/>
              <a:ext cx="986147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üz Ok Bağlayıcısı 18"/>
            <p:cNvCxnSpPr>
              <a:stCxn id="14" idx="5"/>
              <a:endCxn id="16" idx="0"/>
            </p:cNvCxnSpPr>
            <p:nvPr/>
          </p:nvCxnSpPr>
          <p:spPr>
            <a:xfrm>
              <a:off x="3102257" y="1124749"/>
              <a:ext cx="1102152" cy="53249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/>
            <p:cNvSpPr/>
            <p:nvPr/>
          </p:nvSpPr>
          <p:spPr>
            <a:xfrm>
              <a:off x="2296299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21" name="Düz Ok Bağlayıcısı 20"/>
            <p:cNvCxnSpPr>
              <a:stCxn id="15" idx="5"/>
              <a:endCxn id="20" idx="0"/>
            </p:cNvCxnSpPr>
            <p:nvPr/>
          </p:nvCxnSpPr>
          <p:spPr>
            <a:xfrm>
              <a:off x="2008958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5" idx="3"/>
              <a:endCxn id="17" idx="0"/>
            </p:cNvCxnSpPr>
            <p:nvPr/>
          </p:nvCxnSpPr>
          <p:spPr>
            <a:xfrm flipH="1">
              <a:off x="133437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/>
            <p:cNvSpPr/>
            <p:nvPr/>
          </p:nvSpPr>
          <p:spPr>
            <a:xfrm>
              <a:off x="4604547" y="2492816"/>
              <a:ext cx="303071" cy="303071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6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Düz Ok Bağlayıcısı 8"/>
            <p:cNvCxnSpPr/>
            <p:nvPr/>
          </p:nvCxnSpPr>
          <p:spPr>
            <a:xfrm>
              <a:off x="4313069" y="1915935"/>
              <a:ext cx="438876" cy="57688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üz Bağlayıcı 9"/>
            <p:cNvCxnSpPr>
              <a:endCxn id="7" idx="0"/>
            </p:cNvCxnSpPr>
            <p:nvPr/>
          </p:nvCxnSpPr>
          <p:spPr>
            <a:xfrm flipH="1">
              <a:off x="3638484" y="1915935"/>
              <a:ext cx="460281" cy="576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7" idx="3"/>
            </p:cNvCxnSpPr>
            <p:nvPr/>
          </p:nvCxnSpPr>
          <p:spPr>
            <a:xfrm flipH="1">
              <a:off x="998082" y="2751503"/>
              <a:ext cx="229141" cy="60888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üz Bağlayıcı 25"/>
            <p:cNvCxnSpPr>
              <a:stCxn id="17" idx="5"/>
            </p:cNvCxnSpPr>
            <p:nvPr/>
          </p:nvCxnSpPr>
          <p:spPr>
            <a:xfrm>
              <a:off x="1441526" y="2751503"/>
              <a:ext cx="197883" cy="606645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Metin kutusu 26"/>
            <p:cNvSpPr txBox="1"/>
            <p:nvPr/>
          </p:nvSpPr>
          <p:spPr>
            <a:xfrm>
              <a:off x="727018" y="3319316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8" name="Metin kutusu 27"/>
            <p:cNvSpPr txBox="1"/>
            <p:nvPr/>
          </p:nvSpPr>
          <p:spPr>
            <a:xfrm>
              <a:off x="1364110" y="3320030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29" name="Düz Bağlayıcı 28"/>
            <p:cNvCxnSpPr>
              <a:stCxn id="20" idx="3"/>
            </p:cNvCxnSpPr>
            <p:nvPr/>
          </p:nvCxnSpPr>
          <p:spPr>
            <a:xfrm flipH="1">
              <a:off x="2111479" y="2751503"/>
              <a:ext cx="229204" cy="600746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üz Bağlayıcı 29"/>
            <p:cNvCxnSpPr>
              <a:stCxn id="20" idx="5"/>
            </p:cNvCxnSpPr>
            <p:nvPr/>
          </p:nvCxnSpPr>
          <p:spPr>
            <a:xfrm>
              <a:off x="2554986" y="2751503"/>
              <a:ext cx="197820" cy="59851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Metin kutusu 30"/>
            <p:cNvSpPr txBox="1"/>
            <p:nvPr/>
          </p:nvSpPr>
          <p:spPr>
            <a:xfrm>
              <a:off x="1840416" y="331931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2477507" y="331731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3" name="Düz Bağlayıcı 32"/>
            <p:cNvCxnSpPr>
              <a:stCxn id="7" idx="3"/>
            </p:cNvCxnSpPr>
            <p:nvPr/>
          </p:nvCxnSpPr>
          <p:spPr>
            <a:xfrm flipH="1">
              <a:off x="4422300" y="2751503"/>
              <a:ext cx="226631" cy="598914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Düz Bağlayıcı 33"/>
            <p:cNvCxnSpPr>
              <a:stCxn id="7" idx="5"/>
            </p:cNvCxnSpPr>
            <p:nvPr/>
          </p:nvCxnSpPr>
          <p:spPr>
            <a:xfrm>
              <a:off x="4863234" y="2751503"/>
              <a:ext cx="200393" cy="59667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Metin kutusu 34"/>
            <p:cNvSpPr txBox="1"/>
            <p:nvPr/>
          </p:nvSpPr>
          <p:spPr>
            <a:xfrm>
              <a:off x="4151236" y="3320195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6" name="Metin kutusu 35"/>
            <p:cNvSpPr txBox="1"/>
            <p:nvPr/>
          </p:nvSpPr>
          <p:spPr>
            <a:xfrm>
              <a:off x="4788328" y="3318197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0" name="Metin kutusu 39"/>
            <p:cNvSpPr txBox="1"/>
            <p:nvPr/>
          </p:nvSpPr>
          <p:spPr>
            <a:xfrm>
              <a:off x="3382984" y="2483004"/>
              <a:ext cx="560783" cy="391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3" name="Metin kutusu 42"/>
          <p:cNvSpPr txBox="1"/>
          <p:nvPr/>
        </p:nvSpPr>
        <p:spPr>
          <a:xfrm>
            <a:off x="6096029" y="1123290"/>
            <a:ext cx="6077465" cy="545455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kok;</a:t>
            </a:r>
          </a:p>
          <a:p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&lt;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new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Stack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&lt;&gt;()</a:t>
            </a:r>
            <a:r>
              <a:rPr lang="tr-TR" sz="1500" b="1" u="sng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 || !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yigit.isEmpty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()) {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!=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.push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  </a:t>
            </a:r>
            <a:r>
              <a:rPr lang="tr-TR" sz="15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while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(!</a:t>
            </a:r>
            <a:r>
              <a:rPr lang="tr-TR" sz="15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.isEmpty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() &amp;&amp;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.peek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().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5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0000C0"/>
                </a:solidFill>
                <a:latin typeface="Consolas" panose="020B0609020204030204" pitchFamily="49" charset="0"/>
              </a:rPr>
              <a:t>yigit</a:t>
            </a:r>
            <a:r>
              <a:rPr lang="tr-TR" sz="1500" dirty="0" err="1">
                <a:solidFill>
                  <a:srgbClr val="000000"/>
                </a:solidFill>
                <a:latin typeface="Consolas" panose="020B0609020204030204" pitchFamily="49" charset="0"/>
              </a:rPr>
              <a:t>.pop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();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  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System.</a:t>
            </a:r>
            <a:r>
              <a:rPr lang="tr-TR" sz="1500" b="1" i="1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out</a:t>
            </a:r>
            <a:r>
              <a:rPr lang="tr-TR" sz="1500" b="1" i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.print</a:t>
            </a:r>
            <a:r>
              <a:rPr lang="tr-TR" sz="1500" b="1" i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5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+ </a:t>
            </a:r>
            <a:r>
              <a:rPr lang="tr-TR" sz="1500" dirty="0">
                <a:solidFill>
                  <a:srgbClr val="2A00FF"/>
                </a:solidFill>
                <a:latin typeface="Consolas" panose="020B0609020204030204" pitchFamily="49" charset="0"/>
              </a:rPr>
              <a:t>" "</a:t>
            </a:r>
            <a:r>
              <a:rPr lang="tr-TR" sz="15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else</a:t>
            </a:r>
            <a:r>
              <a:rPr lang="tr-TR" sz="15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b="1" dirty="0">
                <a:solidFill>
                  <a:srgbClr val="000000"/>
                </a:solidFill>
                <a:latin typeface="Consolas" panose="020B0609020204030204" pitchFamily="49" charset="0"/>
              </a:rPr>
              <a:t>{</a:t>
            </a:r>
          </a:p>
          <a:p>
            <a:r>
              <a:rPr lang="tr-TR" sz="1500" dirty="0" smtClean="0">
                <a:solidFill>
                  <a:srgbClr val="0000C0"/>
                </a:solidFill>
                <a:latin typeface="Consolas" panose="020B0609020204030204" pitchFamily="49" charset="0"/>
              </a:rPr>
              <a:t>      </a:t>
            </a:r>
            <a:r>
              <a:rPr lang="tr-TR" sz="1500" dirty="0" err="1" smtClean="0">
                <a:solidFill>
                  <a:srgbClr val="0000C0"/>
                </a:solidFill>
                <a:latin typeface="Consolas" panose="020B0609020204030204" pitchFamily="49" charset="0"/>
              </a:rPr>
              <a:t>simdiki</a:t>
            </a:r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500" dirty="0" err="1">
                <a:solidFill>
                  <a:srgbClr val="6A3E3E"/>
                </a:solidFill>
                <a:latin typeface="Consolas" panose="020B0609020204030204" pitchFamily="49" charset="0"/>
              </a:rPr>
              <a:t>gecici</a:t>
            </a:r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5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5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500" dirty="0">
              <a:latin typeface="Lucida Console" panose="020B0609040504020204" pitchFamily="49" charset="0"/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9498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İkili Ağaçta En Büyük Değeri </a:t>
            </a:r>
            <a:r>
              <a:rPr lang="tr-TR" dirty="0" smtClean="0"/>
              <a:t>Bulma</a:t>
            </a:r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Sercan KÜLCÜ, Tüm hakları saklıdır.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422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5111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</a:tbl>
          </a:graphicData>
        </a:graphic>
      </p:graphicFrame>
      <p:sp>
        <p:nvSpPr>
          <p:cNvPr id="39" name="Metin kutusu 38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5564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39" name="Metin kutusu 38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4168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2686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3036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39" name="Metin kutusu 38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66355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2686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125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39" name="Metin kutusu 38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438926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2686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899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39" name="Metin kutusu 38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463600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26869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3314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39" name="Metin kutusu 38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41681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64606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3607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66355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64606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9275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438926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64606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5374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463600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164606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2100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41680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20089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50455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6635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20089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7982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438925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20089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1063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465051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200892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3" name="Düz Ok Bağlayıcısı 42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071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86898757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4168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23862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95665" y="4616917"/>
            <a:ext cx="544701" cy="583411"/>
            <a:chOff x="395665" y="4616917"/>
            <a:chExt cx="544701" cy="583411"/>
          </a:xfrm>
        </p:grpSpPr>
        <p:sp>
          <p:nvSpPr>
            <p:cNvPr id="34" name="Metin kutusu 3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3" name="Düz Ok Bağlayıcısı 42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08474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86898757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6635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23862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95665" y="4616917"/>
            <a:ext cx="544701" cy="583411"/>
            <a:chOff x="395665" y="4616917"/>
            <a:chExt cx="544701" cy="583411"/>
          </a:xfrm>
        </p:grpSpPr>
        <p:sp>
          <p:nvSpPr>
            <p:cNvPr id="34" name="Metin kutusu 3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3" name="Düz Ok Bağlayıcısı 42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1353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86898757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44" name="Düz Ok Bağlayıcısı 43"/>
          <p:cNvCxnSpPr/>
          <p:nvPr/>
        </p:nvCxnSpPr>
        <p:spPr>
          <a:xfrm>
            <a:off x="5685057" y="39102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238629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up 2"/>
          <p:cNvGrpSpPr/>
          <p:nvPr/>
        </p:nvGrpSpPr>
        <p:grpSpPr>
          <a:xfrm>
            <a:off x="395665" y="4616917"/>
            <a:ext cx="544701" cy="583411"/>
            <a:chOff x="395665" y="4616917"/>
            <a:chExt cx="544701" cy="583411"/>
          </a:xfrm>
        </p:grpSpPr>
        <p:sp>
          <p:nvSpPr>
            <p:cNvPr id="34" name="Metin kutusu 3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3" name="Düz Ok Bağlayıcısı 42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8" name="Content Placeholder 7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2724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1" name="Düz Ok Bağlayıcısı 30"/>
          <p:cNvCxnSpPr/>
          <p:nvPr/>
        </p:nvCxnSpPr>
        <p:spPr>
          <a:xfrm>
            <a:off x="5685057" y="20234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34947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1" name="Düz Ok Bağlayıcısı 30"/>
          <p:cNvCxnSpPr/>
          <p:nvPr/>
        </p:nvCxnSpPr>
        <p:spPr>
          <a:xfrm>
            <a:off x="5685057" y="20234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5685057" y="46360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Metin kutusu 39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4" name="Düz Ok Bağlayıcısı 43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2831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1" name="Düz Ok Bağlayıcısı 30"/>
          <p:cNvCxnSpPr/>
          <p:nvPr/>
        </p:nvCxnSpPr>
        <p:spPr>
          <a:xfrm>
            <a:off x="5685057" y="202343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5685057" y="488274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Metin kutusu 39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4" name="Düz Ok Bağlayıcısı 43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752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67649007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cxnSp>
        <p:nvCxnSpPr>
          <p:cNvPr id="31" name="Düz Ok Bağlayıcısı 30"/>
          <p:cNvCxnSpPr/>
          <p:nvPr/>
        </p:nvCxnSpPr>
        <p:spPr>
          <a:xfrm>
            <a:off x="5685057" y="23717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5685057" y="341680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up 33"/>
          <p:cNvGrpSpPr/>
          <p:nvPr/>
        </p:nvGrpSpPr>
        <p:grpSpPr>
          <a:xfrm>
            <a:off x="1121379" y="4616917"/>
            <a:ext cx="544701" cy="583411"/>
            <a:chOff x="395665" y="4616917"/>
            <a:chExt cx="544701" cy="583411"/>
          </a:xfrm>
        </p:grpSpPr>
        <p:sp>
          <p:nvSpPr>
            <p:cNvPr id="43" name="Metin kutusu 42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0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9201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67649007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5685057" y="366355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up 33"/>
          <p:cNvGrpSpPr/>
          <p:nvPr/>
        </p:nvGrpSpPr>
        <p:grpSpPr>
          <a:xfrm>
            <a:off x="1121379" y="4616917"/>
            <a:ext cx="544701" cy="583411"/>
            <a:chOff x="395665" y="4616917"/>
            <a:chExt cx="544701" cy="583411"/>
          </a:xfrm>
        </p:grpSpPr>
        <p:sp>
          <p:nvSpPr>
            <p:cNvPr id="43" name="Metin kutusu 42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0" name="Düz Ok Bağlayıcısı 39"/>
          <p:cNvCxnSpPr/>
          <p:nvPr/>
        </p:nvCxnSpPr>
        <p:spPr>
          <a:xfrm>
            <a:off x="5685057" y="23717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45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67649007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5685057" y="391029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up 33"/>
          <p:cNvGrpSpPr/>
          <p:nvPr/>
        </p:nvGrpSpPr>
        <p:grpSpPr>
          <a:xfrm>
            <a:off x="1121379" y="4616917"/>
            <a:ext cx="544701" cy="583411"/>
            <a:chOff x="395665" y="4616917"/>
            <a:chExt cx="544701" cy="583411"/>
          </a:xfrm>
        </p:grpSpPr>
        <p:sp>
          <p:nvSpPr>
            <p:cNvPr id="43" name="Metin kutusu 42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0" name="Düz Ok Bağlayıcısı 39"/>
          <p:cNvCxnSpPr/>
          <p:nvPr/>
        </p:nvCxnSpPr>
        <p:spPr>
          <a:xfrm>
            <a:off x="5685057" y="237178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0089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1913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Metin kutusu 4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>
            <a:off x="5685057" y="48827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4232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Metin kutusu 4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>
            <a:off x="5685057" y="51294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66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Metin kutusu 4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>
            <a:off x="5685057" y="560845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3128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730366774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3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Metin kutusu 43"/>
          <p:cNvSpPr txBox="1"/>
          <p:nvPr/>
        </p:nvSpPr>
        <p:spPr>
          <a:xfrm>
            <a:off x="32394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6" name="Düz Ok Bağlayıcısı 45"/>
          <p:cNvCxnSpPr/>
          <p:nvPr/>
        </p:nvCxnSpPr>
        <p:spPr>
          <a:xfrm>
            <a:off x="542307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Düz Ok Bağlayıcısı 46"/>
          <p:cNvCxnSpPr/>
          <p:nvPr/>
        </p:nvCxnSpPr>
        <p:spPr>
          <a:xfrm>
            <a:off x="5685057" y="611645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850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460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66503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460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4" name="Düz Ok Bağlayıcısı 33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465051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120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4606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4" name="Düz Ok Bağlayıcısı 33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48827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210108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343131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Metin kutusu 42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886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366354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Metin kutusu 42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4943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438925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Metin kutusu 42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863262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463600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Metin kutusu 42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44" name="Düz Ok Bağlayıcısı 43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5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2393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233546696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3717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34168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up 33"/>
          <p:cNvGrpSpPr/>
          <p:nvPr/>
        </p:nvGrpSpPr>
        <p:grpSpPr>
          <a:xfrm>
            <a:off x="1789037" y="4616917"/>
            <a:ext cx="544701" cy="583411"/>
            <a:chOff x="395665" y="4616917"/>
            <a:chExt cx="544701" cy="583411"/>
          </a:xfrm>
        </p:grpSpPr>
        <p:sp>
          <p:nvSpPr>
            <p:cNvPr id="45" name="Metin kutusu 44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5065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233546696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3717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36635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up 33"/>
          <p:cNvGrpSpPr/>
          <p:nvPr/>
        </p:nvGrpSpPr>
        <p:grpSpPr>
          <a:xfrm>
            <a:off x="1789037" y="4616917"/>
            <a:ext cx="544701" cy="583411"/>
            <a:chOff x="395665" y="4616917"/>
            <a:chExt cx="544701" cy="583411"/>
          </a:xfrm>
        </p:grpSpPr>
        <p:sp>
          <p:nvSpPr>
            <p:cNvPr id="45" name="Metin kutusu 44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0206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233546696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37177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39102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up 33"/>
          <p:cNvGrpSpPr/>
          <p:nvPr/>
        </p:nvGrpSpPr>
        <p:grpSpPr>
          <a:xfrm>
            <a:off x="1789037" y="4616917"/>
            <a:ext cx="544701" cy="583411"/>
            <a:chOff x="395665" y="4616917"/>
            <a:chExt cx="544701" cy="583411"/>
          </a:xfrm>
        </p:grpSpPr>
        <p:sp>
          <p:nvSpPr>
            <p:cNvPr id="45" name="Metin kutusu 44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6" name="Düz Ok Bağlayıcısı 45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0990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6521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6360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66341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88274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168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53766847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3862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4168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2514751" y="4616917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03034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53766847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3862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67805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2514751" y="4616917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22106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53766847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38628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91028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2514751" y="4616917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6082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7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88274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5608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12948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967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60845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74808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5976398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610194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935248" y="326312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 flipH="1">
            <a:off x="2704935" y="346881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344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43536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88274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1523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12948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49721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37622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292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60845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5747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85519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2423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3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5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88129348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610194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688317" y="2223184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1198230" y="2428870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17745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6869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090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6869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6360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6128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6869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86823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2976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460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416803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878308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460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64903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6210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460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38926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2972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460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636005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59565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271671936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2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43132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3673472" y="3573865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8300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271671936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2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6635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3673472" y="3573865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306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271671936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2342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39248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3673472" y="3573865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097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6057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6535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6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6057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Düz Ok Bağlayıcısı 45"/>
          <p:cNvCxnSpPr/>
          <p:nvPr/>
        </p:nvCxnSpPr>
        <p:spPr>
          <a:xfrm>
            <a:off x="5685057" y="463600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8959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6057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Düz Ok Bağlayıcısı 45"/>
          <p:cNvCxnSpPr/>
          <p:nvPr/>
        </p:nvCxnSpPr>
        <p:spPr>
          <a:xfrm>
            <a:off x="5685057" y="48827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1440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429445411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Düz Ok Bağlayıcısı 45"/>
          <p:cNvCxnSpPr/>
          <p:nvPr/>
        </p:nvCxnSpPr>
        <p:spPr>
          <a:xfrm>
            <a:off x="5685057" y="341680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4994270" y="3573865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67372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429445411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Düz Ok Bağlayıcısı 45"/>
          <p:cNvCxnSpPr/>
          <p:nvPr/>
        </p:nvCxnSpPr>
        <p:spPr>
          <a:xfrm>
            <a:off x="5685057" y="366354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4994270" y="3573865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9008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null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429445411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200891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Düz Ok Bağlayıcısı 45"/>
          <p:cNvCxnSpPr/>
          <p:nvPr/>
        </p:nvCxnSpPr>
        <p:spPr>
          <a:xfrm>
            <a:off x="5685057" y="3910290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up 42"/>
          <p:cNvGrpSpPr/>
          <p:nvPr/>
        </p:nvGrpSpPr>
        <p:grpSpPr>
          <a:xfrm>
            <a:off x="4994270" y="3573865"/>
            <a:ext cx="544701" cy="583411"/>
            <a:chOff x="395665" y="4616917"/>
            <a:chExt cx="544701" cy="583411"/>
          </a:xfrm>
        </p:grpSpPr>
        <p:sp>
          <p:nvSpPr>
            <p:cNvPr id="44" name="Metin kutusu 43"/>
            <p:cNvSpPr txBox="1"/>
            <p:nvPr/>
          </p:nvSpPr>
          <p:spPr>
            <a:xfrm>
              <a:off x="395665" y="4800218"/>
              <a:ext cx="5447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kok</a:t>
              </a:r>
              <a:endParaRPr lang="tr-TR" sz="2000" dirty="0"/>
            </a:p>
          </p:txBody>
        </p:sp>
        <p:cxnSp>
          <p:nvCxnSpPr>
            <p:cNvPr id="45" name="Düz Ok Bağlayıcısı 44"/>
            <p:cNvCxnSpPr/>
            <p:nvPr/>
          </p:nvCxnSpPr>
          <p:spPr>
            <a:xfrm rot="16200000">
              <a:off x="533015" y="4751917"/>
              <a:ext cx="270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tailEnd type="triangle" w="lg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9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4508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53250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4" name="Düz Ok Bağlayıcısı 33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4882748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3124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4" name="Düz Ok Bağlayıcısı 33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512949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6865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4" name="Düz Ok Bağlayıcısı 33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5608461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6283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IMV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557803120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6315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Metin kutusu 30"/>
          <p:cNvSpPr txBox="1"/>
          <p:nvPr/>
        </p:nvSpPr>
        <p:spPr>
          <a:xfrm>
            <a:off x="3523965" y="2220385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4" name="Düz Ok Bağlayıcısı 33"/>
          <p:cNvCxnSpPr/>
          <p:nvPr/>
        </p:nvCxnSpPr>
        <p:spPr>
          <a:xfrm>
            <a:off x="4033878" y="2426071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Düz Ok Bağlayıcısı 38"/>
          <p:cNvCxnSpPr/>
          <p:nvPr/>
        </p:nvCxnSpPr>
        <p:spPr>
          <a:xfrm>
            <a:off x="5685057" y="6101946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4905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832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4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955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832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48827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1782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832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129487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53336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832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37622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03027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832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5608459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8636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6949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IMV = -2147483648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832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61019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9823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74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enBuyukBul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4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FF0000"/>
                          </a:solidFill>
                        </a:rPr>
                        <a:t>8</a:t>
                      </a:r>
                      <a:endParaRPr lang="tr-TR" b="1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8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7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2313936925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83443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En büyük değer → </a:t>
            </a:r>
            <a:r>
              <a:rPr lang="tr-TR" b="1" dirty="0" smtClean="0">
                <a:solidFill>
                  <a:srgbClr val="FF0000"/>
                </a:solidFill>
                <a:latin typeface="Lucida Console" panose="020B0609040504020204" pitchFamily="49" charset="0"/>
              </a:rPr>
              <a:t>8</a:t>
            </a:r>
            <a:r>
              <a:rPr lang="tr-TR" dirty="0" smtClean="0">
                <a:latin typeface="Lucida Console" panose="020B0609040504020204" pitchFamily="49" charset="0"/>
              </a:rPr>
              <a:t> </a:t>
            </a:r>
            <a:endParaRPr lang="tr-TR" dirty="0">
              <a:latin typeface="Lucida Console" panose="020B0609040504020204" pitchFamily="49" charset="0"/>
            </a:endParaRPr>
          </a:p>
        </p:txBody>
      </p:sp>
      <p:cxnSp>
        <p:nvCxnSpPr>
          <p:cNvPr id="40" name="Düz Ok Bağlayıcısı 39"/>
          <p:cNvCxnSpPr/>
          <p:nvPr/>
        </p:nvCxnSpPr>
        <p:spPr>
          <a:xfrm>
            <a:off x="5685057" y="1283202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Düz Ok Bağlayıcısı 30"/>
          <p:cNvCxnSpPr/>
          <p:nvPr/>
        </p:nvCxnSpPr>
        <p:spPr>
          <a:xfrm>
            <a:off x="5685057" y="6101944"/>
            <a:ext cx="331813" cy="0"/>
          </a:xfrm>
          <a:prstGeom prst="straightConnector1">
            <a:avLst/>
          </a:prstGeom>
          <a:ln w="28575">
            <a:solidFill>
              <a:srgbClr val="FF0000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Metin kutusu 33"/>
          <p:cNvSpPr txBox="1"/>
          <p:nvPr/>
        </p:nvSpPr>
        <p:spPr>
          <a:xfrm>
            <a:off x="2053757" y="1249977"/>
            <a:ext cx="544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r-TR" sz="2000" dirty="0" smtClean="0"/>
              <a:t>kok</a:t>
            </a:r>
            <a:endParaRPr lang="tr-TR" sz="2000" dirty="0"/>
          </a:p>
        </p:txBody>
      </p:sp>
      <p:cxnSp>
        <p:nvCxnSpPr>
          <p:cNvPr id="39" name="Düz Ok Bağlayıcısı 38"/>
          <p:cNvCxnSpPr/>
          <p:nvPr/>
        </p:nvCxnSpPr>
        <p:spPr>
          <a:xfrm>
            <a:off x="2563670" y="1455663"/>
            <a:ext cx="270000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3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5298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/>
          <p:cNvGraphicFramePr>
            <a:graphicFrameLocks noGrp="1"/>
          </p:cNvGraphicFramePr>
          <p:nvPr>
            <p:extLst/>
          </p:nvPr>
        </p:nvGraphicFramePr>
        <p:xfrm>
          <a:off x="6091455" y="712278"/>
          <a:ext cx="6084000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0000">
                  <a:extLst>
                    <a:ext uri="{9D8B030D-6E8A-4147-A177-3AD203B41FA5}">
                      <a16:colId xmlns="" xmlns:a16="http://schemas.microsoft.com/office/drawing/2014/main" val="2827825295"/>
                    </a:ext>
                  </a:extLst>
                </a:gridCol>
                <a:gridCol w="1008000">
                  <a:extLst>
                    <a:ext uri="{9D8B030D-6E8A-4147-A177-3AD203B41FA5}">
                      <a16:colId xmlns="" xmlns:a16="http://schemas.microsoft.com/office/drawing/2014/main" val="2811641559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350166924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3887453940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2741408346"/>
                    </a:ext>
                  </a:extLst>
                </a:gridCol>
                <a:gridCol w="864000">
                  <a:extLst>
                    <a:ext uri="{9D8B030D-6E8A-4147-A177-3AD203B41FA5}">
                      <a16:colId xmlns="" xmlns:a16="http://schemas.microsoft.com/office/drawing/2014/main" val="184268531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metot çağrımı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satır no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kok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sonuc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sol</a:t>
                      </a:r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dirty="0" smtClean="0"/>
                        <a:t>sag</a:t>
                      </a:r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64606229"/>
                  </a:ext>
                </a:extLst>
              </a:tr>
            </a:tbl>
          </a:graphicData>
        </a:graphic>
      </p:graphicFrame>
      <p:sp>
        <p:nvSpPr>
          <p:cNvPr id="6" name="Metin kutusu 5"/>
          <p:cNvSpPr txBox="1"/>
          <p:nvPr/>
        </p:nvSpPr>
        <p:spPr>
          <a:xfrm>
            <a:off x="6066971" y="3228996"/>
            <a:ext cx="420703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72000" bIns="72000" rtlCol="0">
            <a:spAutoFit/>
          </a:bodyPr>
          <a:lstStyle/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3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4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5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6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7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8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9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10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11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12</a:t>
            </a:r>
          </a:p>
          <a:p>
            <a:pPr algn="r">
              <a:buClr>
                <a:schemeClr val="tx1"/>
              </a:buClr>
            </a:pPr>
            <a:r>
              <a:rPr lang="tr-TR" sz="1600" dirty="0" smtClean="0">
                <a:latin typeface="Lucida Console" panose="020B0609040504020204" pitchFamily="49" charset="0"/>
              </a:rPr>
              <a:t>13</a:t>
            </a:r>
            <a:endParaRPr lang="tr-TR" sz="1600" dirty="0">
              <a:latin typeface="Lucida Console" panose="020B0609040504020204" pitchFamily="49" charset="0"/>
            </a:endParaRPr>
          </a:p>
        </p:txBody>
      </p:sp>
      <p:sp>
        <p:nvSpPr>
          <p:cNvPr id="36" name="Metin kutusu 35"/>
          <p:cNvSpPr txBox="1"/>
          <p:nvPr/>
        </p:nvSpPr>
        <p:spPr>
          <a:xfrm>
            <a:off x="6487674" y="3228290"/>
            <a:ext cx="5685820" cy="334628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72000" rIns="0" bIns="72000" rtlCol="0">
            <a:spAutoFit/>
          </a:bodyPr>
          <a:lstStyle/>
          <a:p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public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dirty="0" err="1">
                <a:solidFill>
                  <a:srgbClr val="000000"/>
                </a:solidFill>
                <a:latin typeface="Consolas" panose="020B0609020204030204" pitchFamily="49" charset="0"/>
              </a:rPr>
              <a:t>AgacDugumu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== </a:t>
            </a:r>
            <a:r>
              <a:rPr lang="tr-TR" sz="1600" b="1" dirty="0" err="1">
                <a:solidFill>
                  <a:srgbClr val="7F0055"/>
                </a:solidFill>
                <a:latin typeface="Consolas" panose="020B0609020204030204" pitchFamily="49" charset="0"/>
              </a:rPr>
              <a:t>null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 {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Integer.</a:t>
            </a:r>
            <a:r>
              <a:rPr lang="tr-TR" sz="1600" b="1" i="1" dirty="0" err="1">
                <a:solidFill>
                  <a:srgbClr val="0000C0"/>
                </a:solidFill>
                <a:latin typeface="Consolas" panose="020B0609020204030204" pitchFamily="49" charset="0"/>
              </a:rPr>
              <a:t>MIN_VALUE</a:t>
            </a:r>
            <a:r>
              <a:rPr lang="tr-TR" sz="1600" b="1" i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 }</a:t>
            </a:r>
            <a:endParaRPr lang="tr-TR" sz="16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veri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int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 = 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enBuyukBul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kok</a:t>
            </a:r>
            <a:r>
              <a:rPr lang="tr-TR" sz="16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.</a:t>
            </a:r>
            <a:r>
              <a:rPr lang="tr-TR" sz="1600" b="1" dirty="0" err="1">
                <a:solidFill>
                  <a:srgbClr val="0000C0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smtClean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>
                <a:solidFill>
                  <a:srgbClr val="6A3E3E"/>
                </a:solidFill>
                <a:latin typeface="Consolas" panose="020B0609020204030204" pitchFamily="49" charset="0"/>
              </a:rPr>
              <a:t>sol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if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tr-TR" sz="1600" b="1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&gt;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)</a:t>
            </a:r>
          </a:p>
          <a:p>
            <a:r>
              <a:rPr lang="tr-TR" sz="1600" dirty="0" smtClean="0">
                <a:solidFill>
                  <a:srgbClr val="6A3E3E"/>
                </a:solidFill>
                <a:latin typeface="Consolas" panose="020B0609020204030204" pitchFamily="49" charset="0"/>
              </a:rPr>
              <a:t>    </a:t>
            </a:r>
            <a:r>
              <a:rPr lang="tr-TR" sz="1600" dirty="0" err="1" smtClean="0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= </a:t>
            </a:r>
            <a:r>
              <a:rPr lang="tr-TR" sz="1600" dirty="0" err="1">
                <a:solidFill>
                  <a:srgbClr val="6A3E3E"/>
                </a:solidFill>
                <a:latin typeface="Consolas" panose="020B0609020204030204" pitchFamily="49" charset="0"/>
              </a:rPr>
              <a:t>sag</a:t>
            </a:r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b="1" dirty="0" smtClean="0">
                <a:solidFill>
                  <a:srgbClr val="7F0055"/>
                </a:solidFill>
                <a:latin typeface="Consolas" panose="020B0609020204030204" pitchFamily="49" charset="0"/>
              </a:rPr>
              <a:t>  </a:t>
            </a:r>
            <a:r>
              <a:rPr lang="tr-TR" sz="1600" b="1" dirty="0" err="1" smtClean="0">
                <a:solidFill>
                  <a:srgbClr val="7F0055"/>
                </a:solidFill>
                <a:latin typeface="Consolas" panose="020B0609020204030204" pitchFamily="49" charset="0"/>
              </a:rPr>
              <a:t>return</a:t>
            </a:r>
            <a:r>
              <a:rPr lang="tr-TR" sz="16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tr-TR" sz="1600" b="1" dirty="0" err="1">
                <a:solidFill>
                  <a:srgbClr val="6A3E3E"/>
                </a:solidFill>
                <a:latin typeface="Consolas" panose="020B0609020204030204" pitchFamily="49" charset="0"/>
              </a:rPr>
              <a:t>sonuc</a:t>
            </a:r>
            <a:r>
              <a:rPr lang="tr-TR" sz="1600" b="1" dirty="0">
                <a:solidFill>
                  <a:srgbClr val="000000"/>
                </a:solidFill>
                <a:latin typeface="Consolas" panose="020B0609020204030204" pitchFamily="49" charset="0"/>
              </a:rPr>
              <a:t>;</a:t>
            </a:r>
          </a:p>
          <a:p>
            <a:r>
              <a:rPr lang="tr-TR" sz="1600" dirty="0">
                <a:solidFill>
                  <a:srgbClr val="000000"/>
                </a:solidFill>
                <a:latin typeface="Consolas" panose="020B0609020204030204" pitchFamily="49" charset="0"/>
              </a:rPr>
              <a:t>}</a:t>
            </a:r>
            <a:endParaRPr lang="tr-TR" sz="1600" dirty="0" smtClean="0">
              <a:latin typeface="Lucida Console" panose="020B0609040504020204" pitchFamily="49" charset="0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37330" y="1259615"/>
            <a:ext cx="5236266" cy="3472042"/>
            <a:chOff x="337330" y="1259615"/>
            <a:chExt cx="5236266" cy="3472042"/>
          </a:xfrm>
        </p:grpSpPr>
        <p:sp>
          <p:nvSpPr>
            <p:cNvPr id="13" name="Oval 12"/>
            <p:cNvSpPr/>
            <p:nvPr/>
          </p:nvSpPr>
          <p:spPr>
            <a:xfrm>
              <a:off x="2916655" y="1259615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4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1562261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3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4414758" y="2239747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7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859317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5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Düz Ok Bağlayıcısı 16"/>
            <p:cNvCxnSpPr>
              <a:stCxn id="13" idx="3"/>
              <a:endCxn id="14" idx="0"/>
            </p:cNvCxnSpPr>
            <p:nvPr/>
          </p:nvCxnSpPr>
          <p:spPr>
            <a:xfrm flipH="1">
              <a:off x="1749985" y="1580081"/>
              <a:ext cx="1221653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üz Ok Bağlayıcısı 17"/>
            <p:cNvCxnSpPr>
              <a:stCxn id="13" idx="5"/>
              <a:endCxn id="15" idx="0"/>
            </p:cNvCxnSpPr>
            <p:nvPr/>
          </p:nvCxnSpPr>
          <p:spPr>
            <a:xfrm>
              <a:off x="3237121" y="1580081"/>
              <a:ext cx="1365362" cy="659666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üz Bağlayıcı 20"/>
            <p:cNvCxnSpPr>
              <a:stCxn id="14" idx="3"/>
              <a:endCxn id="16" idx="0"/>
            </p:cNvCxnSpPr>
            <p:nvPr/>
          </p:nvCxnSpPr>
          <p:spPr>
            <a:xfrm flipH="1">
              <a:off x="1047041" y="2560213"/>
              <a:ext cx="570202" cy="714649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üz Bağlayıcı 21"/>
            <p:cNvCxnSpPr>
              <a:stCxn id="16" idx="3"/>
            </p:cNvCxnSpPr>
            <p:nvPr/>
          </p:nvCxnSpPr>
          <p:spPr>
            <a:xfrm flipH="1">
              <a:off x="654705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Düz Bağlayıcı 22"/>
            <p:cNvCxnSpPr>
              <a:stCxn id="16" idx="5"/>
            </p:cNvCxnSpPr>
            <p:nvPr/>
          </p:nvCxnSpPr>
          <p:spPr>
            <a:xfrm>
              <a:off x="1179782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Düz Ok Bağlayıcısı 23"/>
            <p:cNvCxnSpPr>
              <a:stCxn id="15" idx="5"/>
            </p:cNvCxnSpPr>
            <p:nvPr/>
          </p:nvCxnSpPr>
          <p:spPr>
            <a:xfrm>
              <a:off x="4735224" y="2560213"/>
              <a:ext cx="544660" cy="7029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üz Bağlayıcı 24"/>
            <p:cNvCxnSpPr>
              <a:stCxn id="15" idx="3"/>
            </p:cNvCxnSpPr>
            <p:nvPr/>
          </p:nvCxnSpPr>
          <p:spPr>
            <a:xfrm flipH="1">
              <a:off x="3900513" y="2560213"/>
              <a:ext cx="569228" cy="702911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Metin kutusu 25"/>
            <p:cNvSpPr txBox="1"/>
            <p:nvPr/>
          </p:nvSpPr>
          <p:spPr>
            <a:xfrm>
              <a:off x="337330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27" name="Metin kutusu 26"/>
            <p:cNvSpPr txBox="1"/>
            <p:nvPr/>
          </p:nvSpPr>
          <p:spPr>
            <a:xfrm>
              <a:off x="1083269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2" name="Metin kutusu 31"/>
            <p:cNvSpPr txBox="1"/>
            <p:nvPr/>
          </p:nvSpPr>
          <p:spPr>
            <a:xfrm>
              <a:off x="3624949" y="3235230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33" name="Metin kutusu 32"/>
            <p:cNvSpPr txBox="1"/>
            <p:nvPr/>
          </p:nvSpPr>
          <p:spPr>
            <a:xfrm>
              <a:off x="4917003" y="322971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cxnSp>
          <p:nvCxnSpPr>
            <p:cNvPr id="30" name="Düz Ok Bağlayıcısı 29"/>
            <p:cNvCxnSpPr>
              <a:endCxn id="35" idx="0"/>
            </p:cNvCxnSpPr>
            <p:nvPr/>
          </p:nvCxnSpPr>
          <p:spPr>
            <a:xfrm>
              <a:off x="1882349" y="2560213"/>
              <a:ext cx="550591" cy="714649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Oval 34"/>
            <p:cNvSpPr/>
            <p:nvPr/>
          </p:nvSpPr>
          <p:spPr>
            <a:xfrm>
              <a:off x="2245215" y="3274862"/>
              <a:ext cx="375449" cy="375449"/>
            </a:xfrm>
            <a:prstGeom prst="ellipse">
              <a:avLst/>
            </a:prstGeom>
            <a:solidFill>
              <a:srgbClr val="DEEBF7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tx1"/>
                  </a:solidFill>
                </a:rPr>
                <a:t>8</a:t>
              </a:r>
              <a:endParaRPr lang="tr-TR" dirty="0">
                <a:solidFill>
                  <a:schemeClr val="tx1"/>
                </a:solidFill>
              </a:endParaRPr>
            </a:p>
          </p:txBody>
        </p:sp>
        <p:cxnSp>
          <p:nvCxnSpPr>
            <p:cNvPr id="37" name="Düz Bağlayıcı 36"/>
            <p:cNvCxnSpPr>
              <a:stCxn id="35" idx="3"/>
            </p:cNvCxnSpPr>
            <p:nvPr/>
          </p:nvCxnSpPr>
          <p:spPr>
            <a:xfrm flipH="1">
              <a:off x="2040603" y="3595328"/>
              <a:ext cx="259596" cy="712908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Düz Bağlayıcı 37"/>
            <p:cNvCxnSpPr>
              <a:stCxn id="35" idx="5"/>
            </p:cNvCxnSpPr>
            <p:nvPr/>
          </p:nvCxnSpPr>
          <p:spPr>
            <a:xfrm>
              <a:off x="2565680" y="3595328"/>
              <a:ext cx="225821" cy="71029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Metin kutusu 40"/>
            <p:cNvSpPr txBox="1"/>
            <p:nvPr/>
          </p:nvSpPr>
          <p:spPr>
            <a:xfrm>
              <a:off x="1723228" y="4272851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  <p:sp>
          <p:nvSpPr>
            <p:cNvPr id="42" name="Metin kutusu 41"/>
            <p:cNvSpPr txBox="1"/>
            <p:nvPr/>
          </p:nvSpPr>
          <p:spPr>
            <a:xfrm>
              <a:off x="2469167" y="4267337"/>
              <a:ext cx="656593" cy="4588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r-TR" sz="2000" dirty="0" smtClean="0"/>
                <a:t>null</a:t>
              </a:r>
              <a:endParaRPr lang="tr-TR" sz="2000" dirty="0"/>
            </a:p>
          </p:txBody>
        </p:sp>
      </p:grpSp>
      <p:sp>
        <p:nvSpPr>
          <p:cNvPr id="4" name="Metin kutusu 3"/>
          <p:cNvSpPr txBox="1"/>
          <p:nvPr/>
        </p:nvSpPr>
        <p:spPr>
          <a:xfrm>
            <a:off x="392377" y="5646579"/>
            <a:ext cx="283443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smtClean="0">
                <a:latin typeface="Lucida Console" panose="020B0609040504020204" pitchFamily="49" charset="0"/>
              </a:rPr>
              <a:t>En büyük değer → </a:t>
            </a:r>
            <a:r>
              <a:rPr lang="tr-TR" b="1" dirty="0" smtClean="0">
                <a:solidFill>
                  <a:srgbClr val="FF0000"/>
                </a:solidFill>
                <a:latin typeface="Lucida Console" panose="020B0609040504020204" pitchFamily="49" charset="0"/>
              </a:rPr>
              <a:t>8</a:t>
            </a:r>
            <a:r>
              <a:rPr lang="tr-TR" dirty="0" smtClean="0">
                <a:latin typeface="Lucida Console" panose="020B0609040504020204" pitchFamily="49" charset="0"/>
              </a:rPr>
              <a:t> </a:t>
            </a:r>
            <a:endParaRPr lang="tr-TR" dirty="0">
              <a:latin typeface="Lucida Console" panose="020B0609040504020204" pitchFamily="49" charset="0"/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457573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80000"/>
          </a:xfrm>
        </p:spPr>
        <p:txBody>
          <a:bodyPr>
            <a:normAutofit/>
          </a:bodyPr>
          <a:lstStyle/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pPr marL="0" indent="0" algn="ctr">
              <a:buNone/>
            </a:pPr>
            <a:r>
              <a:rPr lang="tr-TR" dirty="0" smtClean="0"/>
              <a:t>SON</a:t>
            </a:r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/>
              <a:t>1/20/2023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Sercan KÜLCÜ, </a:t>
            </a:r>
            <a:r>
              <a:rPr lang="en-US" dirty="0" err="1" smtClean="0"/>
              <a:t>Tüm</a:t>
            </a:r>
            <a:r>
              <a:rPr lang="en-US" dirty="0" smtClean="0"/>
              <a:t> </a:t>
            </a:r>
            <a:r>
              <a:rPr lang="en-US" dirty="0" err="1" smtClean="0"/>
              <a:t>hakları</a:t>
            </a:r>
            <a:r>
              <a:rPr lang="en-US" dirty="0" smtClean="0"/>
              <a:t> </a:t>
            </a:r>
            <a:r>
              <a:rPr lang="en-US" dirty="0" err="1" smtClean="0"/>
              <a:t>saklıdır</a:t>
            </a:r>
            <a:r>
              <a:rPr lang="en-US" dirty="0" smtClean="0"/>
              <a:t>.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507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4592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7454</TotalTime>
  <Words>44210</Words>
  <Application>Microsoft Office PowerPoint</Application>
  <PresentationFormat>Widescreen</PresentationFormat>
  <Paragraphs>19339</Paragraphs>
  <Slides>507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507</vt:i4>
      </vt:variant>
    </vt:vector>
  </HeadingPairs>
  <TitlesOfParts>
    <vt:vector size="514" baseType="lpstr">
      <vt:lpstr>Arial</vt:lpstr>
      <vt:lpstr>Calibri</vt:lpstr>
      <vt:lpstr>Calibri Light</vt:lpstr>
      <vt:lpstr>Consolas</vt:lpstr>
      <vt:lpstr>Lucida Console</vt:lpstr>
      <vt:lpstr>Wingdings</vt:lpstr>
      <vt:lpstr>Office Theme</vt:lpstr>
      <vt:lpstr>Bölüm 7: Ağaç</vt:lpstr>
      <vt:lpstr>Ağaç</vt:lpstr>
      <vt:lpstr>Ağaç</vt:lpstr>
      <vt:lpstr>Ağaç</vt:lpstr>
      <vt:lpstr>Ağaç</vt:lpstr>
      <vt:lpstr>Ağaç</vt:lpstr>
      <vt:lpstr>Ağaç </vt:lpstr>
      <vt:lpstr>Ağaç mı?</vt:lpstr>
      <vt:lpstr>Ağaçların Temel Unsurları</vt:lpstr>
      <vt:lpstr>Temel Ağaç Türleri</vt:lpstr>
      <vt:lpstr>Ağaç İlişkileri</vt:lpstr>
      <vt:lpstr>Ağaç İlişkileri</vt:lpstr>
      <vt:lpstr>Kök Düğüm (Root Node)</vt:lpstr>
      <vt:lpstr>Yaprak Düğüm (Leaf Node)</vt:lpstr>
      <vt:lpstr>İç Düğüm (Internal Node)</vt:lpstr>
      <vt:lpstr>Derece (Degree)</vt:lpstr>
      <vt:lpstr>Derinlik (Depth)</vt:lpstr>
      <vt:lpstr>Yükseklik (Height)</vt:lpstr>
      <vt:lpstr>Derinlik ve Yükseklik</vt:lpstr>
      <vt:lpstr>Ağaçlarda Gezinme ve Yollar</vt:lpstr>
      <vt:lpstr>Alt Ağaç (Subtree)</vt:lpstr>
      <vt:lpstr>İkili Ağaç</vt:lpstr>
      <vt:lpstr>İkili Ağaç</vt:lpstr>
      <vt:lpstr>Dolu Ağaç (Full Tree)</vt:lpstr>
      <vt:lpstr>Tam Ağaç (Complete Tree)</vt:lpstr>
      <vt:lpstr>Ne Tam Ne Dolu Ağaç</vt:lpstr>
      <vt:lpstr>Dizi Temsili</vt:lpstr>
      <vt:lpstr>Dizi Temsili</vt:lpstr>
      <vt:lpstr>Dizi Temsili</vt:lpstr>
      <vt:lpstr>Bağlı Liste Temsili</vt:lpstr>
      <vt:lpstr>Bağlı Liste Temsili</vt:lpstr>
      <vt:lpstr>Bağlı Liste Temsili</vt:lpstr>
      <vt:lpstr>Bağlı Liste Temsili</vt:lpstr>
      <vt:lpstr>Ağaç Gezinmeleri</vt:lpstr>
      <vt:lpstr>Kök Başta - Ön Sıra Gezintisi (Preorder)</vt:lpstr>
      <vt:lpstr>Kök Ortada - İç Sıra Gezintisi (Inorder)</vt:lpstr>
      <vt:lpstr>Kök Sonda - Sonra Sıra Gezintisi (Postorder)</vt:lpstr>
      <vt:lpstr>Seviye Sıra Gezintisi (Level-order Traversal)</vt:lpstr>
      <vt:lpstr>Kök Başta (Preorder) Dolaşımı</vt:lpstr>
      <vt:lpstr>Kök Başta (Preorder) Dolaşımı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Yığın ile Kök Başta (Preorder) Dolaşımı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Kök Ortada (Inorder) Dolaşımı</vt:lpstr>
      <vt:lpstr>Kök Ortada (Inorder) Dolaşımı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Yığın ile Kök Ortada (Inorder) Dolaşımı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Kök Sonda (Postorder) Dolaşımı</vt:lpstr>
      <vt:lpstr>Kök Sonda (Postorder) Dolaşımı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Yığın ile Kök Sonda Dolaşımı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İkili Ağaçta En Büyük Değeri Bulma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Ağaç</dc:title>
  <dc:creator>sercan</dc:creator>
  <cp:lastModifiedBy>sercan</cp:lastModifiedBy>
  <cp:revision>578</cp:revision>
  <dcterms:created xsi:type="dcterms:W3CDTF">2023-01-12T09:23:55Z</dcterms:created>
  <dcterms:modified xsi:type="dcterms:W3CDTF">2023-12-24T18:24:35Z</dcterms:modified>
</cp:coreProperties>
</file>