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4"/>
  </p:notesMasterIdLst>
  <p:sldIdLst>
    <p:sldId id="256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1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15.11.2023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/>
              <a:t>Örnek Sorular</a:t>
            </a:r>
            <a:endParaRPr lang="tr-TR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Veri Yapıları</a:t>
            </a:r>
            <a:endParaRPr lang="tr-TR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1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"B"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"C"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.remove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"D"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.remove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"B"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57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2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argv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array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{6,9,8};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&lt;&gt;();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array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[0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array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[2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]);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.set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array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[1]);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.remove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(0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61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3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argv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ArrayList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&lt;&gt;();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err="1">
                <a:solidFill>
                  <a:srgbClr val="2A00FF"/>
                </a:solidFill>
                <a:latin typeface="Consolas" panose="020B0609020204030204" pitchFamily="49" charset="0"/>
              </a:rPr>
              <a:t>dog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err="1">
                <a:solidFill>
                  <a:srgbClr val="2A00FF"/>
                </a:solidFill>
                <a:latin typeface="Consolas" panose="020B0609020204030204" pitchFamily="49" charset="0"/>
              </a:rPr>
              <a:t>cat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err="1">
                <a:solidFill>
                  <a:srgbClr val="2A00FF"/>
                </a:solidFill>
                <a:latin typeface="Consolas" panose="020B0609020204030204" pitchFamily="49" charset="0"/>
              </a:rPr>
              <a:t>frog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.contains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err="1">
                <a:solidFill>
                  <a:srgbClr val="2A00FF"/>
                </a:solidFill>
                <a:latin typeface="Consolas" panose="020B0609020204030204" pitchFamily="49" charset="0"/>
              </a:rPr>
              <a:t>cat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3F7F5F"/>
                </a:solidFill>
                <a:latin typeface="Consolas" panose="020B0609020204030204" pitchFamily="49" charset="0"/>
              </a:rPr>
              <a:t>  //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System.out.println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list.hasObject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("</a:t>
            </a:r>
            <a:r>
              <a:rPr lang="tr-TR" dirty="0" err="1">
                <a:solidFill>
                  <a:srgbClr val="3F7F5F"/>
                </a:solidFill>
                <a:latin typeface="Consolas" panose="020B0609020204030204" pitchFamily="49" charset="0"/>
              </a:rPr>
              <a:t>cat</a:t>
            </a:r>
            <a:r>
              <a:rPr lang="tr-TR" dirty="0">
                <a:solidFill>
                  <a:srgbClr val="3F7F5F"/>
                </a:solidFill>
                <a:latin typeface="Consolas" panose="020B0609020204030204" pitchFamily="49" charset="0"/>
              </a:rPr>
              <a:t>"));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.indexOf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err="1">
                <a:solidFill>
                  <a:srgbClr val="2A00FF"/>
                </a:solidFill>
                <a:latin typeface="Consolas" panose="020B0609020204030204" pitchFamily="49" charset="0"/>
              </a:rPr>
              <a:t>cat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.indexOf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u="sng" dirty="0" smtClean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1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4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PriorityQueue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PriorityQueue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"7"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"4"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"2"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"3"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.remove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"1"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.remove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"2"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pq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.peek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1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5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fonksiyon(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ListIterator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.hasNext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 {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it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1 + fonksiyon(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List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"B"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.add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"C"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ListIterator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list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.listIterator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Ornek5()).fonksiyon(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it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6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Integer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&gt;();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12;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&gt; 0)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% 2);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  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/= 2;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stack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147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7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private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shrinkStretch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capacity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/ 4) {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capacity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/= 2;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items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Arrays.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copyOf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items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capacity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 </a:t>
            </a: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dirty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capacity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/ 2) {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capacity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*= 2;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items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Arrays.</a:t>
            </a:r>
            <a:r>
              <a:rPr lang="tr-TR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copyOf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items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capacity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removeItem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items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-]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shrinkStretch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addItem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(E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items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tr-TR" dirty="0" smtClean="0">
                <a:solidFill>
                  <a:srgbClr val="0000C0"/>
                </a:solidFill>
                <a:latin typeface="Consolas" panose="020B0609020204030204" pitchFamily="49" charset="0"/>
              </a:rPr>
              <a:t>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++] =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 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shrinkStretch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14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8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Stack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Queue&lt;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LinkedList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&lt;&gt;();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"a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"b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"c</a:t>
            </a:r>
            <a:r>
              <a:rPr lang="tr-T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"d"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.push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.poll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"s: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 --- q: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 smtClean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(!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.isEmpty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.offer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.pop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"s: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2A00FF"/>
                </a:solidFill>
                <a:latin typeface="Consolas" panose="020B0609020204030204" pitchFamily="49" charset="0"/>
              </a:rPr>
              <a:t>" --- q: "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tr-TR" dirty="0">
                <a:solidFill>
                  <a:srgbClr val="6A3E3E"/>
                </a:solidFill>
                <a:latin typeface="Consolas" panose="020B0609020204030204" pitchFamily="49" charset="0"/>
              </a:rPr>
              <a:t>q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tr-T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37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Soru 9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(1);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(2);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(3);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Node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(4);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6A3E3E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tr-T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tr-T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fonksiyon</a:t>
            </a:r>
            <a:r>
              <a:rPr lang="tr-T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dirty="0" err="1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tr-T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tr-TR" dirty="0" err="1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1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Soru 9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fonksiyon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(Node 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Node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curr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1;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 smtClean="0">
                <a:solidFill>
                  <a:srgbClr val="6A3E3E"/>
                </a:solidFill>
                <a:latin typeface="Consolas" panose="020B0609020204030204" pitchFamily="49" charset="0"/>
              </a:rPr>
              <a:t>curr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0;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smtClean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==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curr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1;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tr-TR" b="1" dirty="0" smtClean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tr-TR" b="1" dirty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tr-TR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 </a:t>
            </a:r>
            <a:r>
              <a:rPr lang="en-US" b="1" dirty="0" smtClean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fonksiyon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6A3E3E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6A3E3E"/>
                </a:solidFill>
                <a:latin typeface="Consolas" panose="020B0609020204030204" pitchFamily="49" charset="0"/>
              </a:rPr>
              <a:t>curr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00C0"/>
                </a:solidFill>
                <a:latin typeface="Consolas" panose="020B0609020204030204" pitchFamily="49" charset="0"/>
              </a:rPr>
              <a:t>next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8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pPr marL="0" indent="0" algn="ctr">
              <a:buNone/>
            </a:pPr>
            <a:r>
              <a:rPr lang="tr-TR" dirty="0" smtClean="0"/>
              <a:t>SON</a:t>
            </a:r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Sercan KÜLCÜ, </a:t>
            </a:r>
            <a:r>
              <a:rPr lang="en-US" dirty="0" err="1" smtClean="0"/>
              <a:t>Tüm</a:t>
            </a:r>
            <a:r>
              <a:rPr lang="en-US" dirty="0" smtClean="0"/>
              <a:t> </a:t>
            </a:r>
            <a:r>
              <a:rPr lang="en-US" dirty="0" err="1" smtClean="0"/>
              <a:t>hakları</a:t>
            </a:r>
            <a:r>
              <a:rPr lang="en-US" dirty="0" smtClean="0"/>
              <a:t> </a:t>
            </a:r>
            <a:r>
              <a:rPr lang="en-US" dirty="0" err="1" smtClean="0"/>
              <a:t>saklıdır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6350</TotalTime>
  <Words>677</Words>
  <Application>Microsoft Office PowerPoint</Application>
  <PresentationFormat>Widescreen</PresentationFormat>
  <Paragraphs>170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Wingdings</vt:lpstr>
      <vt:lpstr>Office Theme</vt:lpstr>
      <vt:lpstr>Örnek Sorular</vt:lpstr>
      <vt:lpstr>Soru 1</vt:lpstr>
      <vt:lpstr>Soru 2</vt:lpstr>
      <vt:lpstr>Soru 3</vt:lpstr>
      <vt:lpstr>Soru 4</vt:lpstr>
      <vt:lpstr>Soru 5</vt:lpstr>
      <vt:lpstr>Soru 6</vt:lpstr>
      <vt:lpstr>Soru 7</vt:lpstr>
      <vt:lpstr>Soru 8</vt:lpstr>
      <vt:lpstr>Soru 9</vt:lpstr>
      <vt:lpstr>Soru 9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Sorular</dc:title>
  <dc:creator>sercan</dc:creator>
  <cp:lastModifiedBy>sercan</cp:lastModifiedBy>
  <cp:revision>478</cp:revision>
  <dcterms:created xsi:type="dcterms:W3CDTF">2023-01-12T09:23:55Z</dcterms:created>
  <dcterms:modified xsi:type="dcterms:W3CDTF">2023-11-14T21:58:34Z</dcterms:modified>
</cp:coreProperties>
</file>