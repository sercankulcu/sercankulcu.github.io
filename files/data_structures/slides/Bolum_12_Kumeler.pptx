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35" r:id="rId1"/>
  </p:sldMasterIdLst>
  <p:notesMasterIdLst>
    <p:notesMasterId r:id="rId128"/>
  </p:notesMasterIdLst>
  <p:sldIdLst>
    <p:sldId id="256" r:id="rId2"/>
    <p:sldId id="413" r:id="rId3"/>
    <p:sldId id="426" r:id="rId4"/>
    <p:sldId id="431" r:id="rId5"/>
    <p:sldId id="432" r:id="rId6"/>
    <p:sldId id="433" r:id="rId7"/>
    <p:sldId id="434" r:id="rId8"/>
    <p:sldId id="435" r:id="rId9"/>
    <p:sldId id="436" r:id="rId10"/>
    <p:sldId id="437" r:id="rId11"/>
    <p:sldId id="438" r:id="rId12"/>
    <p:sldId id="439" r:id="rId13"/>
    <p:sldId id="440" r:id="rId14"/>
    <p:sldId id="441" r:id="rId15"/>
    <p:sldId id="442" r:id="rId16"/>
    <p:sldId id="443" r:id="rId17"/>
    <p:sldId id="444" r:id="rId18"/>
    <p:sldId id="445" r:id="rId19"/>
    <p:sldId id="446" r:id="rId20"/>
    <p:sldId id="447" r:id="rId21"/>
    <p:sldId id="448" r:id="rId22"/>
    <p:sldId id="449" r:id="rId23"/>
    <p:sldId id="450" r:id="rId24"/>
    <p:sldId id="451" r:id="rId25"/>
    <p:sldId id="452" r:id="rId26"/>
    <p:sldId id="430" r:id="rId27"/>
    <p:sldId id="508" r:id="rId28"/>
    <p:sldId id="453" r:id="rId29"/>
    <p:sldId id="454" r:id="rId30"/>
    <p:sldId id="455" r:id="rId31"/>
    <p:sldId id="456" r:id="rId32"/>
    <p:sldId id="457" r:id="rId33"/>
    <p:sldId id="458" r:id="rId34"/>
    <p:sldId id="459" r:id="rId35"/>
    <p:sldId id="460" r:id="rId36"/>
    <p:sldId id="461" r:id="rId37"/>
    <p:sldId id="462" r:id="rId38"/>
    <p:sldId id="463" r:id="rId39"/>
    <p:sldId id="464" r:id="rId40"/>
    <p:sldId id="465" r:id="rId41"/>
    <p:sldId id="466" r:id="rId42"/>
    <p:sldId id="467" r:id="rId43"/>
    <p:sldId id="468" r:id="rId44"/>
    <p:sldId id="469" r:id="rId45"/>
    <p:sldId id="470" r:id="rId46"/>
    <p:sldId id="471" r:id="rId47"/>
    <p:sldId id="472" r:id="rId48"/>
    <p:sldId id="473" r:id="rId49"/>
    <p:sldId id="474" r:id="rId50"/>
    <p:sldId id="475" r:id="rId51"/>
    <p:sldId id="476" r:id="rId52"/>
    <p:sldId id="477" r:id="rId53"/>
    <p:sldId id="478" r:id="rId54"/>
    <p:sldId id="479" r:id="rId55"/>
    <p:sldId id="480" r:id="rId56"/>
    <p:sldId id="481" r:id="rId57"/>
    <p:sldId id="482" r:id="rId58"/>
    <p:sldId id="513" r:id="rId59"/>
    <p:sldId id="514" r:id="rId60"/>
    <p:sldId id="515" r:id="rId61"/>
    <p:sldId id="516" r:id="rId62"/>
    <p:sldId id="517" r:id="rId63"/>
    <p:sldId id="518" r:id="rId64"/>
    <p:sldId id="519" r:id="rId65"/>
    <p:sldId id="520" r:id="rId66"/>
    <p:sldId id="521" r:id="rId67"/>
    <p:sldId id="522" r:id="rId68"/>
    <p:sldId id="523" r:id="rId69"/>
    <p:sldId id="524" r:id="rId70"/>
    <p:sldId id="525" r:id="rId71"/>
    <p:sldId id="526" r:id="rId72"/>
    <p:sldId id="527" r:id="rId73"/>
    <p:sldId id="483" r:id="rId74"/>
    <p:sldId id="414" r:id="rId75"/>
    <p:sldId id="415" r:id="rId76"/>
    <p:sldId id="416" r:id="rId77"/>
    <p:sldId id="417" r:id="rId78"/>
    <p:sldId id="422" r:id="rId79"/>
    <p:sldId id="423" r:id="rId80"/>
    <p:sldId id="484" r:id="rId81"/>
    <p:sldId id="485" r:id="rId82"/>
    <p:sldId id="486" r:id="rId83"/>
    <p:sldId id="487" r:id="rId84"/>
    <p:sldId id="488" r:id="rId85"/>
    <p:sldId id="490" r:id="rId86"/>
    <p:sldId id="489" r:id="rId87"/>
    <p:sldId id="491" r:id="rId88"/>
    <p:sldId id="492" r:id="rId89"/>
    <p:sldId id="493" r:id="rId90"/>
    <p:sldId id="494" r:id="rId91"/>
    <p:sldId id="495" r:id="rId92"/>
    <p:sldId id="496" r:id="rId93"/>
    <p:sldId id="497" r:id="rId94"/>
    <p:sldId id="498" r:id="rId95"/>
    <p:sldId id="500" r:id="rId96"/>
    <p:sldId id="501" r:id="rId97"/>
    <p:sldId id="507" r:id="rId98"/>
    <p:sldId id="502" r:id="rId99"/>
    <p:sldId id="503" r:id="rId100"/>
    <p:sldId id="504" r:id="rId101"/>
    <p:sldId id="505" r:id="rId102"/>
    <p:sldId id="506" r:id="rId103"/>
    <p:sldId id="499" r:id="rId104"/>
    <p:sldId id="510" r:id="rId105"/>
    <p:sldId id="512" r:id="rId106"/>
    <p:sldId id="529" r:id="rId107"/>
    <p:sldId id="530" r:id="rId108"/>
    <p:sldId id="531" r:id="rId109"/>
    <p:sldId id="532" r:id="rId110"/>
    <p:sldId id="533" r:id="rId111"/>
    <p:sldId id="534" r:id="rId112"/>
    <p:sldId id="535" r:id="rId113"/>
    <p:sldId id="536" r:id="rId114"/>
    <p:sldId id="537" r:id="rId115"/>
    <p:sldId id="538" r:id="rId116"/>
    <p:sldId id="539" r:id="rId117"/>
    <p:sldId id="540" r:id="rId118"/>
    <p:sldId id="541" r:id="rId119"/>
    <p:sldId id="511" r:id="rId120"/>
    <p:sldId id="542" r:id="rId121"/>
    <p:sldId id="543" r:id="rId122"/>
    <p:sldId id="544" r:id="rId123"/>
    <p:sldId id="509" r:id="rId124"/>
    <p:sldId id="545" r:id="rId125"/>
    <p:sldId id="546" r:id="rId126"/>
    <p:sldId id="312" r:id="rId1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4660"/>
  </p:normalViewPr>
  <p:slideViewPr>
    <p:cSldViewPr snapToGrid="0">
      <p:cViewPr>
        <p:scale>
          <a:sx n="70" d="100"/>
          <a:sy n="70" d="100"/>
        </p:scale>
        <p:origin x="102"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05BE1F-7669-4022-8D50-8115A32E15FC}" type="datetimeFigureOut">
              <a:rPr lang="tr-TR" smtClean="0"/>
              <a:t>27.12.2023</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AC0638-78AE-41D6-9F5A-0F3CEA1F9952}" type="slidenum">
              <a:rPr lang="tr-TR" smtClean="0"/>
              <a:t>‹#›</a:t>
            </a:fld>
            <a:endParaRPr lang="tr-TR"/>
          </a:p>
        </p:txBody>
      </p:sp>
    </p:spTree>
    <p:extLst>
      <p:ext uri="{BB962C8B-B14F-4D97-AF65-F5344CB8AC3E}">
        <p14:creationId xmlns:p14="http://schemas.microsoft.com/office/powerpoint/2010/main" val="1388141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09AC0638-78AE-41D6-9F5A-0F3CEA1F9952}" type="slidenum">
              <a:rPr lang="tr-TR" smtClean="0"/>
              <a:t>1</a:t>
            </a:fld>
            <a:endParaRPr lang="tr-TR"/>
          </a:p>
        </p:txBody>
      </p:sp>
    </p:spTree>
    <p:extLst>
      <p:ext uri="{BB962C8B-B14F-4D97-AF65-F5344CB8AC3E}">
        <p14:creationId xmlns:p14="http://schemas.microsoft.com/office/powerpoint/2010/main" val="4272486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prstGeom prst="rect">
            <a:avLst/>
          </a:prstGeom>
        </p:spPr>
        <p:txBody>
          <a:bodyPr/>
          <a:lstStyle/>
          <a:p>
            <a:endParaRPr/>
          </a:p>
        </p:txBody>
      </p:sp>
      <p:sp>
        <p:nvSpPr>
          <p:cNvPr id="149" name="Shape 149"/>
          <p:cNvSpPr>
            <a:spLocks noGrp="1"/>
          </p:cNvSpPr>
          <p:nvPr>
            <p:ph type="body" sz="quarter" idx="1"/>
          </p:nvPr>
        </p:nvSpPr>
        <p:spPr>
          <a:prstGeom prst="rect">
            <a:avLst/>
          </a:prstGeom>
        </p:spPr>
        <p:txBody>
          <a:bodyPr/>
          <a:lstStyle/>
          <a:p>
            <a:r>
              <a:t>Suppose we have a bunch of magnets, those would be the grey rectangles you see on the screen. Now further suppose the magnets have a very high attraction to each other, meaning they want to merge together into some configuration.</a:t>
            </a:r>
          </a:p>
          <a:p>
            <a:endParaRPr/>
          </a:p>
          <a:p>
            <a:r>
              <a:t>Once two magnets touch each other they are bound to each other and the attraction force is too strong to separate them. If we wanted to keep track of which magnet belongs to which magnet group as the merging is happening we could use a union find. However first we have to label the magnets to identify them.</a:t>
            </a:r>
          </a:p>
        </p:txBody>
      </p:sp>
    </p:spTree>
    <p:extLst>
      <p:ext uri="{BB962C8B-B14F-4D97-AF65-F5344CB8AC3E}">
        <p14:creationId xmlns:p14="http://schemas.microsoft.com/office/powerpoint/2010/main" val="1487040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Shape 167"/>
          <p:cNvSpPr>
            <a:spLocks noGrp="1" noRot="1" noChangeAspect="1"/>
          </p:cNvSpPr>
          <p:nvPr>
            <p:ph type="sldImg"/>
          </p:nvPr>
        </p:nvSpPr>
        <p:spPr>
          <a:prstGeom prst="rect">
            <a:avLst/>
          </a:prstGeom>
        </p:spPr>
        <p:txBody>
          <a:bodyPr/>
          <a:lstStyle/>
          <a:p>
            <a:endParaRPr/>
          </a:p>
        </p:txBody>
      </p:sp>
      <p:sp>
        <p:nvSpPr>
          <p:cNvPr id="168" name="Shape 168"/>
          <p:cNvSpPr>
            <a:spLocks noGrp="1"/>
          </p:cNvSpPr>
          <p:nvPr>
            <p:ph type="body" sz="quarter" idx="1"/>
          </p:nvPr>
        </p:nvSpPr>
        <p:spPr>
          <a:prstGeom prst="rect">
            <a:avLst/>
          </a:prstGeom>
        </p:spPr>
        <p:txBody>
          <a:bodyPr/>
          <a:lstStyle/>
          <a:p>
            <a:r>
              <a:t>So now if we start combining magnets I would say magnets 6 &amp; 8 have the highest attraction since they’re the closest to one another</a:t>
            </a:r>
          </a:p>
        </p:txBody>
      </p:sp>
    </p:spTree>
    <p:extLst>
      <p:ext uri="{BB962C8B-B14F-4D97-AF65-F5344CB8AC3E}">
        <p14:creationId xmlns:p14="http://schemas.microsoft.com/office/powerpoint/2010/main" val="3775002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Shape 226"/>
          <p:cNvSpPr>
            <a:spLocks noGrp="1" noRot="1" noChangeAspect="1"/>
          </p:cNvSpPr>
          <p:nvPr>
            <p:ph type="sldImg"/>
          </p:nvPr>
        </p:nvSpPr>
        <p:spPr>
          <a:prstGeom prst="rect">
            <a:avLst/>
          </a:prstGeom>
        </p:spPr>
        <p:txBody>
          <a:bodyPr/>
          <a:lstStyle/>
          <a:p>
            <a:endParaRPr/>
          </a:p>
        </p:txBody>
      </p:sp>
      <p:sp>
        <p:nvSpPr>
          <p:cNvPr id="227" name="Shape 227"/>
          <p:cNvSpPr>
            <a:spLocks noGrp="1"/>
          </p:cNvSpPr>
          <p:nvPr>
            <p:ph type="body" sz="quarter" idx="1"/>
          </p:nvPr>
        </p:nvSpPr>
        <p:spPr>
          <a:prstGeom prst="rect">
            <a:avLst/>
          </a:prstGeom>
        </p:spPr>
        <p:txBody>
          <a:bodyPr/>
          <a:lstStyle/>
          <a:p>
            <a:r>
              <a:t>Now perhaps magnets 3 and 4 are highly attracted to each other</a:t>
            </a:r>
          </a:p>
        </p:txBody>
      </p:sp>
    </p:spTree>
    <p:extLst>
      <p:ext uri="{BB962C8B-B14F-4D97-AF65-F5344CB8AC3E}">
        <p14:creationId xmlns:p14="http://schemas.microsoft.com/office/powerpoint/2010/main" val="1904638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 name="Shape 734"/>
          <p:cNvSpPr>
            <a:spLocks noGrp="1" noRot="1" noChangeAspect="1"/>
          </p:cNvSpPr>
          <p:nvPr>
            <p:ph type="sldImg"/>
          </p:nvPr>
        </p:nvSpPr>
        <p:spPr>
          <a:prstGeom prst="rect">
            <a:avLst/>
          </a:prstGeom>
        </p:spPr>
        <p:txBody>
          <a:bodyPr/>
          <a:lstStyle/>
          <a:p>
            <a:endParaRPr/>
          </a:p>
        </p:txBody>
      </p:sp>
      <p:sp>
        <p:nvSpPr>
          <p:cNvPr id="735" name="Shape 735"/>
          <p:cNvSpPr>
            <a:spLocks noGrp="1"/>
          </p:cNvSpPr>
          <p:nvPr>
            <p:ph type="body" sz="quarter" idx="1"/>
          </p:nvPr>
        </p:nvSpPr>
        <p:spPr>
          <a:prstGeom prst="rect">
            <a:avLst/>
          </a:prstGeom>
        </p:spPr>
        <p:txBody>
          <a:bodyPr/>
          <a:lstStyle/>
          <a:p>
            <a:r>
              <a:t>Ok so first we sort all the edges by edge weight, this can be seen on the left. Next we start processing the edges one at a time starting from the smallest edge.</a:t>
            </a:r>
          </a:p>
        </p:txBody>
      </p:sp>
    </p:spTree>
    <p:extLst>
      <p:ext uri="{BB962C8B-B14F-4D97-AF65-F5344CB8AC3E}">
        <p14:creationId xmlns:p14="http://schemas.microsoft.com/office/powerpoint/2010/main" val="2843684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5" name="Shape 2015"/>
          <p:cNvSpPr>
            <a:spLocks noGrp="1" noRot="1" noChangeAspect="1"/>
          </p:cNvSpPr>
          <p:nvPr>
            <p:ph type="sldImg"/>
          </p:nvPr>
        </p:nvSpPr>
        <p:spPr>
          <a:prstGeom prst="rect">
            <a:avLst/>
          </a:prstGeom>
        </p:spPr>
        <p:txBody>
          <a:bodyPr/>
          <a:lstStyle/>
          <a:p>
            <a:endParaRPr/>
          </a:p>
        </p:txBody>
      </p:sp>
      <p:sp>
        <p:nvSpPr>
          <p:cNvPr id="2016" name="Shape 2016"/>
          <p:cNvSpPr>
            <a:spLocks noGrp="1"/>
          </p:cNvSpPr>
          <p:nvPr>
            <p:ph type="body" sz="quarter" idx="1"/>
          </p:nvPr>
        </p:nvSpPr>
        <p:spPr>
          <a:prstGeom prst="rect">
            <a:avLst/>
          </a:prstGeom>
        </p:spPr>
        <p:txBody>
          <a:bodyPr/>
          <a:lstStyle/>
          <a:p>
            <a:r>
              <a:t>…</a:t>
            </a:r>
          </a:p>
          <a:p>
            <a:r>
              <a:t>Store these mappings in some sort of mapping object such as a hash table</a:t>
            </a:r>
          </a:p>
        </p:txBody>
      </p:sp>
    </p:spTree>
    <p:extLst>
      <p:ext uri="{BB962C8B-B14F-4D97-AF65-F5344CB8AC3E}">
        <p14:creationId xmlns:p14="http://schemas.microsoft.com/office/powerpoint/2010/main" val="1555599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3" name="Shape 2023"/>
          <p:cNvSpPr>
            <a:spLocks noGrp="1" noRot="1" noChangeAspect="1"/>
          </p:cNvSpPr>
          <p:nvPr>
            <p:ph type="sldImg"/>
          </p:nvPr>
        </p:nvSpPr>
        <p:spPr>
          <a:prstGeom prst="rect">
            <a:avLst/>
          </a:prstGeom>
        </p:spPr>
        <p:txBody>
          <a:bodyPr/>
          <a:lstStyle/>
          <a:p>
            <a:endParaRPr/>
          </a:p>
        </p:txBody>
      </p:sp>
      <p:sp>
        <p:nvSpPr>
          <p:cNvPr id="2024" name="Shape 2024"/>
          <p:cNvSpPr>
            <a:spLocks noGrp="1"/>
          </p:cNvSpPr>
          <p:nvPr>
            <p:ph type="body" sz="quarter" idx="1"/>
          </p:nvPr>
        </p:nvSpPr>
        <p:spPr>
          <a:prstGeom prst="rect">
            <a:avLst/>
          </a:prstGeom>
        </p:spPr>
        <p:txBody>
          <a:bodyPr/>
          <a:lstStyle/>
          <a:p>
            <a:r>
              <a:t>Read Slide.</a:t>
            </a:r>
          </a:p>
        </p:txBody>
      </p:sp>
    </p:spTree>
    <p:extLst>
      <p:ext uri="{BB962C8B-B14F-4D97-AF65-F5344CB8AC3E}">
        <p14:creationId xmlns:p14="http://schemas.microsoft.com/office/powerpoint/2010/main" val="793548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3" name="Shape 2023"/>
          <p:cNvSpPr>
            <a:spLocks noGrp="1" noRot="1" noChangeAspect="1"/>
          </p:cNvSpPr>
          <p:nvPr>
            <p:ph type="sldImg"/>
          </p:nvPr>
        </p:nvSpPr>
        <p:spPr>
          <a:prstGeom prst="rect">
            <a:avLst/>
          </a:prstGeom>
        </p:spPr>
        <p:txBody>
          <a:bodyPr/>
          <a:lstStyle/>
          <a:p>
            <a:endParaRPr/>
          </a:p>
        </p:txBody>
      </p:sp>
      <p:sp>
        <p:nvSpPr>
          <p:cNvPr id="2024" name="Shape 2024"/>
          <p:cNvSpPr>
            <a:spLocks noGrp="1"/>
          </p:cNvSpPr>
          <p:nvPr>
            <p:ph type="body" sz="quarter" idx="1"/>
          </p:nvPr>
        </p:nvSpPr>
        <p:spPr>
          <a:prstGeom prst="rect">
            <a:avLst/>
          </a:prstGeom>
        </p:spPr>
        <p:txBody>
          <a:bodyPr/>
          <a:lstStyle/>
          <a:p>
            <a:r>
              <a:t>Read Slide.</a:t>
            </a:r>
          </a:p>
        </p:txBody>
      </p:sp>
    </p:spTree>
    <p:extLst>
      <p:ext uri="{BB962C8B-B14F-4D97-AF65-F5344CB8AC3E}">
        <p14:creationId xmlns:p14="http://schemas.microsoft.com/office/powerpoint/2010/main" val="89642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3" name="Shape 2023"/>
          <p:cNvSpPr>
            <a:spLocks noGrp="1" noRot="1" noChangeAspect="1"/>
          </p:cNvSpPr>
          <p:nvPr>
            <p:ph type="sldImg"/>
          </p:nvPr>
        </p:nvSpPr>
        <p:spPr>
          <a:prstGeom prst="rect">
            <a:avLst/>
          </a:prstGeom>
        </p:spPr>
        <p:txBody>
          <a:bodyPr/>
          <a:lstStyle/>
          <a:p>
            <a:endParaRPr/>
          </a:p>
        </p:txBody>
      </p:sp>
      <p:sp>
        <p:nvSpPr>
          <p:cNvPr id="2024" name="Shape 2024"/>
          <p:cNvSpPr>
            <a:spLocks noGrp="1"/>
          </p:cNvSpPr>
          <p:nvPr>
            <p:ph type="body" sz="quarter" idx="1"/>
          </p:nvPr>
        </p:nvSpPr>
        <p:spPr>
          <a:prstGeom prst="rect">
            <a:avLst/>
          </a:prstGeom>
        </p:spPr>
        <p:txBody>
          <a:bodyPr/>
          <a:lstStyle/>
          <a:p>
            <a:r>
              <a:t>Read Slide.</a:t>
            </a:r>
          </a:p>
        </p:txBody>
      </p:sp>
    </p:spTree>
    <p:extLst>
      <p:ext uri="{BB962C8B-B14F-4D97-AF65-F5344CB8AC3E}">
        <p14:creationId xmlns:p14="http://schemas.microsoft.com/office/powerpoint/2010/main" val="855953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3" name="Shape 2023"/>
          <p:cNvSpPr>
            <a:spLocks noGrp="1" noRot="1" noChangeAspect="1"/>
          </p:cNvSpPr>
          <p:nvPr>
            <p:ph type="sldImg"/>
          </p:nvPr>
        </p:nvSpPr>
        <p:spPr>
          <a:prstGeom prst="rect">
            <a:avLst/>
          </a:prstGeom>
        </p:spPr>
        <p:txBody>
          <a:bodyPr/>
          <a:lstStyle/>
          <a:p>
            <a:endParaRPr/>
          </a:p>
        </p:txBody>
      </p:sp>
      <p:sp>
        <p:nvSpPr>
          <p:cNvPr id="2024" name="Shape 2024"/>
          <p:cNvSpPr>
            <a:spLocks noGrp="1"/>
          </p:cNvSpPr>
          <p:nvPr>
            <p:ph type="body" sz="quarter" idx="1"/>
          </p:nvPr>
        </p:nvSpPr>
        <p:spPr>
          <a:prstGeom prst="rect">
            <a:avLst/>
          </a:prstGeom>
        </p:spPr>
        <p:txBody>
          <a:bodyPr/>
          <a:lstStyle/>
          <a:p>
            <a:r>
              <a:t>Read Slide.</a:t>
            </a:r>
          </a:p>
        </p:txBody>
      </p:sp>
    </p:spTree>
    <p:extLst>
      <p:ext uri="{BB962C8B-B14F-4D97-AF65-F5344CB8AC3E}">
        <p14:creationId xmlns:p14="http://schemas.microsoft.com/office/powerpoint/2010/main" val="2214619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3" name="Shape 2023"/>
          <p:cNvSpPr>
            <a:spLocks noGrp="1" noRot="1" noChangeAspect="1"/>
          </p:cNvSpPr>
          <p:nvPr>
            <p:ph type="sldImg"/>
          </p:nvPr>
        </p:nvSpPr>
        <p:spPr>
          <a:prstGeom prst="rect">
            <a:avLst/>
          </a:prstGeom>
        </p:spPr>
        <p:txBody>
          <a:bodyPr/>
          <a:lstStyle/>
          <a:p>
            <a:endParaRPr/>
          </a:p>
        </p:txBody>
      </p:sp>
      <p:sp>
        <p:nvSpPr>
          <p:cNvPr id="2024" name="Shape 2024"/>
          <p:cNvSpPr>
            <a:spLocks noGrp="1"/>
          </p:cNvSpPr>
          <p:nvPr>
            <p:ph type="body" sz="quarter" idx="1"/>
          </p:nvPr>
        </p:nvSpPr>
        <p:spPr>
          <a:prstGeom prst="rect">
            <a:avLst/>
          </a:prstGeom>
        </p:spPr>
        <p:txBody>
          <a:bodyPr/>
          <a:lstStyle/>
          <a:p>
            <a:r>
              <a:t>Read Slide.</a:t>
            </a:r>
          </a:p>
        </p:txBody>
      </p:sp>
    </p:spTree>
    <p:extLst>
      <p:ext uri="{BB962C8B-B14F-4D97-AF65-F5344CB8AC3E}">
        <p14:creationId xmlns:p14="http://schemas.microsoft.com/office/powerpoint/2010/main" val="2227291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3" name="Shape 2023"/>
          <p:cNvSpPr>
            <a:spLocks noGrp="1" noRot="1" noChangeAspect="1"/>
          </p:cNvSpPr>
          <p:nvPr>
            <p:ph type="sldImg"/>
          </p:nvPr>
        </p:nvSpPr>
        <p:spPr>
          <a:prstGeom prst="rect">
            <a:avLst/>
          </a:prstGeom>
        </p:spPr>
        <p:txBody>
          <a:bodyPr/>
          <a:lstStyle/>
          <a:p>
            <a:endParaRPr/>
          </a:p>
        </p:txBody>
      </p:sp>
      <p:sp>
        <p:nvSpPr>
          <p:cNvPr id="2024" name="Shape 2024"/>
          <p:cNvSpPr>
            <a:spLocks noGrp="1"/>
          </p:cNvSpPr>
          <p:nvPr>
            <p:ph type="body" sz="quarter" idx="1"/>
          </p:nvPr>
        </p:nvSpPr>
        <p:spPr>
          <a:prstGeom prst="rect">
            <a:avLst/>
          </a:prstGeom>
        </p:spPr>
        <p:txBody>
          <a:bodyPr/>
          <a:lstStyle/>
          <a:p>
            <a:r>
              <a:t>Read Slide.</a:t>
            </a:r>
          </a:p>
        </p:txBody>
      </p:sp>
    </p:spTree>
    <p:extLst>
      <p:ext uri="{BB962C8B-B14F-4D97-AF65-F5344CB8AC3E}">
        <p14:creationId xmlns:p14="http://schemas.microsoft.com/office/powerpoint/2010/main" val="3416060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3" name="Shape 2023"/>
          <p:cNvSpPr>
            <a:spLocks noGrp="1" noRot="1" noChangeAspect="1"/>
          </p:cNvSpPr>
          <p:nvPr>
            <p:ph type="sldImg"/>
          </p:nvPr>
        </p:nvSpPr>
        <p:spPr>
          <a:prstGeom prst="rect">
            <a:avLst/>
          </a:prstGeom>
        </p:spPr>
        <p:txBody>
          <a:bodyPr/>
          <a:lstStyle/>
          <a:p>
            <a:endParaRPr/>
          </a:p>
        </p:txBody>
      </p:sp>
      <p:sp>
        <p:nvSpPr>
          <p:cNvPr id="2024" name="Shape 2024"/>
          <p:cNvSpPr>
            <a:spLocks noGrp="1"/>
          </p:cNvSpPr>
          <p:nvPr>
            <p:ph type="body" sz="quarter" idx="1"/>
          </p:nvPr>
        </p:nvSpPr>
        <p:spPr>
          <a:prstGeom prst="rect">
            <a:avLst/>
          </a:prstGeom>
        </p:spPr>
        <p:txBody>
          <a:bodyPr/>
          <a:lstStyle/>
          <a:p>
            <a:r>
              <a:t>Read Slide.</a:t>
            </a:r>
          </a:p>
        </p:txBody>
      </p:sp>
    </p:spTree>
    <p:extLst>
      <p:ext uri="{BB962C8B-B14F-4D97-AF65-F5344CB8AC3E}">
        <p14:creationId xmlns:p14="http://schemas.microsoft.com/office/powerpoint/2010/main" val="2285267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3" name="Shape 2023"/>
          <p:cNvSpPr>
            <a:spLocks noGrp="1" noRot="1" noChangeAspect="1"/>
          </p:cNvSpPr>
          <p:nvPr>
            <p:ph type="sldImg"/>
          </p:nvPr>
        </p:nvSpPr>
        <p:spPr>
          <a:prstGeom prst="rect">
            <a:avLst/>
          </a:prstGeom>
        </p:spPr>
        <p:txBody>
          <a:bodyPr/>
          <a:lstStyle/>
          <a:p>
            <a:endParaRPr/>
          </a:p>
        </p:txBody>
      </p:sp>
      <p:sp>
        <p:nvSpPr>
          <p:cNvPr id="2024" name="Shape 2024"/>
          <p:cNvSpPr>
            <a:spLocks noGrp="1"/>
          </p:cNvSpPr>
          <p:nvPr>
            <p:ph type="body" sz="quarter" idx="1"/>
          </p:nvPr>
        </p:nvSpPr>
        <p:spPr>
          <a:prstGeom prst="rect">
            <a:avLst/>
          </a:prstGeom>
        </p:spPr>
        <p:txBody>
          <a:bodyPr/>
          <a:lstStyle/>
          <a:p>
            <a:r>
              <a:t>Read Slide.</a:t>
            </a:r>
          </a:p>
        </p:txBody>
      </p:sp>
    </p:spTree>
    <p:extLst>
      <p:ext uri="{BB962C8B-B14F-4D97-AF65-F5344CB8AC3E}">
        <p14:creationId xmlns:p14="http://schemas.microsoft.com/office/powerpoint/2010/main" val="690492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3" name="Shape 2023"/>
          <p:cNvSpPr>
            <a:spLocks noGrp="1" noRot="1" noChangeAspect="1"/>
          </p:cNvSpPr>
          <p:nvPr>
            <p:ph type="sldImg"/>
          </p:nvPr>
        </p:nvSpPr>
        <p:spPr>
          <a:prstGeom prst="rect">
            <a:avLst/>
          </a:prstGeom>
        </p:spPr>
        <p:txBody>
          <a:bodyPr/>
          <a:lstStyle/>
          <a:p>
            <a:endParaRPr/>
          </a:p>
        </p:txBody>
      </p:sp>
      <p:sp>
        <p:nvSpPr>
          <p:cNvPr id="2024" name="Shape 2024"/>
          <p:cNvSpPr>
            <a:spLocks noGrp="1"/>
          </p:cNvSpPr>
          <p:nvPr>
            <p:ph type="body" sz="quarter" idx="1"/>
          </p:nvPr>
        </p:nvSpPr>
        <p:spPr>
          <a:prstGeom prst="rect">
            <a:avLst/>
          </a:prstGeom>
        </p:spPr>
        <p:txBody>
          <a:bodyPr/>
          <a:lstStyle/>
          <a:p>
            <a:r>
              <a:t>Read Slide.</a:t>
            </a:r>
          </a:p>
        </p:txBody>
      </p:sp>
    </p:spTree>
    <p:extLst>
      <p:ext uri="{BB962C8B-B14F-4D97-AF65-F5344CB8AC3E}">
        <p14:creationId xmlns:p14="http://schemas.microsoft.com/office/powerpoint/2010/main" val="8608489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3" name="Shape 2023"/>
          <p:cNvSpPr>
            <a:spLocks noGrp="1" noRot="1" noChangeAspect="1"/>
          </p:cNvSpPr>
          <p:nvPr>
            <p:ph type="sldImg"/>
          </p:nvPr>
        </p:nvSpPr>
        <p:spPr>
          <a:prstGeom prst="rect">
            <a:avLst/>
          </a:prstGeom>
        </p:spPr>
        <p:txBody>
          <a:bodyPr/>
          <a:lstStyle/>
          <a:p>
            <a:endParaRPr/>
          </a:p>
        </p:txBody>
      </p:sp>
      <p:sp>
        <p:nvSpPr>
          <p:cNvPr id="2024" name="Shape 2024"/>
          <p:cNvSpPr>
            <a:spLocks noGrp="1"/>
          </p:cNvSpPr>
          <p:nvPr>
            <p:ph type="body" sz="quarter" idx="1"/>
          </p:nvPr>
        </p:nvSpPr>
        <p:spPr>
          <a:prstGeom prst="rect">
            <a:avLst/>
          </a:prstGeom>
        </p:spPr>
        <p:txBody>
          <a:bodyPr/>
          <a:lstStyle/>
          <a:p>
            <a:r>
              <a:t>Read Slide.</a:t>
            </a:r>
          </a:p>
        </p:txBody>
      </p:sp>
    </p:spTree>
    <p:extLst>
      <p:ext uri="{BB962C8B-B14F-4D97-AF65-F5344CB8AC3E}">
        <p14:creationId xmlns:p14="http://schemas.microsoft.com/office/powerpoint/2010/main" val="22492818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3" name="Shape 2023"/>
          <p:cNvSpPr>
            <a:spLocks noGrp="1" noRot="1" noChangeAspect="1"/>
          </p:cNvSpPr>
          <p:nvPr>
            <p:ph type="sldImg"/>
          </p:nvPr>
        </p:nvSpPr>
        <p:spPr>
          <a:prstGeom prst="rect">
            <a:avLst/>
          </a:prstGeom>
        </p:spPr>
        <p:txBody>
          <a:bodyPr/>
          <a:lstStyle/>
          <a:p>
            <a:endParaRPr/>
          </a:p>
        </p:txBody>
      </p:sp>
      <p:sp>
        <p:nvSpPr>
          <p:cNvPr id="2024" name="Shape 2024"/>
          <p:cNvSpPr>
            <a:spLocks noGrp="1"/>
          </p:cNvSpPr>
          <p:nvPr>
            <p:ph type="body" sz="quarter" idx="1"/>
          </p:nvPr>
        </p:nvSpPr>
        <p:spPr>
          <a:prstGeom prst="rect">
            <a:avLst/>
          </a:prstGeom>
        </p:spPr>
        <p:txBody>
          <a:bodyPr/>
          <a:lstStyle/>
          <a:p>
            <a:r>
              <a:t>Read Slide.</a:t>
            </a:r>
          </a:p>
        </p:txBody>
      </p:sp>
    </p:spTree>
    <p:extLst>
      <p:ext uri="{BB962C8B-B14F-4D97-AF65-F5344CB8AC3E}">
        <p14:creationId xmlns:p14="http://schemas.microsoft.com/office/powerpoint/2010/main" val="16117829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lang="en-US" sz="4000" b="1" i="0" kern="1200" baseline="0" dirty="0">
                <a:solidFill>
                  <a:srgbClr val="8C0000"/>
                </a:solidFill>
                <a:latin typeface="Arial" panose="020B0604020202020204" pitchFamily="34" charset="0"/>
                <a:ea typeface="+mj-ea"/>
                <a:cs typeface="+mj-cs"/>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lang="en-US" sz="2400" kern="1200" baseline="0" dirty="0">
                <a:solidFill>
                  <a:srgbClr val="002046"/>
                </a:solidFill>
                <a:latin typeface="Arial" panose="020B0604020202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407963" cy="6858000"/>
          </a:xfrm>
          <a:prstGeom prst="rect">
            <a:avLst/>
          </a:prstGeom>
        </p:spPr>
      </p:pic>
    </p:spTree>
    <p:extLst>
      <p:ext uri="{BB962C8B-B14F-4D97-AF65-F5344CB8AC3E}">
        <p14:creationId xmlns:p14="http://schemas.microsoft.com/office/powerpoint/2010/main" val="758446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lang="en-US" sz="3200" b="1" i="0" kern="1200" baseline="0" dirty="0">
                <a:solidFill>
                  <a:srgbClr val="8C0000"/>
                </a:solidFill>
                <a:latin typeface="Arial" panose="020B0604020202020204" pitchFamily="34" charset="0"/>
                <a:ea typeface="+mj-ea"/>
                <a:cs typeface="+mj-cs"/>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marL="228600" indent="-228600" algn="just">
              <a:buFont typeface="Wingdings" panose="05000000000000000000" pitchFamily="2" charset="2"/>
              <a:buChar char="§"/>
              <a:defRPr sz="2400" baseline="0">
                <a:solidFill>
                  <a:srgbClr val="002060"/>
                </a:solidFill>
                <a:latin typeface="Arial" panose="020B0604020202020204" pitchFamily="34" charset="0"/>
              </a:defRPr>
            </a:lvl1pPr>
            <a:lvl2pPr marL="685800" indent="-228600" algn="just">
              <a:buFont typeface="Wingdings" panose="05000000000000000000" pitchFamily="2" charset="2"/>
              <a:buChar char="§"/>
              <a:defRPr sz="2400" baseline="0">
                <a:solidFill>
                  <a:srgbClr val="002060"/>
                </a:solidFill>
                <a:latin typeface="Arial" panose="020B0604020202020204" pitchFamily="34" charset="0"/>
              </a:defRPr>
            </a:lvl2pPr>
            <a:lvl3pPr marL="1143000" indent="-228600">
              <a:buFont typeface="Wingdings" panose="05000000000000000000" pitchFamily="2" charset="2"/>
              <a:buChar char="§"/>
              <a:defRPr sz="2400" baseline="0">
                <a:solidFill>
                  <a:srgbClr val="002060"/>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sz="2000" baseline="0">
                <a:solidFill>
                  <a:srgbClr val="002060"/>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baseline="0">
                <a:solidFill>
                  <a:srgbClr val="002060"/>
                </a:solidFill>
                <a:latin typeface="Arial" panose="020B0604020202020204" pitchFamily="34" charset="0"/>
                <a:cs typeface="Arial" panose="020B0604020202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r>
              <a:rPr lang="tr-TR" dirty="0" smtClean="0"/>
              <a:t> </a:t>
            </a:r>
            <a:endParaRPr lang="en-US"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a:xfrm>
            <a:off x="2356834" y="6356350"/>
            <a:ext cx="6928834" cy="365125"/>
          </a:xfrm>
        </p:spPr>
        <p:txBody>
          <a:body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6" name="Slide Number Placeholder 5"/>
          <p:cNvSpPr>
            <a:spLocks noGrp="1"/>
          </p:cNvSpPr>
          <p:nvPr>
            <p:ph type="sldNum" sz="quarter" idx="12"/>
          </p:nvPr>
        </p:nvSpPr>
        <p:spPr/>
        <p:txBody>
          <a:bodyPr/>
          <a:lstStyle>
            <a:lvl1pPr>
              <a:defRPr sz="2000" baseline="0"/>
            </a:lvl1pPr>
          </a:lstStyle>
          <a:p>
            <a:fld id="{D57F1E4F-1CFF-5643-939E-217C01CDF565}" type="slidenum">
              <a:rPr lang="en-US" smtClean="0"/>
              <a:pPr/>
              <a:t>‹#›</a:t>
            </a:fld>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407963" cy="6858000"/>
          </a:xfrm>
          <a:prstGeom prst="rect">
            <a:avLst/>
          </a:prstGeom>
        </p:spPr>
      </p:pic>
    </p:spTree>
    <p:extLst>
      <p:ext uri="{BB962C8B-B14F-4D97-AF65-F5344CB8AC3E}">
        <p14:creationId xmlns:p14="http://schemas.microsoft.com/office/powerpoint/2010/main" val="158757502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0585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r>
              <a:rPr lang="en-US" smtClean="0"/>
              <a:t>1/20/2023</a:t>
            </a:r>
            <a:endParaRPr lang="en-US" dirty="0"/>
          </a:p>
        </p:txBody>
      </p:sp>
      <p:sp>
        <p:nvSpPr>
          <p:cNvPr id="6" name="Footer Placeholder 5"/>
          <p:cNvSpPr>
            <a:spLocks noGrp="1"/>
          </p:cNvSpPr>
          <p:nvPr>
            <p:ph type="ftr" sz="quarter" idx="11"/>
          </p:nvPr>
        </p:nvSpPr>
        <p:spPr/>
        <p:txBody>
          <a:body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42324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r>
              <a:rPr lang="en-US" smtClean="0"/>
              <a:t>1/20/2023</a:t>
            </a:r>
            <a:endParaRPr lang="en-US" dirty="0"/>
          </a:p>
        </p:txBody>
      </p:sp>
      <p:sp>
        <p:nvSpPr>
          <p:cNvPr id="8" name="Footer Placeholder 7"/>
          <p:cNvSpPr>
            <a:spLocks noGrp="1"/>
          </p:cNvSpPr>
          <p:nvPr>
            <p:ph type="ftr" sz="quarter" idx="11"/>
          </p:nvPr>
        </p:nvSpPr>
        <p:spPr/>
        <p:txBody>
          <a:body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41471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r>
              <a:rPr lang="en-US" smtClean="0"/>
              <a:t>1/20/2023</a:t>
            </a:r>
            <a:endParaRPr lang="en-US" dirty="0"/>
          </a:p>
        </p:txBody>
      </p:sp>
      <p:sp>
        <p:nvSpPr>
          <p:cNvPr id="4" name="Footer Placeholder 3"/>
          <p:cNvSpPr>
            <a:spLocks noGrp="1"/>
          </p:cNvSpPr>
          <p:nvPr>
            <p:ph type="ftr" sz="quarter" idx="11"/>
          </p:nvPr>
        </p:nvSpPr>
        <p:spPr/>
        <p:txBody>
          <a:body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58012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1/20/2023</a:t>
            </a:r>
            <a:endParaRPr lang="en-US" dirty="0"/>
          </a:p>
        </p:txBody>
      </p:sp>
      <p:sp>
        <p:nvSpPr>
          <p:cNvPr id="3" name="Footer Placeholder 2"/>
          <p:cNvSpPr>
            <a:spLocks noGrp="1"/>
          </p:cNvSpPr>
          <p:nvPr>
            <p:ph type="ftr" sz="quarter" idx="11"/>
          </p:nvPr>
        </p:nvSpPr>
        <p:spPr/>
        <p:txBody>
          <a:body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5686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1/20/2023</a:t>
            </a:r>
            <a:endParaRPr lang="en-US" dirty="0"/>
          </a:p>
        </p:txBody>
      </p:sp>
      <p:sp>
        <p:nvSpPr>
          <p:cNvPr id="6" name="Footer Placeholder 5"/>
          <p:cNvSpPr>
            <a:spLocks noGrp="1"/>
          </p:cNvSpPr>
          <p:nvPr>
            <p:ph type="ftr" sz="quarter" idx="11"/>
          </p:nvPr>
        </p:nvSpPr>
        <p:spPr/>
        <p:txBody>
          <a:body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59781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1/20/2023</a:t>
            </a:r>
            <a:endParaRPr lang="en-US" dirty="0"/>
          </a:p>
        </p:txBody>
      </p:sp>
      <p:sp>
        <p:nvSpPr>
          <p:cNvPr id="6" name="Footer Placeholder 5"/>
          <p:cNvSpPr>
            <a:spLocks noGrp="1"/>
          </p:cNvSpPr>
          <p:nvPr>
            <p:ph type="ftr" sz="quarter" idx="11"/>
          </p:nvPr>
        </p:nvSpPr>
        <p:spPr/>
        <p:txBody>
          <a:body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3602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9260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02741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a:spLocks noGrp="1"/>
          </p:cNvSpPr>
          <p:nvPr>
            <p:ph type="title"/>
          </p:nvPr>
        </p:nvSpPr>
        <p:spPr>
          <a:prstGeom prst="rect">
            <a:avLst/>
          </a:prstGeom>
        </p:spPr>
        <p:txBody>
          <a:bodyPr/>
          <a:lstStyle/>
          <a:p>
            <a:r>
              <a:t>Title Text</a:t>
            </a:r>
          </a:p>
        </p:txBody>
      </p:sp>
      <p:sp>
        <p:nvSpPr>
          <p:cNvPr id="49" name="Slide Number"/>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37719487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a:spLocks noGrp="1"/>
          </p:cNvSpPr>
          <p:nvPr>
            <p:ph type="title"/>
          </p:nvPr>
        </p:nvSpPr>
        <p:spPr>
          <a:prstGeom prst="rect">
            <a:avLst/>
          </a:prstGeom>
        </p:spPr>
        <p:txBody>
          <a:bodyPr/>
          <a:lstStyle/>
          <a:p>
            <a:r>
              <a:t>Title Text</a:t>
            </a:r>
          </a:p>
        </p:txBody>
      </p:sp>
      <p:sp>
        <p:nvSpPr>
          <p:cNvPr id="57" name="Body Level One…"/>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0421704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1/20/2023</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pic>
        <p:nvPicPr>
          <p:cNvPr id="7" name="Picture 6"/>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800000" y="288000"/>
            <a:ext cx="1080000" cy="1080000"/>
          </a:xfrm>
          <a:prstGeom prst="rect">
            <a:avLst/>
          </a:prstGeom>
        </p:spPr>
      </p:pic>
    </p:spTree>
    <p:extLst>
      <p:ext uri="{BB962C8B-B14F-4D97-AF65-F5344CB8AC3E}">
        <p14:creationId xmlns:p14="http://schemas.microsoft.com/office/powerpoint/2010/main" val="1318192656"/>
      </p:ext>
    </p:extLst>
  </p:cSld>
  <p:clrMap bg1="lt1" tx1="dk1" bg2="lt2" tx2="dk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 id="2147483947" r:id="rId12"/>
    <p:sldLayoutId id="2147483948"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0.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tr-TR" b="1" dirty="0" smtClean="0"/>
              <a:t>Bölüm 12: Kümeler</a:t>
            </a:r>
            <a:endParaRPr lang="tr-TR" b="1" dirty="0"/>
          </a:p>
        </p:txBody>
      </p:sp>
      <p:sp>
        <p:nvSpPr>
          <p:cNvPr id="3" name="Subtitle 2"/>
          <p:cNvSpPr>
            <a:spLocks noGrp="1"/>
          </p:cNvSpPr>
          <p:nvPr>
            <p:ph type="subTitle" idx="1"/>
          </p:nvPr>
        </p:nvSpPr>
        <p:spPr/>
        <p:txBody>
          <a:bodyPr>
            <a:normAutofit/>
          </a:bodyPr>
          <a:lstStyle/>
          <a:p>
            <a:r>
              <a:rPr lang="tr-TR" sz="2800" b="1" dirty="0" smtClean="0"/>
              <a:t>Veri Yapıları</a:t>
            </a:r>
            <a:endParaRPr lang="tr-TR" sz="2800" b="1"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41511195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77561" y="2201294"/>
            <a:ext cx="9087379" cy="3600000"/>
          </a:xfrm>
          <a:prstGeom prst="rect">
            <a:avLst/>
          </a:prstGeom>
          <a:ln>
            <a:noFill/>
          </a:ln>
          <a:effectLst>
            <a:outerShdw blurRad="292100" dist="139700" dir="2700000" algn="tl" rotWithShape="0">
              <a:srgbClr val="333333">
                <a:alpha val="65000"/>
              </a:srgbClr>
            </a:outerShdw>
          </a:effectLst>
        </p:spPr>
      </p:pic>
      <p:sp>
        <p:nvSpPr>
          <p:cNvPr id="2" name="Title 1"/>
          <p:cNvSpPr>
            <a:spLocks noGrp="1"/>
          </p:cNvSpPr>
          <p:nvPr>
            <p:ph type="title"/>
          </p:nvPr>
        </p:nvSpPr>
        <p:spPr/>
        <p:txBody>
          <a:bodyPr/>
          <a:lstStyle/>
          <a:p>
            <a:r>
              <a:rPr lang="tr-TR" dirty="0" smtClean="0"/>
              <a:t>Kümeler</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2</a:t>
            </a:fld>
            <a:endParaRPr lang="en-US" dirty="0"/>
          </a:p>
        </p:txBody>
      </p:sp>
      <p:sp>
        <p:nvSpPr>
          <p:cNvPr id="8" name="Content Placeholder 2"/>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Wingdings" panose="05000000000000000000" pitchFamily="2" charset="2"/>
              <a:buChar char="§"/>
              <a:defRPr sz="2400" kern="1200" baseline="0">
                <a:solidFill>
                  <a:srgbClr val="002060"/>
                </a:solidFill>
                <a:latin typeface="Arial" panose="020B0604020202020204" pitchFamily="34" charset="0"/>
                <a:ea typeface="+mn-ea"/>
                <a:cs typeface="+mn-cs"/>
              </a:defRPr>
            </a:lvl1pPr>
            <a:lvl2pPr marL="685800" indent="-228600" algn="just" defTabSz="914400" rtl="0" eaLnBrk="1" latinLnBrk="0" hangingPunct="1">
              <a:lnSpc>
                <a:spcPct val="90000"/>
              </a:lnSpc>
              <a:spcBef>
                <a:spcPts val="500"/>
              </a:spcBef>
              <a:buFont typeface="Wingdings" panose="05000000000000000000" pitchFamily="2" charset="2"/>
              <a:buChar char="§"/>
              <a:defRPr sz="2400" kern="1200" baseline="0">
                <a:solidFill>
                  <a:srgbClr val="002060"/>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baseline="0">
                <a:solidFill>
                  <a:srgbClr val="0020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baseline="0">
                <a:solidFill>
                  <a:srgbClr val="0020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baseline="0">
                <a:solidFill>
                  <a:srgbClr val="0020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tr-TR" dirty="0"/>
          </a:p>
        </p:txBody>
      </p:sp>
    </p:spTree>
    <p:extLst>
      <p:ext uri="{BB962C8B-B14F-4D97-AF65-F5344CB8AC3E}">
        <p14:creationId xmlns:p14="http://schemas.microsoft.com/office/powerpoint/2010/main" val="35946696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Kümeler</a:t>
            </a:r>
            <a:endParaRPr lang="tr-TR" dirty="0"/>
          </a:p>
        </p:txBody>
      </p:sp>
      <p:sp>
        <p:nvSpPr>
          <p:cNvPr id="3" name="Content Placeholder 2"/>
          <p:cNvSpPr>
            <a:spLocks noGrp="1"/>
          </p:cNvSpPr>
          <p:nvPr>
            <p:ph idx="1"/>
          </p:nvPr>
        </p:nvSpPr>
        <p:spPr/>
        <p:txBody>
          <a:bodyPr/>
          <a:lstStyle/>
          <a:p>
            <a:r>
              <a:rPr lang="tr-TR" dirty="0" smtClean="0"/>
              <a:t>Benzersiz (tekil) öğelerden oluşur.</a:t>
            </a:r>
          </a:p>
          <a:p>
            <a:r>
              <a:rPr lang="tr-TR" dirty="0" smtClean="0"/>
              <a:t>Çizge teorisinde</a:t>
            </a:r>
            <a:r>
              <a:rPr lang="tr-TR" dirty="0"/>
              <a:t>, ağ algoritmalarında ve </a:t>
            </a:r>
            <a:r>
              <a:rPr lang="tr-TR" dirty="0" smtClean="0"/>
              <a:t>benzeri alanlarda </a:t>
            </a:r>
            <a:r>
              <a:rPr lang="tr-TR" dirty="0"/>
              <a:t>kullanılır.</a:t>
            </a:r>
            <a:endParaRPr lang="tr-TR" dirty="0" smtClean="0"/>
          </a:p>
          <a:p>
            <a:r>
              <a:rPr lang="tr-TR" dirty="0" err="1"/>
              <a:t>Union-Find</a:t>
            </a:r>
            <a:r>
              <a:rPr lang="tr-TR" dirty="0"/>
              <a:t>, bir veya daha fazla ayrık kümeden oluşan </a:t>
            </a:r>
            <a:r>
              <a:rPr lang="tr-TR" dirty="0" smtClean="0"/>
              <a:t>veri </a:t>
            </a:r>
            <a:r>
              <a:rPr lang="tr-TR" dirty="0"/>
              <a:t>yapısıdır.</a:t>
            </a:r>
            <a:endParaRPr lang="tr-TR" dirty="0" smtClean="0"/>
          </a:p>
          <a:p>
            <a:r>
              <a:rPr lang="tr-TR" dirty="0"/>
              <a:t>Temel olarak iki ana işlemi vardır: </a:t>
            </a:r>
            <a:endParaRPr lang="tr-TR" dirty="0" smtClean="0"/>
          </a:p>
          <a:p>
            <a:pPr lvl="1"/>
            <a:r>
              <a:rPr lang="tr-TR" dirty="0" err="1" smtClean="0"/>
              <a:t>find</a:t>
            </a:r>
            <a:r>
              <a:rPr lang="tr-TR" dirty="0" smtClean="0"/>
              <a:t> </a:t>
            </a:r>
            <a:r>
              <a:rPr lang="tr-TR" dirty="0"/>
              <a:t>(bul</a:t>
            </a:r>
            <a:r>
              <a:rPr lang="tr-TR" dirty="0" smtClean="0"/>
              <a:t>): </a:t>
            </a:r>
            <a:r>
              <a:rPr lang="tr-TR" dirty="0"/>
              <a:t>Bir elemanın ait olduğu kümeyi bulma</a:t>
            </a:r>
            <a:endParaRPr lang="tr-TR" dirty="0" smtClean="0"/>
          </a:p>
          <a:p>
            <a:pPr lvl="1"/>
            <a:r>
              <a:rPr lang="tr-TR" dirty="0" err="1" smtClean="0"/>
              <a:t>union</a:t>
            </a:r>
            <a:r>
              <a:rPr lang="tr-TR" dirty="0" smtClean="0"/>
              <a:t> </a:t>
            </a:r>
            <a:r>
              <a:rPr lang="tr-TR" dirty="0"/>
              <a:t>(birleştir</a:t>
            </a:r>
            <a:r>
              <a:rPr lang="tr-TR" dirty="0" smtClean="0"/>
              <a:t>): </a:t>
            </a:r>
            <a:r>
              <a:rPr lang="tr-TR" dirty="0"/>
              <a:t>İki </a:t>
            </a:r>
            <a:r>
              <a:rPr lang="tr-TR" dirty="0" smtClean="0"/>
              <a:t>kümeyi birleştirme.</a:t>
            </a:r>
            <a:endParaRPr lang="tr-TR" dirty="0"/>
          </a:p>
          <a:p>
            <a:endParaRPr lang="tr-TR" dirty="0" smtClean="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20633094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Rounded Rectangle"/>
          <p:cNvSpPr/>
          <p:nvPr/>
        </p:nvSpPr>
        <p:spPr>
          <a:xfrm>
            <a:off x="4780701" y="5847635"/>
            <a:ext cx="959486" cy="548045"/>
          </a:xfrm>
          <a:prstGeom prst="roundRect">
            <a:avLst>
              <a:gd name="adj" fmla="val 24441"/>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134" name="Rounded Rectangle"/>
          <p:cNvSpPr/>
          <p:nvPr/>
        </p:nvSpPr>
        <p:spPr>
          <a:xfrm>
            <a:off x="6082451" y="3890486"/>
            <a:ext cx="689531" cy="692904"/>
          </a:xfrm>
          <a:prstGeom prst="roundRect">
            <a:avLst>
              <a:gd name="adj" fmla="val 18438"/>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135" name="Rounded Rectangle"/>
          <p:cNvSpPr/>
          <p:nvPr/>
        </p:nvSpPr>
        <p:spPr>
          <a:xfrm>
            <a:off x="7949788" y="5462588"/>
            <a:ext cx="539473" cy="979607"/>
          </a:xfrm>
          <a:prstGeom prst="roundRect">
            <a:avLst>
              <a:gd name="adj" fmla="val 24829"/>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136" name="Rounded Rectangle"/>
          <p:cNvSpPr/>
          <p:nvPr/>
        </p:nvSpPr>
        <p:spPr>
          <a:xfrm>
            <a:off x="6082451" y="3084195"/>
            <a:ext cx="689531" cy="692905"/>
          </a:xfrm>
          <a:prstGeom prst="roundRect">
            <a:avLst>
              <a:gd name="adj" fmla="val 19426"/>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137" name="Rounded Rectangle"/>
          <p:cNvSpPr/>
          <p:nvPr/>
        </p:nvSpPr>
        <p:spPr>
          <a:xfrm>
            <a:off x="8536310" y="2266677"/>
            <a:ext cx="689531" cy="1251863"/>
          </a:xfrm>
          <a:prstGeom prst="roundRect">
            <a:avLst>
              <a:gd name="adj" fmla="val 18438"/>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138" name="Rounded Rectangle"/>
          <p:cNvSpPr/>
          <p:nvPr/>
        </p:nvSpPr>
        <p:spPr>
          <a:xfrm>
            <a:off x="9041472" y="5687219"/>
            <a:ext cx="689531" cy="692905"/>
          </a:xfrm>
          <a:prstGeom prst="roundRect">
            <a:avLst>
              <a:gd name="adj" fmla="val 18438"/>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139" name="Rounded Rectangle"/>
          <p:cNvSpPr/>
          <p:nvPr/>
        </p:nvSpPr>
        <p:spPr>
          <a:xfrm>
            <a:off x="9638769" y="2823686"/>
            <a:ext cx="689531" cy="692904"/>
          </a:xfrm>
          <a:prstGeom prst="roundRect">
            <a:avLst>
              <a:gd name="adj" fmla="val 18438"/>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140" name="Rounded Rectangle"/>
          <p:cNvSpPr/>
          <p:nvPr/>
        </p:nvSpPr>
        <p:spPr>
          <a:xfrm>
            <a:off x="3751188" y="4194413"/>
            <a:ext cx="539473" cy="1251863"/>
          </a:xfrm>
          <a:prstGeom prst="roundRect">
            <a:avLst>
              <a:gd name="adj" fmla="val 23567"/>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141" name="Rounded Rectangle"/>
          <p:cNvSpPr/>
          <p:nvPr/>
        </p:nvSpPr>
        <p:spPr>
          <a:xfrm>
            <a:off x="7176318" y="4359196"/>
            <a:ext cx="959486" cy="548045"/>
          </a:xfrm>
          <a:prstGeom prst="roundRect">
            <a:avLst>
              <a:gd name="adj" fmla="val 24441"/>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142" name="Rounded Rectangle"/>
          <p:cNvSpPr/>
          <p:nvPr/>
        </p:nvSpPr>
        <p:spPr>
          <a:xfrm>
            <a:off x="3541181" y="3154978"/>
            <a:ext cx="959486" cy="548045"/>
          </a:xfrm>
          <a:prstGeom prst="roundRect">
            <a:avLst>
              <a:gd name="adj" fmla="val 24441"/>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143" name="Rounded Rectangle"/>
          <p:cNvSpPr/>
          <p:nvPr/>
        </p:nvSpPr>
        <p:spPr>
          <a:xfrm>
            <a:off x="5087704" y="2416631"/>
            <a:ext cx="345480" cy="373380"/>
          </a:xfrm>
          <a:prstGeom prst="roundRect">
            <a:avLst>
              <a:gd name="adj" fmla="val 26414"/>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144" name="Rounded Rectangle"/>
          <p:cNvSpPr/>
          <p:nvPr/>
        </p:nvSpPr>
        <p:spPr>
          <a:xfrm>
            <a:off x="7311295" y="2256869"/>
            <a:ext cx="689531" cy="692904"/>
          </a:xfrm>
          <a:prstGeom prst="roundRect">
            <a:avLst>
              <a:gd name="adj" fmla="val 19426"/>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145" name="Rounded Rectangle"/>
          <p:cNvSpPr/>
          <p:nvPr/>
        </p:nvSpPr>
        <p:spPr>
          <a:xfrm>
            <a:off x="9213498" y="4633654"/>
            <a:ext cx="421980" cy="456059"/>
          </a:xfrm>
          <a:prstGeom prst="roundRect">
            <a:avLst>
              <a:gd name="adj" fmla="val 26414"/>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146" name="Rounded Rectangle"/>
          <p:cNvSpPr/>
          <p:nvPr/>
        </p:nvSpPr>
        <p:spPr>
          <a:xfrm>
            <a:off x="5087704" y="5019734"/>
            <a:ext cx="421980" cy="456059"/>
          </a:xfrm>
          <a:prstGeom prst="roundRect">
            <a:avLst>
              <a:gd name="adj" fmla="val 26414"/>
            </a:avLst>
          </a:prstGeom>
          <a:solidFill>
            <a:srgbClr val="53585F"/>
          </a:solidFill>
          <a:ln w="12700">
            <a:miter lim="400000"/>
          </a:ln>
        </p:spPr>
        <p:txBody>
          <a:bodyPr lIns="35719" tIns="35719" rIns="35719" bIns="35719" anchor="ctr"/>
          <a:lstStyle/>
          <a:p>
            <a:pPr algn="ctr" defTabSz="410751" hangingPunct="0">
              <a:defRPr sz="2600" b="1">
                <a:latin typeface="Helvetica"/>
                <a:ea typeface="Helvetica"/>
                <a:cs typeface="Helvetica"/>
                <a:sym typeface="Helvetica"/>
              </a:defRPr>
            </a:pPr>
            <a:endParaRPr sz="1828" b="1" kern="0">
              <a:solidFill>
                <a:srgbClr val="FFFFFF"/>
              </a:solidFill>
              <a:latin typeface="Helvetica"/>
              <a:ea typeface="Helvetica"/>
              <a:cs typeface="Helvetica"/>
              <a:sym typeface="Helvetica"/>
            </a:endParaRPr>
          </a:p>
        </p:txBody>
      </p:sp>
      <p:sp>
        <p:nvSpPr>
          <p:cNvPr id="2" name="Content Placeholder 1"/>
          <p:cNvSpPr>
            <a:spLocks noGrp="1"/>
          </p:cNvSpPr>
          <p:nvPr>
            <p:ph idx="1"/>
          </p:nvPr>
        </p:nvSpPr>
        <p:spPr/>
        <p:txBody>
          <a:bodyPr/>
          <a:lstStyle/>
          <a:p>
            <a:endParaRPr lang="tr-TR"/>
          </a:p>
        </p:txBody>
      </p:sp>
      <p:sp>
        <p:nvSpPr>
          <p:cNvPr id="3" name="Title 2"/>
          <p:cNvSpPr>
            <a:spLocks noGrp="1"/>
          </p:cNvSpPr>
          <p:nvPr>
            <p:ph type="title"/>
          </p:nvPr>
        </p:nvSpPr>
        <p:spPr/>
        <p:txBody>
          <a:bodyPr/>
          <a:lstStyle/>
          <a:p>
            <a:r>
              <a:rPr lang="tr-TR" dirty="0" smtClean="0"/>
              <a:t>Mıknatıs Örneği</a:t>
            </a:r>
            <a:endParaRPr lang="tr-TR" dirty="0"/>
          </a:p>
        </p:txBody>
      </p:sp>
    </p:spTree>
    <p:extLst>
      <p:ext uri="{BB962C8B-B14F-4D97-AF65-F5344CB8AC3E}">
        <p14:creationId xmlns:p14="http://schemas.microsoft.com/office/powerpoint/2010/main" val="26613871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52" name="12"/>
          <p:cNvSpPr/>
          <p:nvPr/>
        </p:nvSpPr>
        <p:spPr>
          <a:xfrm>
            <a:off x="4780701" y="5847635"/>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153" name="13"/>
          <p:cNvSpPr/>
          <p:nvPr/>
        </p:nvSpPr>
        <p:spPr>
          <a:xfrm>
            <a:off x="7949788" y="5462588"/>
            <a:ext cx="539473" cy="979607"/>
          </a:xfrm>
          <a:prstGeom prst="roundRect">
            <a:avLst>
              <a:gd name="adj" fmla="val 24829"/>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154" name="3"/>
          <p:cNvSpPr/>
          <p:nvPr/>
        </p:nvSpPr>
        <p:spPr>
          <a:xfrm>
            <a:off x="8536310" y="2266677"/>
            <a:ext cx="689531" cy="1251863"/>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155" name="14"/>
          <p:cNvSpPr/>
          <p:nvPr/>
        </p:nvSpPr>
        <p:spPr>
          <a:xfrm>
            <a:off x="9041472" y="5687219"/>
            <a:ext cx="689531" cy="692905"/>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156" name="4"/>
          <p:cNvSpPr/>
          <p:nvPr/>
        </p:nvSpPr>
        <p:spPr>
          <a:xfrm>
            <a:off x="9638769" y="2823686"/>
            <a:ext cx="689531" cy="692904"/>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157" name="10"/>
          <p:cNvSpPr/>
          <p:nvPr/>
        </p:nvSpPr>
        <p:spPr>
          <a:xfrm>
            <a:off x="9213498" y="463365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158"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159" name="11"/>
          <p:cNvSpPr/>
          <p:nvPr/>
        </p:nvSpPr>
        <p:spPr>
          <a:xfrm>
            <a:off x="5087704" y="501973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160" name="9"/>
          <p:cNvSpPr/>
          <p:nvPr/>
        </p:nvSpPr>
        <p:spPr>
          <a:xfrm>
            <a:off x="7176318" y="4359196"/>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161"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162"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163" name="2"/>
          <p:cNvSpPr/>
          <p:nvPr/>
        </p:nvSpPr>
        <p:spPr>
          <a:xfrm>
            <a:off x="7311295" y="2256869"/>
            <a:ext cx="689531" cy="692904"/>
          </a:xfrm>
          <a:prstGeom prst="roundRect">
            <a:avLst>
              <a:gd name="adj" fmla="val 19426"/>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164" name="8"/>
          <p:cNvSpPr/>
          <p:nvPr/>
        </p:nvSpPr>
        <p:spPr>
          <a:xfrm>
            <a:off x="6082451" y="3890486"/>
            <a:ext cx="689531" cy="692904"/>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165" name="6"/>
          <p:cNvSpPr/>
          <p:nvPr/>
        </p:nvSpPr>
        <p:spPr>
          <a:xfrm>
            <a:off x="6082451" y="3084195"/>
            <a:ext cx="689531" cy="692905"/>
          </a:xfrm>
          <a:prstGeom prst="roundRect">
            <a:avLst>
              <a:gd name="adj" fmla="val 19426"/>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166"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2</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3</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8</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9</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10</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11</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12</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13</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14</a:t>
            </a: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15065529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dirty="0"/>
          </a:p>
        </p:txBody>
      </p:sp>
      <p:sp>
        <p:nvSpPr>
          <p:cNvPr id="173" name="12"/>
          <p:cNvSpPr/>
          <p:nvPr/>
        </p:nvSpPr>
        <p:spPr>
          <a:xfrm>
            <a:off x="4780701" y="5847635"/>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174" name="13"/>
          <p:cNvSpPr/>
          <p:nvPr/>
        </p:nvSpPr>
        <p:spPr>
          <a:xfrm>
            <a:off x="7949788" y="5462588"/>
            <a:ext cx="539473" cy="979607"/>
          </a:xfrm>
          <a:prstGeom prst="roundRect">
            <a:avLst>
              <a:gd name="adj" fmla="val 24829"/>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175" name="3"/>
          <p:cNvSpPr/>
          <p:nvPr/>
        </p:nvSpPr>
        <p:spPr>
          <a:xfrm>
            <a:off x="8536310" y="2266677"/>
            <a:ext cx="689531" cy="1251863"/>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176" name="14"/>
          <p:cNvSpPr/>
          <p:nvPr/>
        </p:nvSpPr>
        <p:spPr>
          <a:xfrm>
            <a:off x="9041472" y="5687219"/>
            <a:ext cx="689531" cy="692905"/>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177" name="4"/>
          <p:cNvSpPr/>
          <p:nvPr/>
        </p:nvSpPr>
        <p:spPr>
          <a:xfrm>
            <a:off x="9638769" y="2823686"/>
            <a:ext cx="689531" cy="692904"/>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178" name="10"/>
          <p:cNvSpPr/>
          <p:nvPr/>
        </p:nvSpPr>
        <p:spPr>
          <a:xfrm>
            <a:off x="9213498" y="463365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179"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180" name="11"/>
          <p:cNvSpPr/>
          <p:nvPr/>
        </p:nvSpPr>
        <p:spPr>
          <a:xfrm>
            <a:off x="5087704" y="501973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181" name="9"/>
          <p:cNvSpPr/>
          <p:nvPr/>
        </p:nvSpPr>
        <p:spPr>
          <a:xfrm>
            <a:off x="7176318" y="4359196"/>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182"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183"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184" name="2"/>
          <p:cNvSpPr/>
          <p:nvPr/>
        </p:nvSpPr>
        <p:spPr>
          <a:xfrm>
            <a:off x="7311295" y="2256869"/>
            <a:ext cx="689531" cy="692904"/>
          </a:xfrm>
          <a:prstGeom prst="roundRect">
            <a:avLst>
              <a:gd name="adj" fmla="val 19426"/>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185" name="8"/>
          <p:cNvSpPr/>
          <p:nvPr/>
        </p:nvSpPr>
        <p:spPr>
          <a:xfrm>
            <a:off x="6082451" y="3890486"/>
            <a:ext cx="689531" cy="692904"/>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186" name="6"/>
          <p:cNvSpPr/>
          <p:nvPr/>
        </p:nvSpPr>
        <p:spPr>
          <a:xfrm>
            <a:off x="6082451" y="3084195"/>
            <a:ext cx="689531" cy="692905"/>
          </a:xfrm>
          <a:prstGeom prst="roundRect">
            <a:avLst>
              <a:gd name="adj" fmla="val 19426"/>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187"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2</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3</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8</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9</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10</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11</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12</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13</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14</a:t>
            </a:r>
          </a:p>
        </p:txBody>
      </p:sp>
      <p:sp>
        <p:nvSpPr>
          <p:cNvPr id="3" name="Title 2"/>
          <p:cNvSpPr>
            <a:spLocks noGrp="1"/>
          </p:cNvSpPr>
          <p:nvPr>
            <p:ph type="title"/>
          </p:nvPr>
        </p:nvSpPr>
        <p:spPr/>
        <p:txBody>
          <a:bodyPr/>
          <a:lstStyle/>
          <a:p>
            <a:r>
              <a:rPr lang="tr-TR" dirty="0"/>
              <a:t>Mıknatıs Örneği</a:t>
            </a:r>
          </a:p>
        </p:txBody>
      </p:sp>
      <p:sp>
        <p:nvSpPr>
          <p:cNvPr id="171" name="Line"/>
          <p:cNvSpPr/>
          <p:nvPr/>
        </p:nvSpPr>
        <p:spPr>
          <a:xfrm>
            <a:off x="6507126" y="3671124"/>
            <a:ext cx="0" cy="324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170" name="Line"/>
          <p:cNvSpPr/>
          <p:nvPr/>
        </p:nvSpPr>
        <p:spPr>
          <a:xfrm flipV="1">
            <a:off x="6340078" y="3660280"/>
            <a:ext cx="1" cy="324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Tree>
    <p:extLst>
      <p:ext uri="{BB962C8B-B14F-4D97-AF65-F5344CB8AC3E}">
        <p14:creationId xmlns:p14="http://schemas.microsoft.com/office/powerpoint/2010/main" val="4403539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90" name="12"/>
          <p:cNvSpPr/>
          <p:nvPr/>
        </p:nvSpPr>
        <p:spPr>
          <a:xfrm>
            <a:off x="4780701" y="5847635"/>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191" name="13"/>
          <p:cNvSpPr/>
          <p:nvPr/>
        </p:nvSpPr>
        <p:spPr>
          <a:xfrm>
            <a:off x="7949788" y="5462588"/>
            <a:ext cx="539473" cy="979607"/>
          </a:xfrm>
          <a:prstGeom prst="roundRect">
            <a:avLst>
              <a:gd name="adj" fmla="val 24829"/>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192" name="3"/>
          <p:cNvSpPr/>
          <p:nvPr/>
        </p:nvSpPr>
        <p:spPr>
          <a:xfrm>
            <a:off x="8536310" y="2266677"/>
            <a:ext cx="689531" cy="1251863"/>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193" name="14"/>
          <p:cNvSpPr/>
          <p:nvPr/>
        </p:nvSpPr>
        <p:spPr>
          <a:xfrm>
            <a:off x="9041472" y="5687219"/>
            <a:ext cx="689531" cy="692905"/>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194" name="4"/>
          <p:cNvSpPr/>
          <p:nvPr/>
        </p:nvSpPr>
        <p:spPr>
          <a:xfrm>
            <a:off x="9638769" y="2823686"/>
            <a:ext cx="689531" cy="692904"/>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195" name="10"/>
          <p:cNvSpPr/>
          <p:nvPr/>
        </p:nvSpPr>
        <p:spPr>
          <a:xfrm>
            <a:off x="9213498" y="463365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196"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197" name="11"/>
          <p:cNvSpPr/>
          <p:nvPr/>
        </p:nvSpPr>
        <p:spPr>
          <a:xfrm>
            <a:off x="5087704" y="501973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198" name="9"/>
          <p:cNvSpPr/>
          <p:nvPr/>
        </p:nvSpPr>
        <p:spPr>
          <a:xfrm>
            <a:off x="7176318" y="4359196"/>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199"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200"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201" name="2"/>
          <p:cNvSpPr/>
          <p:nvPr/>
        </p:nvSpPr>
        <p:spPr>
          <a:xfrm>
            <a:off x="7311295" y="2256869"/>
            <a:ext cx="689531" cy="692904"/>
          </a:xfrm>
          <a:prstGeom prst="roundRect">
            <a:avLst>
              <a:gd name="adj" fmla="val 19426"/>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202" name="8"/>
          <p:cNvSpPr/>
          <p:nvPr/>
        </p:nvSpPr>
        <p:spPr>
          <a:xfrm>
            <a:off x="6082451" y="3848815"/>
            <a:ext cx="689531" cy="692905"/>
          </a:xfrm>
          <a:prstGeom prst="roundRect">
            <a:avLst>
              <a:gd name="adj" fmla="val 18438"/>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203" name="6"/>
          <p:cNvSpPr/>
          <p:nvPr/>
        </p:nvSpPr>
        <p:spPr>
          <a:xfrm>
            <a:off x="6082451" y="3155632"/>
            <a:ext cx="689531" cy="692905"/>
          </a:xfrm>
          <a:prstGeom prst="roundRect">
            <a:avLst>
              <a:gd name="adj" fmla="val 19426"/>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204"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2</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3</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9</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10</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11</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12</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13</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14</a:t>
            </a: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2709220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dirty="0"/>
          </a:p>
        </p:txBody>
      </p:sp>
      <p:sp>
        <p:nvSpPr>
          <p:cNvPr id="207" name="12"/>
          <p:cNvSpPr/>
          <p:nvPr/>
        </p:nvSpPr>
        <p:spPr>
          <a:xfrm>
            <a:off x="4780701" y="5847635"/>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208" name="13"/>
          <p:cNvSpPr/>
          <p:nvPr/>
        </p:nvSpPr>
        <p:spPr>
          <a:xfrm>
            <a:off x="7949788" y="5462588"/>
            <a:ext cx="539473" cy="979607"/>
          </a:xfrm>
          <a:prstGeom prst="roundRect">
            <a:avLst>
              <a:gd name="adj" fmla="val 24829"/>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209" name="3"/>
          <p:cNvSpPr/>
          <p:nvPr/>
        </p:nvSpPr>
        <p:spPr>
          <a:xfrm>
            <a:off x="8536310" y="2266677"/>
            <a:ext cx="689531" cy="1251863"/>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210" name="14"/>
          <p:cNvSpPr/>
          <p:nvPr/>
        </p:nvSpPr>
        <p:spPr>
          <a:xfrm>
            <a:off x="9041472" y="5687219"/>
            <a:ext cx="689531" cy="692905"/>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211" name="4"/>
          <p:cNvSpPr/>
          <p:nvPr/>
        </p:nvSpPr>
        <p:spPr>
          <a:xfrm>
            <a:off x="9638769" y="2823686"/>
            <a:ext cx="689531" cy="692904"/>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212" name="10"/>
          <p:cNvSpPr/>
          <p:nvPr/>
        </p:nvSpPr>
        <p:spPr>
          <a:xfrm>
            <a:off x="9213498" y="463365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213"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214" name="11"/>
          <p:cNvSpPr/>
          <p:nvPr/>
        </p:nvSpPr>
        <p:spPr>
          <a:xfrm>
            <a:off x="5087704" y="501973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215" name="9"/>
          <p:cNvSpPr/>
          <p:nvPr/>
        </p:nvSpPr>
        <p:spPr>
          <a:xfrm>
            <a:off x="7176318" y="4359196"/>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216"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217"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218" name="2"/>
          <p:cNvSpPr/>
          <p:nvPr/>
        </p:nvSpPr>
        <p:spPr>
          <a:xfrm>
            <a:off x="7311295" y="2256869"/>
            <a:ext cx="689531" cy="692904"/>
          </a:xfrm>
          <a:prstGeom prst="roundRect">
            <a:avLst>
              <a:gd name="adj" fmla="val 19426"/>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223"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2</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3</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9</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10</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11</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12</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13</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14</a:t>
            </a:r>
          </a:p>
        </p:txBody>
      </p:sp>
      <p:sp>
        <p:nvSpPr>
          <p:cNvPr id="224" name="8"/>
          <p:cNvSpPr/>
          <p:nvPr/>
        </p:nvSpPr>
        <p:spPr>
          <a:xfrm>
            <a:off x="6082451" y="3848815"/>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225" name="6"/>
          <p:cNvSpPr/>
          <p:nvPr/>
        </p:nvSpPr>
        <p:spPr>
          <a:xfrm>
            <a:off x="6082451" y="3155632"/>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3" name="Title 2"/>
          <p:cNvSpPr>
            <a:spLocks noGrp="1"/>
          </p:cNvSpPr>
          <p:nvPr>
            <p:ph type="title"/>
          </p:nvPr>
        </p:nvSpPr>
        <p:spPr/>
        <p:txBody>
          <a:bodyPr/>
          <a:lstStyle/>
          <a:p>
            <a:r>
              <a:rPr lang="tr-TR" dirty="0"/>
              <a:t>Mıknatıs Örneği</a:t>
            </a:r>
          </a:p>
        </p:txBody>
      </p:sp>
      <p:sp>
        <p:nvSpPr>
          <p:cNvPr id="222" name="Line"/>
          <p:cNvSpPr/>
          <p:nvPr/>
        </p:nvSpPr>
        <p:spPr>
          <a:xfrm flipH="1">
            <a:off x="7857004" y="2712031"/>
            <a:ext cx="720000" cy="1"/>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221" name="Line"/>
          <p:cNvSpPr/>
          <p:nvPr/>
        </p:nvSpPr>
        <p:spPr>
          <a:xfrm>
            <a:off x="7889424" y="2535555"/>
            <a:ext cx="720000" cy="1"/>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220" name="Line"/>
          <p:cNvSpPr/>
          <p:nvPr/>
        </p:nvSpPr>
        <p:spPr>
          <a:xfrm flipH="1">
            <a:off x="9110727" y="3265200"/>
            <a:ext cx="720000" cy="1"/>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219" name="Line"/>
          <p:cNvSpPr/>
          <p:nvPr/>
        </p:nvSpPr>
        <p:spPr>
          <a:xfrm>
            <a:off x="9143147" y="3102372"/>
            <a:ext cx="720000" cy="1"/>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Tree>
    <p:extLst>
      <p:ext uri="{BB962C8B-B14F-4D97-AF65-F5344CB8AC3E}">
        <p14:creationId xmlns:p14="http://schemas.microsoft.com/office/powerpoint/2010/main" val="33594444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230" name="12"/>
          <p:cNvSpPr/>
          <p:nvPr/>
        </p:nvSpPr>
        <p:spPr>
          <a:xfrm>
            <a:off x="4780701" y="5847635"/>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231" name="13"/>
          <p:cNvSpPr/>
          <p:nvPr/>
        </p:nvSpPr>
        <p:spPr>
          <a:xfrm>
            <a:off x="7949788" y="5462588"/>
            <a:ext cx="539473" cy="979607"/>
          </a:xfrm>
          <a:prstGeom prst="roundRect">
            <a:avLst>
              <a:gd name="adj" fmla="val 24829"/>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232" name="14"/>
          <p:cNvSpPr/>
          <p:nvPr/>
        </p:nvSpPr>
        <p:spPr>
          <a:xfrm>
            <a:off x="9041472" y="5687219"/>
            <a:ext cx="689531" cy="692905"/>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233" name="10"/>
          <p:cNvSpPr/>
          <p:nvPr/>
        </p:nvSpPr>
        <p:spPr>
          <a:xfrm>
            <a:off x="9213498" y="463365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234"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235" name="11"/>
          <p:cNvSpPr/>
          <p:nvPr/>
        </p:nvSpPr>
        <p:spPr>
          <a:xfrm>
            <a:off x="5087704" y="501973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236" name="9"/>
          <p:cNvSpPr/>
          <p:nvPr/>
        </p:nvSpPr>
        <p:spPr>
          <a:xfrm>
            <a:off x="7176318" y="4359196"/>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237"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238"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239" name="3"/>
          <p:cNvSpPr/>
          <p:nvPr/>
        </p:nvSpPr>
        <p:spPr>
          <a:xfrm>
            <a:off x="8536310" y="2266677"/>
            <a:ext cx="689531" cy="1251863"/>
          </a:xfrm>
          <a:prstGeom prst="roundRect">
            <a:avLst>
              <a:gd name="adj" fmla="val 18438"/>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240" name="4"/>
          <p:cNvSpPr/>
          <p:nvPr/>
        </p:nvSpPr>
        <p:spPr>
          <a:xfrm>
            <a:off x="9223539" y="2846010"/>
            <a:ext cx="689531" cy="692904"/>
          </a:xfrm>
          <a:prstGeom prst="roundRect">
            <a:avLst>
              <a:gd name="adj" fmla="val 18438"/>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241" name="2"/>
          <p:cNvSpPr/>
          <p:nvPr/>
        </p:nvSpPr>
        <p:spPr>
          <a:xfrm>
            <a:off x="7874759" y="2256869"/>
            <a:ext cx="689531" cy="692904"/>
          </a:xfrm>
          <a:prstGeom prst="roundRect">
            <a:avLst>
              <a:gd name="adj" fmla="val 19426"/>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242"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2</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3</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9</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10</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11</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12</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13</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14</a:t>
            </a:r>
          </a:p>
        </p:txBody>
      </p:sp>
      <p:sp>
        <p:nvSpPr>
          <p:cNvPr id="243" name="8"/>
          <p:cNvSpPr/>
          <p:nvPr/>
        </p:nvSpPr>
        <p:spPr>
          <a:xfrm>
            <a:off x="6082451" y="3848815"/>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244" name="6"/>
          <p:cNvSpPr/>
          <p:nvPr/>
        </p:nvSpPr>
        <p:spPr>
          <a:xfrm>
            <a:off x="6082451" y="3155632"/>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10982912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247" name="12"/>
          <p:cNvSpPr/>
          <p:nvPr/>
        </p:nvSpPr>
        <p:spPr>
          <a:xfrm>
            <a:off x="4780701" y="5847635"/>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248" name="13"/>
          <p:cNvSpPr/>
          <p:nvPr/>
        </p:nvSpPr>
        <p:spPr>
          <a:xfrm>
            <a:off x="7949788" y="5462588"/>
            <a:ext cx="539473" cy="979607"/>
          </a:xfrm>
          <a:prstGeom prst="roundRect">
            <a:avLst>
              <a:gd name="adj" fmla="val 24829"/>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249" name="14"/>
          <p:cNvSpPr/>
          <p:nvPr/>
        </p:nvSpPr>
        <p:spPr>
          <a:xfrm>
            <a:off x="9041472" y="5687219"/>
            <a:ext cx="689531" cy="692905"/>
          </a:xfrm>
          <a:prstGeom prst="roundRect">
            <a:avLst>
              <a:gd name="adj" fmla="val 18438"/>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250" name="10"/>
          <p:cNvSpPr/>
          <p:nvPr/>
        </p:nvSpPr>
        <p:spPr>
          <a:xfrm>
            <a:off x="9213498" y="463365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251"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252" name="11"/>
          <p:cNvSpPr/>
          <p:nvPr/>
        </p:nvSpPr>
        <p:spPr>
          <a:xfrm>
            <a:off x="5087704" y="501973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253" name="9"/>
          <p:cNvSpPr/>
          <p:nvPr/>
        </p:nvSpPr>
        <p:spPr>
          <a:xfrm>
            <a:off x="7176318" y="4359196"/>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254"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255"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256"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2</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3</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9</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10</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11</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12</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13</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14</a:t>
            </a:r>
          </a:p>
        </p:txBody>
      </p:sp>
      <p:sp>
        <p:nvSpPr>
          <p:cNvPr id="257" name="3"/>
          <p:cNvSpPr/>
          <p:nvPr/>
        </p:nvSpPr>
        <p:spPr>
          <a:xfrm>
            <a:off x="8536310" y="2266677"/>
            <a:ext cx="689531" cy="1251863"/>
          </a:xfrm>
          <a:prstGeom prst="roundRect">
            <a:avLst>
              <a:gd name="adj" fmla="val 18438"/>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258" name="4"/>
          <p:cNvSpPr/>
          <p:nvPr/>
        </p:nvSpPr>
        <p:spPr>
          <a:xfrm>
            <a:off x="9223539" y="2846010"/>
            <a:ext cx="689531" cy="692904"/>
          </a:xfrm>
          <a:prstGeom prst="roundRect">
            <a:avLst>
              <a:gd name="adj" fmla="val 18438"/>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259" name="2"/>
          <p:cNvSpPr/>
          <p:nvPr/>
        </p:nvSpPr>
        <p:spPr>
          <a:xfrm>
            <a:off x="7874759" y="2256869"/>
            <a:ext cx="689531" cy="692904"/>
          </a:xfrm>
          <a:prstGeom prst="roundRect">
            <a:avLst>
              <a:gd name="adj" fmla="val 19426"/>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264" name="8"/>
          <p:cNvSpPr/>
          <p:nvPr/>
        </p:nvSpPr>
        <p:spPr>
          <a:xfrm>
            <a:off x="6082451" y="3848815"/>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265" name="6"/>
          <p:cNvSpPr/>
          <p:nvPr/>
        </p:nvSpPr>
        <p:spPr>
          <a:xfrm>
            <a:off x="6082451" y="3155632"/>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3" name="Title 2"/>
          <p:cNvSpPr>
            <a:spLocks noGrp="1"/>
          </p:cNvSpPr>
          <p:nvPr>
            <p:ph type="title"/>
          </p:nvPr>
        </p:nvSpPr>
        <p:spPr/>
        <p:txBody>
          <a:bodyPr/>
          <a:lstStyle/>
          <a:p>
            <a:r>
              <a:rPr lang="tr-TR" dirty="0"/>
              <a:t>Mıknatıs Örneği</a:t>
            </a:r>
          </a:p>
        </p:txBody>
      </p:sp>
      <p:sp>
        <p:nvSpPr>
          <p:cNvPr id="260" name="Line"/>
          <p:cNvSpPr/>
          <p:nvPr/>
        </p:nvSpPr>
        <p:spPr>
          <a:xfrm rot="16200000" flipV="1">
            <a:off x="9147030" y="5379734"/>
            <a:ext cx="720000" cy="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261" name="Line"/>
          <p:cNvSpPr/>
          <p:nvPr/>
        </p:nvSpPr>
        <p:spPr>
          <a:xfrm rot="5400000">
            <a:off x="8978611" y="5392848"/>
            <a:ext cx="720000" cy="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262" name="Line"/>
          <p:cNvSpPr/>
          <p:nvPr/>
        </p:nvSpPr>
        <p:spPr>
          <a:xfrm flipH="1">
            <a:off x="8399829" y="5855910"/>
            <a:ext cx="720000" cy="1"/>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263" name="Line"/>
          <p:cNvSpPr/>
          <p:nvPr/>
        </p:nvSpPr>
        <p:spPr>
          <a:xfrm>
            <a:off x="8440353" y="6121657"/>
            <a:ext cx="720000" cy="1"/>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Tree>
    <p:extLst>
      <p:ext uri="{BB962C8B-B14F-4D97-AF65-F5344CB8AC3E}">
        <p14:creationId xmlns:p14="http://schemas.microsoft.com/office/powerpoint/2010/main" val="32590008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268" name="12"/>
          <p:cNvSpPr/>
          <p:nvPr/>
        </p:nvSpPr>
        <p:spPr>
          <a:xfrm>
            <a:off x="4780701" y="5847635"/>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269" name="13"/>
          <p:cNvSpPr/>
          <p:nvPr/>
        </p:nvSpPr>
        <p:spPr>
          <a:xfrm>
            <a:off x="8396273" y="5480447"/>
            <a:ext cx="539473" cy="979607"/>
          </a:xfrm>
          <a:prstGeom prst="roundRect">
            <a:avLst>
              <a:gd name="adj" fmla="val 24829"/>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270" name="14"/>
          <p:cNvSpPr/>
          <p:nvPr/>
        </p:nvSpPr>
        <p:spPr>
          <a:xfrm>
            <a:off x="8934316" y="5481836"/>
            <a:ext cx="689531" cy="692905"/>
          </a:xfrm>
          <a:prstGeom prst="roundRect">
            <a:avLst>
              <a:gd name="adj" fmla="val 18438"/>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271" name="10"/>
          <p:cNvSpPr/>
          <p:nvPr/>
        </p:nvSpPr>
        <p:spPr>
          <a:xfrm>
            <a:off x="9195638" y="5019734"/>
            <a:ext cx="421980" cy="456059"/>
          </a:xfrm>
          <a:prstGeom prst="roundRect">
            <a:avLst>
              <a:gd name="adj" fmla="val 26414"/>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272"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273" name="11"/>
          <p:cNvSpPr/>
          <p:nvPr/>
        </p:nvSpPr>
        <p:spPr>
          <a:xfrm>
            <a:off x="5087704" y="501973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274" name="9"/>
          <p:cNvSpPr/>
          <p:nvPr/>
        </p:nvSpPr>
        <p:spPr>
          <a:xfrm>
            <a:off x="7176318" y="4359196"/>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275"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276"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277" name="3"/>
          <p:cNvSpPr/>
          <p:nvPr/>
        </p:nvSpPr>
        <p:spPr>
          <a:xfrm>
            <a:off x="8536310" y="2266677"/>
            <a:ext cx="689531" cy="1251863"/>
          </a:xfrm>
          <a:prstGeom prst="roundRect">
            <a:avLst>
              <a:gd name="adj" fmla="val 18438"/>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278" name="4"/>
          <p:cNvSpPr/>
          <p:nvPr/>
        </p:nvSpPr>
        <p:spPr>
          <a:xfrm>
            <a:off x="9223539" y="2846010"/>
            <a:ext cx="689531" cy="692904"/>
          </a:xfrm>
          <a:prstGeom prst="roundRect">
            <a:avLst>
              <a:gd name="adj" fmla="val 18438"/>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279" name="2"/>
          <p:cNvSpPr/>
          <p:nvPr/>
        </p:nvSpPr>
        <p:spPr>
          <a:xfrm>
            <a:off x="7874759" y="2256869"/>
            <a:ext cx="689531" cy="692904"/>
          </a:xfrm>
          <a:prstGeom prst="roundRect">
            <a:avLst>
              <a:gd name="adj" fmla="val 19426"/>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280"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2</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3</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9</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10</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11</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12</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13</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14</a:t>
            </a:r>
          </a:p>
        </p:txBody>
      </p:sp>
      <p:sp>
        <p:nvSpPr>
          <p:cNvPr id="281" name="8"/>
          <p:cNvSpPr/>
          <p:nvPr/>
        </p:nvSpPr>
        <p:spPr>
          <a:xfrm>
            <a:off x="6082451" y="3848815"/>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282" name="6"/>
          <p:cNvSpPr/>
          <p:nvPr/>
        </p:nvSpPr>
        <p:spPr>
          <a:xfrm>
            <a:off x="6082451" y="3155632"/>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27850992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285" name="12"/>
          <p:cNvSpPr/>
          <p:nvPr/>
        </p:nvSpPr>
        <p:spPr>
          <a:xfrm>
            <a:off x="4780701" y="5847635"/>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286" name="13"/>
          <p:cNvSpPr/>
          <p:nvPr/>
        </p:nvSpPr>
        <p:spPr>
          <a:xfrm>
            <a:off x="8396273" y="5480447"/>
            <a:ext cx="539473" cy="979607"/>
          </a:xfrm>
          <a:prstGeom prst="roundRect">
            <a:avLst>
              <a:gd name="adj" fmla="val 24829"/>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287" name="14"/>
          <p:cNvSpPr/>
          <p:nvPr/>
        </p:nvSpPr>
        <p:spPr>
          <a:xfrm>
            <a:off x="8934316" y="5481836"/>
            <a:ext cx="689531" cy="692905"/>
          </a:xfrm>
          <a:prstGeom prst="roundRect">
            <a:avLst>
              <a:gd name="adj" fmla="val 18438"/>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288" name="10"/>
          <p:cNvSpPr/>
          <p:nvPr/>
        </p:nvSpPr>
        <p:spPr>
          <a:xfrm>
            <a:off x="9195638" y="5019734"/>
            <a:ext cx="421980" cy="456059"/>
          </a:xfrm>
          <a:prstGeom prst="roundRect">
            <a:avLst>
              <a:gd name="adj" fmla="val 26414"/>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289"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290" name="11"/>
          <p:cNvSpPr/>
          <p:nvPr/>
        </p:nvSpPr>
        <p:spPr>
          <a:xfrm>
            <a:off x="5087704" y="5019734"/>
            <a:ext cx="421980" cy="456059"/>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291" name="9"/>
          <p:cNvSpPr/>
          <p:nvPr/>
        </p:nvSpPr>
        <p:spPr>
          <a:xfrm>
            <a:off x="7176318" y="4359196"/>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292"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293"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294" name="3"/>
          <p:cNvSpPr/>
          <p:nvPr/>
        </p:nvSpPr>
        <p:spPr>
          <a:xfrm>
            <a:off x="8536310" y="2266677"/>
            <a:ext cx="689531" cy="1251863"/>
          </a:xfrm>
          <a:prstGeom prst="roundRect">
            <a:avLst>
              <a:gd name="adj" fmla="val 18438"/>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295" name="4"/>
          <p:cNvSpPr/>
          <p:nvPr/>
        </p:nvSpPr>
        <p:spPr>
          <a:xfrm>
            <a:off x="9223539" y="2846010"/>
            <a:ext cx="689531" cy="692904"/>
          </a:xfrm>
          <a:prstGeom prst="roundRect">
            <a:avLst>
              <a:gd name="adj" fmla="val 18438"/>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296" name="2"/>
          <p:cNvSpPr/>
          <p:nvPr/>
        </p:nvSpPr>
        <p:spPr>
          <a:xfrm>
            <a:off x="7874759" y="2256869"/>
            <a:ext cx="689531" cy="692904"/>
          </a:xfrm>
          <a:prstGeom prst="roundRect">
            <a:avLst>
              <a:gd name="adj" fmla="val 19426"/>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297"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2</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3</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9</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10</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11</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12</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13</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14</a:t>
            </a:r>
          </a:p>
        </p:txBody>
      </p:sp>
      <p:sp>
        <p:nvSpPr>
          <p:cNvPr id="298" name="8"/>
          <p:cNvSpPr/>
          <p:nvPr/>
        </p:nvSpPr>
        <p:spPr>
          <a:xfrm>
            <a:off x="6082451" y="3848815"/>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299" name="6"/>
          <p:cNvSpPr/>
          <p:nvPr/>
        </p:nvSpPr>
        <p:spPr>
          <a:xfrm>
            <a:off x="6082451" y="3155632"/>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300" name="Line"/>
          <p:cNvSpPr/>
          <p:nvPr/>
        </p:nvSpPr>
        <p:spPr>
          <a:xfrm flipV="1">
            <a:off x="5224279" y="5399936"/>
            <a:ext cx="0" cy="540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301" name="Line"/>
          <p:cNvSpPr/>
          <p:nvPr/>
        </p:nvSpPr>
        <p:spPr>
          <a:xfrm>
            <a:off x="5373107" y="5418907"/>
            <a:ext cx="0" cy="540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32579023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304" name="12"/>
          <p:cNvSpPr/>
          <p:nvPr/>
        </p:nvSpPr>
        <p:spPr>
          <a:xfrm>
            <a:off x="4780701" y="5728573"/>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305" name="13"/>
          <p:cNvSpPr/>
          <p:nvPr/>
        </p:nvSpPr>
        <p:spPr>
          <a:xfrm>
            <a:off x="8396273" y="5480447"/>
            <a:ext cx="539473" cy="979607"/>
          </a:xfrm>
          <a:prstGeom prst="roundRect">
            <a:avLst>
              <a:gd name="adj" fmla="val 24829"/>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306" name="14"/>
          <p:cNvSpPr/>
          <p:nvPr/>
        </p:nvSpPr>
        <p:spPr>
          <a:xfrm>
            <a:off x="8934316" y="5481836"/>
            <a:ext cx="689531" cy="692905"/>
          </a:xfrm>
          <a:prstGeom prst="roundRect">
            <a:avLst>
              <a:gd name="adj" fmla="val 18438"/>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307" name="10"/>
          <p:cNvSpPr/>
          <p:nvPr/>
        </p:nvSpPr>
        <p:spPr>
          <a:xfrm>
            <a:off x="9195638" y="5019734"/>
            <a:ext cx="421980" cy="456059"/>
          </a:xfrm>
          <a:prstGeom prst="roundRect">
            <a:avLst>
              <a:gd name="adj" fmla="val 26414"/>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308"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309" name="11"/>
          <p:cNvSpPr/>
          <p:nvPr/>
        </p:nvSpPr>
        <p:spPr>
          <a:xfrm>
            <a:off x="5092867" y="5272742"/>
            <a:ext cx="421980" cy="456059"/>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310" name="9"/>
          <p:cNvSpPr/>
          <p:nvPr/>
        </p:nvSpPr>
        <p:spPr>
          <a:xfrm>
            <a:off x="7176318" y="4359196"/>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311"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312"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313" name="3"/>
          <p:cNvSpPr/>
          <p:nvPr/>
        </p:nvSpPr>
        <p:spPr>
          <a:xfrm>
            <a:off x="8536310" y="2266677"/>
            <a:ext cx="689531" cy="1251863"/>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314" name="4"/>
          <p:cNvSpPr/>
          <p:nvPr/>
        </p:nvSpPr>
        <p:spPr>
          <a:xfrm>
            <a:off x="9223539" y="2846010"/>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315" name="2"/>
          <p:cNvSpPr/>
          <p:nvPr/>
        </p:nvSpPr>
        <p:spPr>
          <a:xfrm>
            <a:off x="7874759" y="2256869"/>
            <a:ext cx="689531" cy="692904"/>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316"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2</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3</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9</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10</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11</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12</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13</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14</a:t>
            </a:r>
          </a:p>
        </p:txBody>
      </p:sp>
      <p:sp>
        <p:nvSpPr>
          <p:cNvPr id="317" name="8"/>
          <p:cNvSpPr/>
          <p:nvPr/>
        </p:nvSpPr>
        <p:spPr>
          <a:xfrm>
            <a:off x="6082451" y="3848815"/>
            <a:ext cx="689531" cy="692905"/>
          </a:xfrm>
          <a:prstGeom prst="roundRect">
            <a:avLst>
              <a:gd name="adj" fmla="val 18438"/>
            </a:avLst>
          </a:prstGeom>
          <a:blipFill>
            <a:blip r:embed="rId4"/>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318" name="6"/>
          <p:cNvSpPr/>
          <p:nvPr/>
        </p:nvSpPr>
        <p:spPr>
          <a:xfrm>
            <a:off x="6082451" y="3155632"/>
            <a:ext cx="689531" cy="692905"/>
          </a:xfrm>
          <a:prstGeom prst="roundRect">
            <a:avLst>
              <a:gd name="adj" fmla="val 19426"/>
            </a:avLst>
          </a:prstGeom>
          <a:blipFill>
            <a:blip r:embed="rId4"/>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29537118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321" name="12"/>
          <p:cNvSpPr/>
          <p:nvPr/>
        </p:nvSpPr>
        <p:spPr>
          <a:xfrm>
            <a:off x="4780701" y="5728573"/>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322" name="13"/>
          <p:cNvSpPr/>
          <p:nvPr/>
        </p:nvSpPr>
        <p:spPr>
          <a:xfrm>
            <a:off x="8396273" y="5480447"/>
            <a:ext cx="539473" cy="979607"/>
          </a:xfrm>
          <a:prstGeom prst="roundRect">
            <a:avLst>
              <a:gd name="adj" fmla="val 24829"/>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323" name="14"/>
          <p:cNvSpPr/>
          <p:nvPr/>
        </p:nvSpPr>
        <p:spPr>
          <a:xfrm>
            <a:off x="8934316" y="5481836"/>
            <a:ext cx="689531" cy="692905"/>
          </a:xfrm>
          <a:prstGeom prst="roundRect">
            <a:avLst>
              <a:gd name="adj" fmla="val 18438"/>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324" name="10"/>
          <p:cNvSpPr/>
          <p:nvPr/>
        </p:nvSpPr>
        <p:spPr>
          <a:xfrm>
            <a:off x="9195638" y="5019734"/>
            <a:ext cx="421980" cy="456059"/>
          </a:xfrm>
          <a:prstGeom prst="roundRect">
            <a:avLst>
              <a:gd name="adj" fmla="val 26414"/>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325"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326" name="11"/>
          <p:cNvSpPr/>
          <p:nvPr/>
        </p:nvSpPr>
        <p:spPr>
          <a:xfrm>
            <a:off x="5092867" y="5272742"/>
            <a:ext cx="421980" cy="456059"/>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327" name="9"/>
          <p:cNvSpPr/>
          <p:nvPr/>
        </p:nvSpPr>
        <p:spPr>
          <a:xfrm>
            <a:off x="7176318" y="4359196"/>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328"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329"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330" name="3"/>
          <p:cNvSpPr/>
          <p:nvPr/>
        </p:nvSpPr>
        <p:spPr>
          <a:xfrm>
            <a:off x="8536310" y="2266677"/>
            <a:ext cx="689531" cy="1251863"/>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331" name="4"/>
          <p:cNvSpPr/>
          <p:nvPr/>
        </p:nvSpPr>
        <p:spPr>
          <a:xfrm>
            <a:off x="9223539" y="2846010"/>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332" name="2"/>
          <p:cNvSpPr/>
          <p:nvPr/>
        </p:nvSpPr>
        <p:spPr>
          <a:xfrm>
            <a:off x="7874759" y="2256869"/>
            <a:ext cx="689531" cy="692904"/>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333"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2</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3</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9</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10</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11</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12</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13</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14</a:t>
            </a:r>
          </a:p>
        </p:txBody>
      </p:sp>
      <p:sp>
        <p:nvSpPr>
          <p:cNvPr id="334" name="8"/>
          <p:cNvSpPr/>
          <p:nvPr/>
        </p:nvSpPr>
        <p:spPr>
          <a:xfrm>
            <a:off x="6082451" y="3848815"/>
            <a:ext cx="689531" cy="692905"/>
          </a:xfrm>
          <a:prstGeom prst="roundRect">
            <a:avLst>
              <a:gd name="adj" fmla="val 18438"/>
            </a:avLst>
          </a:prstGeom>
          <a:blipFill>
            <a:blip r:embed="rId4"/>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335" name="6"/>
          <p:cNvSpPr/>
          <p:nvPr/>
        </p:nvSpPr>
        <p:spPr>
          <a:xfrm>
            <a:off x="6082451" y="3155632"/>
            <a:ext cx="689531" cy="692905"/>
          </a:xfrm>
          <a:prstGeom prst="roundRect">
            <a:avLst>
              <a:gd name="adj" fmla="val 19426"/>
            </a:avLst>
          </a:prstGeom>
          <a:blipFill>
            <a:blip r:embed="rId4"/>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336" name="Line"/>
          <p:cNvSpPr/>
          <p:nvPr/>
        </p:nvSpPr>
        <p:spPr>
          <a:xfrm flipH="1" flipV="1">
            <a:off x="6650838" y="4246815"/>
            <a:ext cx="720000" cy="252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337" name="Line"/>
          <p:cNvSpPr/>
          <p:nvPr/>
        </p:nvSpPr>
        <p:spPr>
          <a:xfrm>
            <a:off x="6651774" y="4391202"/>
            <a:ext cx="720000" cy="252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15353440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340" name="12"/>
          <p:cNvSpPr/>
          <p:nvPr/>
        </p:nvSpPr>
        <p:spPr>
          <a:xfrm>
            <a:off x="4780701" y="5728573"/>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341" name="13"/>
          <p:cNvSpPr/>
          <p:nvPr/>
        </p:nvSpPr>
        <p:spPr>
          <a:xfrm>
            <a:off x="8396273" y="5480447"/>
            <a:ext cx="539473" cy="979607"/>
          </a:xfrm>
          <a:prstGeom prst="roundRect">
            <a:avLst>
              <a:gd name="adj" fmla="val 24829"/>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342" name="14"/>
          <p:cNvSpPr/>
          <p:nvPr/>
        </p:nvSpPr>
        <p:spPr>
          <a:xfrm>
            <a:off x="8934316" y="5481836"/>
            <a:ext cx="689531" cy="692905"/>
          </a:xfrm>
          <a:prstGeom prst="roundRect">
            <a:avLst>
              <a:gd name="adj" fmla="val 18438"/>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343" name="10"/>
          <p:cNvSpPr/>
          <p:nvPr/>
        </p:nvSpPr>
        <p:spPr>
          <a:xfrm>
            <a:off x="9195638" y="5019734"/>
            <a:ext cx="421980" cy="456059"/>
          </a:xfrm>
          <a:prstGeom prst="roundRect">
            <a:avLst>
              <a:gd name="adj" fmla="val 26414"/>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344"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345" name="11"/>
          <p:cNvSpPr/>
          <p:nvPr/>
        </p:nvSpPr>
        <p:spPr>
          <a:xfrm>
            <a:off x="5092867" y="5272742"/>
            <a:ext cx="421980" cy="456059"/>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346" name="9"/>
          <p:cNvSpPr/>
          <p:nvPr/>
        </p:nvSpPr>
        <p:spPr>
          <a:xfrm>
            <a:off x="6923310" y="4186555"/>
            <a:ext cx="959486" cy="548046"/>
          </a:xfrm>
          <a:prstGeom prst="roundRect">
            <a:avLst>
              <a:gd name="adj" fmla="val 24441"/>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347"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348"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349" name="3"/>
          <p:cNvSpPr/>
          <p:nvPr/>
        </p:nvSpPr>
        <p:spPr>
          <a:xfrm>
            <a:off x="8536310" y="2266677"/>
            <a:ext cx="689531" cy="1251863"/>
          </a:xfrm>
          <a:prstGeom prst="roundRect">
            <a:avLst>
              <a:gd name="adj" fmla="val 18438"/>
            </a:avLst>
          </a:prstGeom>
          <a:blipFill>
            <a:blip r:embed="rId4"/>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350" name="4"/>
          <p:cNvSpPr/>
          <p:nvPr/>
        </p:nvSpPr>
        <p:spPr>
          <a:xfrm>
            <a:off x="9223539" y="2846010"/>
            <a:ext cx="689531" cy="692904"/>
          </a:xfrm>
          <a:prstGeom prst="roundRect">
            <a:avLst>
              <a:gd name="adj" fmla="val 18438"/>
            </a:avLst>
          </a:prstGeom>
          <a:blipFill>
            <a:blip r:embed="rId4"/>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351" name="2"/>
          <p:cNvSpPr/>
          <p:nvPr/>
        </p:nvSpPr>
        <p:spPr>
          <a:xfrm>
            <a:off x="7874759" y="2256869"/>
            <a:ext cx="689531" cy="692904"/>
          </a:xfrm>
          <a:prstGeom prst="roundRect">
            <a:avLst>
              <a:gd name="adj" fmla="val 19426"/>
            </a:avLst>
          </a:prstGeom>
          <a:blipFill>
            <a:blip r:embed="rId4"/>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352"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2</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3</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9</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10</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11</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12</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13</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14</a:t>
            </a:r>
          </a:p>
        </p:txBody>
      </p:sp>
      <p:sp>
        <p:nvSpPr>
          <p:cNvPr id="353" name="8"/>
          <p:cNvSpPr/>
          <p:nvPr/>
        </p:nvSpPr>
        <p:spPr>
          <a:xfrm>
            <a:off x="6237232" y="3872627"/>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354" name="6"/>
          <p:cNvSpPr/>
          <p:nvPr/>
        </p:nvSpPr>
        <p:spPr>
          <a:xfrm>
            <a:off x="6237232" y="3179445"/>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24816569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357" name="12"/>
          <p:cNvSpPr/>
          <p:nvPr/>
        </p:nvSpPr>
        <p:spPr>
          <a:xfrm>
            <a:off x="4780701" y="5728573"/>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358" name="13"/>
          <p:cNvSpPr/>
          <p:nvPr/>
        </p:nvSpPr>
        <p:spPr>
          <a:xfrm>
            <a:off x="8396273" y="5480447"/>
            <a:ext cx="539473" cy="979607"/>
          </a:xfrm>
          <a:prstGeom prst="roundRect">
            <a:avLst>
              <a:gd name="adj" fmla="val 24829"/>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359" name="14"/>
          <p:cNvSpPr/>
          <p:nvPr/>
        </p:nvSpPr>
        <p:spPr>
          <a:xfrm>
            <a:off x="8934316" y="5481836"/>
            <a:ext cx="689531" cy="692905"/>
          </a:xfrm>
          <a:prstGeom prst="roundRect">
            <a:avLst>
              <a:gd name="adj" fmla="val 18438"/>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360" name="10"/>
          <p:cNvSpPr/>
          <p:nvPr/>
        </p:nvSpPr>
        <p:spPr>
          <a:xfrm>
            <a:off x="9195638" y="5019734"/>
            <a:ext cx="421980" cy="456059"/>
          </a:xfrm>
          <a:prstGeom prst="roundRect">
            <a:avLst>
              <a:gd name="adj" fmla="val 26414"/>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361"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362" name="11"/>
          <p:cNvSpPr/>
          <p:nvPr/>
        </p:nvSpPr>
        <p:spPr>
          <a:xfrm>
            <a:off x="5092867" y="5272742"/>
            <a:ext cx="421980" cy="456059"/>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363" name="9"/>
          <p:cNvSpPr/>
          <p:nvPr/>
        </p:nvSpPr>
        <p:spPr>
          <a:xfrm>
            <a:off x="6923310" y="4186555"/>
            <a:ext cx="959486" cy="548046"/>
          </a:xfrm>
          <a:prstGeom prst="roundRect">
            <a:avLst>
              <a:gd name="adj" fmla="val 24441"/>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364"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365"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366" name="3"/>
          <p:cNvSpPr/>
          <p:nvPr/>
        </p:nvSpPr>
        <p:spPr>
          <a:xfrm>
            <a:off x="8536310" y="2266677"/>
            <a:ext cx="689531" cy="1251863"/>
          </a:xfrm>
          <a:prstGeom prst="roundRect">
            <a:avLst>
              <a:gd name="adj" fmla="val 18438"/>
            </a:avLst>
          </a:prstGeom>
          <a:blipFill>
            <a:blip r:embed="rId4"/>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367" name="4"/>
          <p:cNvSpPr/>
          <p:nvPr/>
        </p:nvSpPr>
        <p:spPr>
          <a:xfrm>
            <a:off x="9223539" y="2846010"/>
            <a:ext cx="689531" cy="692904"/>
          </a:xfrm>
          <a:prstGeom prst="roundRect">
            <a:avLst>
              <a:gd name="adj" fmla="val 18438"/>
            </a:avLst>
          </a:prstGeom>
          <a:blipFill>
            <a:blip r:embed="rId4"/>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368" name="2"/>
          <p:cNvSpPr/>
          <p:nvPr/>
        </p:nvSpPr>
        <p:spPr>
          <a:xfrm>
            <a:off x="7874759" y="2256869"/>
            <a:ext cx="689531" cy="692904"/>
          </a:xfrm>
          <a:prstGeom prst="roundRect">
            <a:avLst>
              <a:gd name="adj" fmla="val 19426"/>
            </a:avLst>
          </a:prstGeom>
          <a:blipFill>
            <a:blip r:embed="rId4"/>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369"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2</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3</a:t>
            </a:r>
          </a:p>
          <a:p>
            <a:pPr defTabSz="410751" hangingPunct="0">
              <a:defRPr>
                <a:solidFill>
                  <a:srgbClr val="BC8027">
                    <a:hueOff val="102361"/>
                    <a:satOff val="14118"/>
                    <a:lumOff val="10675"/>
                  </a:srgbClr>
                </a:solidFill>
              </a:defRPr>
            </a:pPr>
            <a:r>
              <a:rPr sz="2000" kern="0" dirty="0">
                <a:solidFill>
                  <a:srgbClr val="BC8027">
                    <a:hueOff val="102361"/>
                    <a:satOff val="14118"/>
                    <a:lumOff val="10675"/>
                  </a:srgbClr>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9</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10</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11</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12</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13</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14</a:t>
            </a:r>
          </a:p>
        </p:txBody>
      </p:sp>
      <p:sp>
        <p:nvSpPr>
          <p:cNvPr id="370" name="8"/>
          <p:cNvSpPr/>
          <p:nvPr/>
        </p:nvSpPr>
        <p:spPr>
          <a:xfrm>
            <a:off x="6237232" y="3872627"/>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371" name="6"/>
          <p:cNvSpPr/>
          <p:nvPr/>
        </p:nvSpPr>
        <p:spPr>
          <a:xfrm>
            <a:off x="6237232" y="3179445"/>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372" name="Line"/>
          <p:cNvSpPr/>
          <p:nvPr/>
        </p:nvSpPr>
        <p:spPr>
          <a:xfrm flipV="1">
            <a:off x="7428812" y="3119962"/>
            <a:ext cx="900000" cy="900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373" name="Line"/>
          <p:cNvSpPr/>
          <p:nvPr/>
        </p:nvSpPr>
        <p:spPr>
          <a:xfrm flipH="1">
            <a:off x="7606725" y="3220640"/>
            <a:ext cx="900000" cy="900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37544235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376" name="12"/>
          <p:cNvSpPr/>
          <p:nvPr/>
        </p:nvSpPr>
        <p:spPr>
          <a:xfrm>
            <a:off x="4780701" y="5728573"/>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377" name="13"/>
          <p:cNvSpPr/>
          <p:nvPr/>
        </p:nvSpPr>
        <p:spPr>
          <a:xfrm>
            <a:off x="8396273" y="5480447"/>
            <a:ext cx="539473" cy="979607"/>
          </a:xfrm>
          <a:prstGeom prst="roundRect">
            <a:avLst>
              <a:gd name="adj" fmla="val 24829"/>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378" name="14"/>
          <p:cNvSpPr/>
          <p:nvPr/>
        </p:nvSpPr>
        <p:spPr>
          <a:xfrm>
            <a:off x="8934316" y="5481836"/>
            <a:ext cx="689531" cy="692905"/>
          </a:xfrm>
          <a:prstGeom prst="roundRect">
            <a:avLst>
              <a:gd name="adj" fmla="val 18438"/>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379" name="10"/>
          <p:cNvSpPr/>
          <p:nvPr/>
        </p:nvSpPr>
        <p:spPr>
          <a:xfrm>
            <a:off x="9195638" y="5019734"/>
            <a:ext cx="421980" cy="456059"/>
          </a:xfrm>
          <a:prstGeom prst="roundRect">
            <a:avLst>
              <a:gd name="adj" fmla="val 26414"/>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380"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381" name="11"/>
          <p:cNvSpPr/>
          <p:nvPr/>
        </p:nvSpPr>
        <p:spPr>
          <a:xfrm>
            <a:off x="5092867" y="5272742"/>
            <a:ext cx="421980" cy="456059"/>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382" name="9"/>
          <p:cNvSpPr/>
          <p:nvPr/>
        </p:nvSpPr>
        <p:spPr>
          <a:xfrm>
            <a:off x="7432302" y="3865086"/>
            <a:ext cx="959486" cy="548046"/>
          </a:xfrm>
          <a:prstGeom prst="roundRect">
            <a:avLst>
              <a:gd name="adj" fmla="val 24441"/>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383"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384"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385" name="3"/>
          <p:cNvSpPr/>
          <p:nvPr/>
        </p:nvSpPr>
        <p:spPr>
          <a:xfrm>
            <a:off x="8089825" y="2606005"/>
            <a:ext cx="689531" cy="1251863"/>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386" name="4"/>
          <p:cNvSpPr/>
          <p:nvPr/>
        </p:nvSpPr>
        <p:spPr>
          <a:xfrm>
            <a:off x="8777054" y="3185339"/>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387" name="2"/>
          <p:cNvSpPr/>
          <p:nvPr/>
        </p:nvSpPr>
        <p:spPr>
          <a:xfrm>
            <a:off x="7428275" y="2596197"/>
            <a:ext cx="689531" cy="692904"/>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388"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9</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10</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11</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12</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13</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14</a:t>
            </a:r>
          </a:p>
        </p:txBody>
      </p:sp>
      <p:sp>
        <p:nvSpPr>
          <p:cNvPr id="389" name="8"/>
          <p:cNvSpPr/>
          <p:nvPr/>
        </p:nvSpPr>
        <p:spPr>
          <a:xfrm>
            <a:off x="6746225" y="3551158"/>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390" name="6"/>
          <p:cNvSpPr/>
          <p:nvPr/>
        </p:nvSpPr>
        <p:spPr>
          <a:xfrm>
            <a:off x="6746225" y="2857976"/>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442318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393" name="12"/>
          <p:cNvSpPr/>
          <p:nvPr/>
        </p:nvSpPr>
        <p:spPr>
          <a:xfrm>
            <a:off x="4780701" y="5728573"/>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394" name="13"/>
          <p:cNvSpPr/>
          <p:nvPr/>
        </p:nvSpPr>
        <p:spPr>
          <a:xfrm>
            <a:off x="8396273" y="5480447"/>
            <a:ext cx="539473" cy="979607"/>
          </a:xfrm>
          <a:prstGeom prst="roundRect">
            <a:avLst>
              <a:gd name="adj" fmla="val 24829"/>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395" name="14"/>
          <p:cNvSpPr/>
          <p:nvPr/>
        </p:nvSpPr>
        <p:spPr>
          <a:xfrm>
            <a:off x="8934316" y="5481836"/>
            <a:ext cx="689531" cy="692905"/>
          </a:xfrm>
          <a:prstGeom prst="roundRect">
            <a:avLst>
              <a:gd name="adj" fmla="val 18438"/>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396" name="10"/>
          <p:cNvSpPr/>
          <p:nvPr/>
        </p:nvSpPr>
        <p:spPr>
          <a:xfrm>
            <a:off x="9195638" y="5019734"/>
            <a:ext cx="421980" cy="456059"/>
          </a:xfrm>
          <a:prstGeom prst="roundRect">
            <a:avLst>
              <a:gd name="adj" fmla="val 26414"/>
            </a:avLst>
          </a:prstGeom>
          <a:solidFill>
            <a:schemeClr val="accent6"/>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397"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398" name="11"/>
          <p:cNvSpPr/>
          <p:nvPr/>
        </p:nvSpPr>
        <p:spPr>
          <a:xfrm>
            <a:off x="5092867" y="5272742"/>
            <a:ext cx="421980" cy="456059"/>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399" name="9"/>
          <p:cNvSpPr/>
          <p:nvPr/>
        </p:nvSpPr>
        <p:spPr>
          <a:xfrm>
            <a:off x="7432302" y="3865086"/>
            <a:ext cx="959486" cy="548046"/>
          </a:xfrm>
          <a:prstGeom prst="roundRect">
            <a:avLst>
              <a:gd name="adj" fmla="val 24441"/>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400"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401"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402" name="3"/>
          <p:cNvSpPr/>
          <p:nvPr/>
        </p:nvSpPr>
        <p:spPr>
          <a:xfrm>
            <a:off x="8089825" y="2606005"/>
            <a:ext cx="689531" cy="1251863"/>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403" name="4"/>
          <p:cNvSpPr/>
          <p:nvPr/>
        </p:nvSpPr>
        <p:spPr>
          <a:xfrm>
            <a:off x="8777054" y="3185339"/>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404" name="2"/>
          <p:cNvSpPr/>
          <p:nvPr/>
        </p:nvSpPr>
        <p:spPr>
          <a:xfrm>
            <a:off x="7428275" y="2596197"/>
            <a:ext cx="689531" cy="692904"/>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405"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9</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10</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11</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12</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13</a:t>
            </a:r>
          </a:p>
          <a:p>
            <a:pPr defTabSz="410751" hangingPunct="0">
              <a:defRPr>
                <a:solidFill>
                  <a:srgbClr val="5747C1">
                    <a:hueOff val="-241736"/>
                    <a:satOff val="29413"/>
                    <a:lumOff val="20727"/>
                  </a:srgbClr>
                </a:solidFill>
              </a:defRPr>
            </a:pPr>
            <a:r>
              <a:rPr sz="2000" kern="0" dirty="0">
                <a:solidFill>
                  <a:srgbClr val="5747C1">
                    <a:hueOff val="-241736"/>
                    <a:satOff val="29413"/>
                    <a:lumOff val="20727"/>
                  </a:srgbClr>
                </a:solidFill>
                <a:latin typeface="Arial" panose="020B0604020202020204" pitchFamily="34" charset="0"/>
                <a:cs typeface="Arial" panose="020B0604020202020204" pitchFamily="34" charset="0"/>
                <a:sym typeface="Menlo"/>
              </a:rPr>
              <a:t>Magnet 14</a:t>
            </a:r>
          </a:p>
        </p:txBody>
      </p:sp>
      <p:sp>
        <p:nvSpPr>
          <p:cNvPr id="406" name="8"/>
          <p:cNvSpPr/>
          <p:nvPr/>
        </p:nvSpPr>
        <p:spPr>
          <a:xfrm>
            <a:off x="6746225" y="3551158"/>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407" name="6"/>
          <p:cNvSpPr/>
          <p:nvPr/>
        </p:nvSpPr>
        <p:spPr>
          <a:xfrm>
            <a:off x="6746225" y="2857976"/>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408" name="Line"/>
          <p:cNvSpPr/>
          <p:nvPr/>
        </p:nvSpPr>
        <p:spPr>
          <a:xfrm>
            <a:off x="8501535" y="4386032"/>
            <a:ext cx="576000" cy="864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409" name="Line"/>
          <p:cNvSpPr/>
          <p:nvPr/>
        </p:nvSpPr>
        <p:spPr>
          <a:xfrm flipH="1" flipV="1">
            <a:off x="8223758" y="4476505"/>
            <a:ext cx="576000" cy="864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30985053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412" name="12"/>
          <p:cNvSpPr/>
          <p:nvPr/>
        </p:nvSpPr>
        <p:spPr>
          <a:xfrm>
            <a:off x="4780701" y="5728573"/>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413" name="13"/>
          <p:cNvSpPr/>
          <p:nvPr/>
        </p:nvSpPr>
        <p:spPr>
          <a:xfrm>
            <a:off x="7922999" y="4940201"/>
            <a:ext cx="539473" cy="979607"/>
          </a:xfrm>
          <a:prstGeom prst="roundRect">
            <a:avLst>
              <a:gd name="adj" fmla="val 24829"/>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414" name="14"/>
          <p:cNvSpPr/>
          <p:nvPr/>
        </p:nvSpPr>
        <p:spPr>
          <a:xfrm>
            <a:off x="8461042" y="4941590"/>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415" name="10"/>
          <p:cNvSpPr/>
          <p:nvPr/>
        </p:nvSpPr>
        <p:spPr>
          <a:xfrm>
            <a:off x="8722365" y="4479488"/>
            <a:ext cx="421980" cy="456059"/>
          </a:xfrm>
          <a:prstGeom prst="roundRect">
            <a:avLst>
              <a:gd name="adj" fmla="val 26414"/>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416"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417" name="11"/>
          <p:cNvSpPr/>
          <p:nvPr/>
        </p:nvSpPr>
        <p:spPr>
          <a:xfrm>
            <a:off x="5092867" y="5272742"/>
            <a:ext cx="421980" cy="456059"/>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418" name="9"/>
          <p:cNvSpPr/>
          <p:nvPr/>
        </p:nvSpPr>
        <p:spPr>
          <a:xfrm>
            <a:off x="7762701" y="4396641"/>
            <a:ext cx="959486" cy="548045"/>
          </a:xfrm>
          <a:prstGeom prst="roundRect">
            <a:avLst>
              <a:gd name="adj" fmla="val 24441"/>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419"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420"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421" name="3"/>
          <p:cNvSpPr/>
          <p:nvPr/>
        </p:nvSpPr>
        <p:spPr>
          <a:xfrm>
            <a:off x="8420224" y="3137560"/>
            <a:ext cx="689531" cy="1251863"/>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422" name="4"/>
          <p:cNvSpPr/>
          <p:nvPr/>
        </p:nvSpPr>
        <p:spPr>
          <a:xfrm>
            <a:off x="9107453" y="3716893"/>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423" name="2"/>
          <p:cNvSpPr/>
          <p:nvPr/>
        </p:nvSpPr>
        <p:spPr>
          <a:xfrm>
            <a:off x="7758673" y="3127751"/>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424" name="8"/>
          <p:cNvSpPr/>
          <p:nvPr/>
        </p:nvSpPr>
        <p:spPr>
          <a:xfrm>
            <a:off x="7076623" y="4082713"/>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425" name="6"/>
          <p:cNvSpPr/>
          <p:nvPr/>
        </p:nvSpPr>
        <p:spPr>
          <a:xfrm>
            <a:off x="7076623" y="3389531"/>
            <a:ext cx="689531" cy="692904"/>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426"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9</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10</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11</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14</a:t>
            </a: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35614746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429" name="12"/>
          <p:cNvSpPr/>
          <p:nvPr/>
        </p:nvSpPr>
        <p:spPr>
          <a:xfrm>
            <a:off x="4780701" y="5728573"/>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430" name="13"/>
          <p:cNvSpPr/>
          <p:nvPr/>
        </p:nvSpPr>
        <p:spPr>
          <a:xfrm>
            <a:off x="7922999" y="4940201"/>
            <a:ext cx="539473" cy="979607"/>
          </a:xfrm>
          <a:prstGeom prst="roundRect">
            <a:avLst>
              <a:gd name="adj" fmla="val 24829"/>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431" name="14"/>
          <p:cNvSpPr/>
          <p:nvPr/>
        </p:nvSpPr>
        <p:spPr>
          <a:xfrm>
            <a:off x="8461042" y="4941590"/>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432" name="10"/>
          <p:cNvSpPr/>
          <p:nvPr/>
        </p:nvSpPr>
        <p:spPr>
          <a:xfrm>
            <a:off x="8722365" y="4479488"/>
            <a:ext cx="421980" cy="456059"/>
          </a:xfrm>
          <a:prstGeom prst="roundRect">
            <a:avLst>
              <a:gd name="adj" fmla="val 26414"/>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433" name="7"/>
          <p:cNvSpPr/>
          <p:nvPr/>
        </p:nvSpPr>
        <p:spPr>
          <a:xfrm>
            <a:off x="3751188" y="4194413"/>
            <a:ext cx="539473" cy="1251863"/>
          </a:xfrm>
          <a:prstGeom prst="roundRect">
            <a:avLst>
              <a:gd name="adj" fmla="val 23567"/>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434" name="11"/>
          <p:cNvSpPr/>
          <p:nvPr/>
        </p:nvSpPr>
        <p:spPr>
          <a:xfrm>
            <a:off x="5092867" y="5272742"/>
            <a:ext cx="421980" cy="456059"/>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435" name="9"/>
          <p:cNvSpPr/>
          <p:nvPr/>
        </p:nvSpPr>
        <p:spPr>
          <a:xfrm>
            <a:off x="7762701" y="4396641"/>
            <a:ext cx="959486" cy="548045"/>
          </a:xfrm>
          <a:prstGeom prst="roundRect">
            <a:avLst>
              <a:gd name="adj" fmla="val 24441"/>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436" name="5"/>
          <p:cNvSpPr/>
          <p:nvPr/>
        </p:nvSpPr>
        <p:spPr>
          <a:xfrm>
            <a:off x="3541181" y="3154978"/>
            <a:ext cx="959486" cy="548045"/>
          </a:xfrm>
          <a:prstGeom prst="roundRect">
            <a:avLst>
              <a:gd name="adj" fmla="val 24441"/>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437"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438" name="3"/>
          <p:cNvSpPr/>
          <p:nvPr/>
        </p:nvSpPr>
        <p:spPr>
          <a:xfrm>
            <a:off x="8420224" y="3137560"/>
            <a:ext cx="689531" cy="1251863"/>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439" name="4"/>
          <p:cNvSpPr/>
          <p:nvPr/>
        </p:nvSpPr>
        <p:spPr>
          <a:xfrm>
            <a:off x="9107453" y="3716893"/>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440" name="2"/>
          <p:cNvSpPr/>
          <p:nvPr/>
        </p:nvSpPr>
        <p:spPr>
          <a:xfrm>
            <a:off x="7758673" y="3127751"/>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441"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4</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9</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10</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11</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14</a:t>
            </a:r>
          </a:p>
        </p:txBody>
      </p:sp>
      <p:sp>
        <p:nvSpPr>
          <p:cNvPr id="442" name="8"/>
          <p:cNvSpPr/>
          <p:nvPr/>
        </p:nvSpPr>
        <p:spPr>
          <a:xfrm>
            <a:off x="7076623" y="4082713"/>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443" name="6"/>
          <p:cNvSpPr/>
          <p:nvPr/>
        </p:nvSpPr>
        <p:spPr>
          <a:xfrm>
            <a:off x="7076623" y="3389531"/>
            <a:ext cx="689531" cy="692904"/>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444" name="Line"/>
          <p:cNvSpPr/>
          <p:nvPr/>
        </p:nvSpPr>
        <p:spPr>
          <a:xfrm flipH="1" flipV="1">
            <a:off x="4178653" y="5430431"/>
            <a:ext cx="576000" cy="468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445" name="Line"/>
          <p:cNvSpPr/>
          <p:nvPr/>
        </p:nvSpPr>
        <p:spPr>
          <a:xfrm>
            <a:off x="4301068" y="5264990"/>
            <a:ext cx="576000" cy="468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446" name="Line"/>
          <p:cNvSpPr/>
          <p:nvPr/>
        </p:nvSpPr>
        <p:spPr>
          <a:xfrm flipV="1">
            <a:off x="3937991" y="3632414"/>
            <a:ext cx="0" cy="612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447" name="Line"/>
          <p:cNvSpPr/>
          <p:nvPr/>
        </p:nvSpPr>
        <p:spPr>
          <a:xfrm>
            <a:off x="4134444" y="3652844"/>
            <a:ext cx="0" cy="648000"/>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14165638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450" name="12"/>
          <p:cNvSpPr/>
          <p:nvPr/>
        </p:nvSpPr>
        <p:spPr>
          <a:xfrm>
            <a:off x="4344932" y="5442823"/>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451" name="13"/>
          <p:cNvSpPr/>
          <p:nvPr/>
        </p:nvSpPr>
        <p:spPr>
          <a:xfrm>
            <a:off x="7922999" y="4940201"/>
            <a:ext cx="539473" cy="979607"/>
          </a:xfrm>
          <a:prstGeom prst="roundRect">
            <a:avLst>
              <a:gd name="adj" fmla="val 24829"/>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452" name="14"/>
          <p:cNvSpPr/>
          <p:nvPr/>
        </p:nvSpPr>
        <p:spPr>
          <a:xfrm>
            <a:off x="8461042" y="4941590"/>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453" name="10"/>
          <p:cNvSpPr/>
          <p:nvPr/>
        </p:nvSpPr>
        <p:spPr>
          <a:xfrm>
            <a:off x="8722365" y="4479488"/>
            <a:ext cx="421980" cy="456059"/>
          </a:xfrm>
          <a:prstGeom prst="roundRect">
            <a:avLst>
              <a:gd name="adj" fmla="val 26414"/>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454" name="7"/>
          <p:cNvSpPr/>
          <p:nvPr/>
        </p:nvSpPr>
        <p:spPr>
          <a:xfrm>
            <a:off x="4122663" y="4194413"/>
            <a:ext cx="539473" cy="1251863"/>
          </a:xfrm>
          <a:prstGeom prst="roundRect">
            <a:avLst>
              <a:gd name="adj" fmla="val 23567"/>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455" name="11"/>
          <p:cNvSpPr/>
          <p:nvPr/>
        </p:nvSpPr>
        <p:spPr>
          <a:xfrm>
            <a:off x="4657099" y="4986992"/>
            <a:ext cx="421981" cy="456059"/>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456" name="9"/>
          <p:cNvSpPr/>
          <p:nvPr/>
        </p:nvSpPr>
        <p:spPr>
          <a:xfrm>
            <a:off x="7762701" y="4396641"/>
            <a:ext cx="959486" cy="548045"/>
          </a:xfrm>
          <a:prstGeom prst="roundRect">
            <a:avLst>
              <a:gd name="adj" fmla="val 24441"/>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457" name="5"/>
          <p:cNvSpPr/>
          <p:nvPr/>
        </p:nvSpPr>
        <p:spPr>
          <a:xfrm>
            <a:off x="3912657" y="3647896"/>
            <a:ext cx="959485"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458"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459" name="3"/>
          <p:cNvSpPr/>
          <p:nvPr/>
        </p:nvSpPr>
        <p:spPr>
          <a:xfrm>
            <a:off x="8420224" y="3137560"/>
            <a:ext cx="689531" cy="1251863"/>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460" name="4"/>
          <p:cNvSpPr/>
          <p:nvPr/>
        </p:nvSpPr>
        <p:spPr>
          <a:xfrm>
            <a:off x="9107453" y="3716893"/>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461" name="2"/>
          <p:cNvSpPr/>
          <p:nvPr/>
        </p:nvSpPr>
        <p:spPr>
          <a:xfrm>
            <a:off x="7758673" y="3127751"/>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462" name="8"/>
          <p:cNvSpPr/>
          <p:nvPr/>
        </p:nvSpPr>
        <p:spPr>
          <a:xfrm>
            <a:off x="7076623" y="4082713"/>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463" name="6"/>
          <p:cNvSpPr/>
          <p:nvPr/>
        </p:nvSpPr>
        <p:spPr>
          <a:xfrm>
            <a:off x="7076623" y="3389531"/>
            <a:ext cx="689531" cy="692904"/>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464"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4</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9</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10</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11</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14</a:t>
            </a: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29108388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467" name="12"/>
          <p:cNvSpPr/>
          <p:nvPr/>
        </p:nvSpPr>
        <p:spPr>
          <a:xfrm>
            <a:off x="4344932" y="5442823"/>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468" name="13"/>
          <p:cNvSpPr/>
          <p:nvPr/>
        </p:nvSpPr>
        <p:spPr>
          <a:xfrm>
            <a:off x="7922999" y="4940201"/>
            <a:ext cx="539473" cy="979607"/>
          </a:xfrm>
          <a:prstGeom prst="roundRect">
            <a:avLst>
              <a:gd name="adj" fmla="val 24829"/>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469" name="14"/>
          <p:cNvSpPr/>
          <p:nvPr/>
        </p:nvSpPr>
        <p:spPr>
          <a:xfrm>
            <a:off x="8461042" y="4941590"/>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470" name="10"/>
          <p:cNvSpPr/>
          <p:nvPr/>
        </p:nvSpPr>
        <p:spPr>
          <a:xfrm>
            <a:off x="8722365" y="4479488"/>
            <a:ext cx="421980" cy="456059"/>
          </a:xfrm>
          <a:prstGeom prst="roundRect">
            <a:avLst>
              <a:gd name="adj" fmla="val 26414"/>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471" name="7"/>
          <p:cNvSpPr/>
          <p:nvPr/>
        </p:nvSpPr>
        <p:spPr>
          <a:xfrm>
            <a:off x="4122663" y="4194413"/>
            <a:ext cx="539473" cy="1251863"/>
          </a:xfrm>
          <a:prstGeom prst="roundRect">
            <a:avLst>
              <a:gd name="adj" fmla="val 23567"/>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472" name="11"/>
          <p:cNvSpPr/>
          <p:nvPr/>
        </p:nvSpPr>
        <p:spPr>
          <a:xfrm>
            <a:off x="4657099" y="4986992"/>
            <a:ext cx="421981" cy="456059"/>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473" name="9"/>
          <p:cNvSpPr/>
          <p:nvPr/>
        </p:nvSpPr>
        <p:spPr>
          <a:xfrm>
            <a:off x="7762701" y="4396641"/>
            <a:ext cx="959486" cy="548045"/>
          </a:xfrm>
          <a:prstGeom prst="roundRect">
            <a:avLst>
              <a:gd name="adj" fmla="val 24441"/>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474" name="5"/>
          <p:cNvSpPr/>
          <p:nvPr/>
        </p:nvSpPr>
        <p:spPr>
          <a:xfrm>
            <a:off x="3912657" y="3647896"/>
            <a:ext cx="959485"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475" name="1"/>
          <p:cNvSpPr/>
          <p:nvPr/>
        </p:nvSpPr>
        <p:spPr>
          <a:xfrm>
            <a:off x="5087704" y="2416631"/>
            <a:ext cx="345480" cy="373380"/>
          </a:xfrm>
          <a:prstGeom prst="roundRect">
            <a:avLst>
              <a:gd name="adj" fmla="val 26414"/>
            </a:avLst>
          </a:prstGeom>
          <a:solidFill>
            <a:srgbClr val="53585F"/>
          </a:solid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476" name="3"/>
          <p:cNvSpPr/>
          <p:nvPr/>
        </p:nvSpPr>
        <p:spPr>
          <a:xfrm>
            <a:off x="8420224" y="3137560"/>
            <a:ext cx="689531" cy="1251863"/>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477" name="4"/>
          <p:cNvSpPr/>
          <p:nvPr/>
        </p:nvSpPr>
        <p:spPr>
          <a:xfrm>
            <a:off x="9107453" y="3716893"/>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478" name="2"/>
          <p:cNvSpPr/>
          <p:nvPr/>
        </p:nvSpPr>
        <p:spPr>
          <a:xfrm>
            <a:off x="7758673" y="3127751"/>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479" name="8"/>
          <p:cNvSpPr/>
          <p:nvPr/>
        </p:nvSpPr>
        <p:spPr>
          <a:xfrm>
            <a:off x="7076623" y="4082713"/>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480" name="6"/>
          <p:cNvSpPr/>
          <p:nvPr/>
        </p:nvSpPr>
        <p:spPr>
          <a:xfrm>
            <a:off x="7076623" y="3389531"/>
            <a:ext cx="689531" cy="692904"/>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481" name="Line"/>
          <p:cNvSpPr/>
          <p:nvPr/>
        </p:nvSpPr>
        <p:spPr>
          <a:xfrm flipV="1">
            <a:off x="4700677" y="2818066"/>
            <a:ext cx="334981" cy="689114"/>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482" name="Line"/>
          <p:cNvSpPr/>
          <p:nvPr/>
        </p:nvSpPr>
        <p:spPr>
          <a:xfrm flipH="1">
            <a:off x="4886693" y="2899276"/>
            <a:ext cx="335246" cy="689092"/>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483"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A6AAA8"/>
                </a:solidFill>
              </a:defRPr>
            </a:pPr>
            <a:r>
              <a:rPr sz="2000" kern="0" dirty="0">
                <a:solidFill>
                  <a:srgbClr val="A6AAA8"/>
                </a:solidFill>
                <a:latin typeface="Arial" panose="020B0604020202020204" pitchFamily="34" charset="0"/>
                <a:cs typeface="Arial" panose="020B0604020202020204" pitchFamily="34" charset="0"/>
                <a:sym typeface="Menlo"/>
              </a:rPr>
              <a:t>Magnet 1</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4</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9</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10</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11</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14</a:t>
            </a: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41551924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486" name="12"/>
          <p:cNvSpPr/>
          <p:nvPr/>
        </p:nvSpPr>
        <p:spPr>
          <a:xfrm>
            <a:off x="4642588" y="5192792"/>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487" name="13"/>
          <p:cNvSpPr/>
          <p:nvPr/>
        </p:nvSpPr>
        <p:spPr>
          <a:xfrm>
            <a:off x="7922999" y="4940201"/>
            <a:ext cx="539473" cy="979607"/>
          </a:xfrm>
          <a:prstGeom prst="roundRect">
            <a:avLst>
              <a:gd name="adj" fmla="val 24829"/>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488" name="14"/>
          <p:cNvSpPr/>
          <p:nvPr/>
        </p:nvSpPr>
        <p:spPr>
          <a:xfrm>
            <a:off x="8461042" y="4941590"/>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489" name="10"/>
          <p:cNvSpPr/>
          <p:nvPr/>
        </p:nvSpPr>
        <p:spPr>
          <a:xfrm>
            <a:off x="8722365" y="4479488"/>
            <a:ext cx="421980" cy="456059"/>
          </a:xfrm>
          <a:prstGeom prst="roundRect">
            <a:avLst>
              <a:gd name="adj" fmla="val 26414"/>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490" name="7"/>
          <p:cNvSpPr/>
          <p:nvPr/>
        </p:nvSpPr>
        <p:spPr>
          <a:xfrm>
            <a:off x="4420319" y="3944382"/>
            <a:ext cx="539473" cy="1251863"/>
          </a:xfrm>
          <a:prstGeom prst="roundRect">
            <a:avLst>
              <a:gd name="adj" fmla="val 23567"/>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491" name="11"/>
          <p:cNvSpPr/>
          <p:nvPr/>
        </p:nvSpPr>
        <p:spPr>
          <a:xfrm>
            <a:off x="4954755" y="4736960"/>
            <a:ext cx="421981" cy="456059"/>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492" name="9"/>
          <p:cNvSpPr/>
          <p:nvPr/>
        </p:nvSpPr>
        <p:spPr>
          <a:xfrm>
            <a:off x="7762701" y="4396641"/>
            <a:ext cx="959486" cy="548045"/>
          </a:xfrm>
          <a:prstGeom prst="roundRect">
            <a:avLst>
              <a:gd name="adj" fmla="val 24441"/>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493" name="5"/>
          <p:cNvSpPr/>
          <p:nvPr/>
        </p:nvSpPr>
        <p:spPr>
          <a:xfrm>
            <a:off x="4210312" y="3397865"/>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494" name="1"/>
          <p:cNvSpPr/>
          <p:nvPr/>
        </p:nvSpPr>
        <p:spPr>
          <a:xfrm>
            <a:off x="4873392" y="3023850"/>
            <a:ext cx="345480" cy="373380"/>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495" name="3"/>
          <p:cNvSpPr/>
          <p:nvPr/>
        </p:nvSpPr>
        <p:spPr>
          <a:xfrm>
            <a:off x="8420224" y="3137560"/>
            <a:ext cx="689531" cy="1251863"/>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496" name="4"/>
          <p:cNvSpPr/>
          <p:nvPr/>
        </p:nvSpPr>
        <p:spPr>
          <a:xfrm>
            <a:off x="9107453" y="3716893"/>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497" name="2"/>
          <p:cNvSpPr/>
          <p:nvPr/>
        </p:nvSpPr>
        <p:spPr>
          <a:xfrm>
            <a:off x="7758673" y="3127751"/>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498" name="8"/>
          <p:cNvSpPr/>
          <p:nvPr/>
        </p:nvSpPr>
        <p:spPr>
          <a:xfrm>
            <a:off x="7076623" y="4082713"/>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499" name="6"/>
          <p:cNvSpPr/>
          <p:nvPr/>
        </p:nvSpPr>
        <p:spPr>
          <a:xfrm>
            <a:off x="7076623" y="3389531"/>
            <a:ext cx="689531" cy="692904"/>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500"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4</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9</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10</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11</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14</a:t>
            </a: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29688557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503" name="12"/>
          <p:cNvSpPr/>
          <p:nvPr/>
        </p:nvSpPr>
        <p:spPr>
          <a:xfrm>
            <a:off x="4642588" y="5192792"/>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504" name="13"/>
          <p:cNvSpPr/>
          <p:nvPr/>
        </p:nvSpPr>
        <p:spPr>
          <a:xfrm>
            <a:off x="7922999" y="4940201"/>
            <a:ext cx="539473" cy="979607"/>
          </a:xfrm>
          <a:prstGeom prst="roundRect">
            <a:avLst>
              <a:gd name="adj" fmla="val 24829"/>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505" name="14"/>
          <p:cNvSpPr/>
          <p:nvPr/>
        </p:nvSpPr>
        <p:spPr>
          <a:xfrm>
            <a:off x="8461042" y="4941590"/>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506" name="10"/>
          <p:cNvSpPr/>
          <p:nvPr/>
        </p:nvSpPr>
        <p:spPr>
          <a:xfrm>
            <a:off x="8722365" y="4479488"/>
            <a:ext cx="421980" cy="456059"/>
          </a:xfrm>
          <a:prstGeom prst="roundRect">
            <a:avLst>
              <a:gd name="adj" fmla="val 26414"/>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507" name="7"/>
          <p:cNvSpPr/>
          <p:nvPr/>
        </p:nvSpPr>
        <p:spPr>
          <a:xfrm>
            <a:off x="4420319" y="3944382"/>
            <a:ext cx="539473" cy="1251863"/>
          </a:xfrm>
          <a:prstGeom prst="roundRect">
            <a:avLst>
              <a:gd name="adj" fmla="val 23567"/>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508" name="11"/>
          <p:cNvSpPr/>
          <p:nvPr/>
        </p:nvSpPr>
        <p:spPr>
          <a:xfrm>
            <a:off x="4954755" y="4736960"/>
            <a:ext cx="421981" cy="456059"/>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509" name="9"/>
          <p:cNvSpPr/>
          <p:nvPr/>
        </p:nvSpPr>
        <p:spPr>
          <a:xfrm>
            <a:off x="7762701" y="4396641"/>
            <a:ext cx="959486" cy="548045"/>
          </a:xfrm>
          <a:prstGeom prst="roundRect">
            <a:avLst>
              <a:gd name="adj" fmla="val 24441"/>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510" name="5"/>
          <p:cNvSpPr/>
          <p:nvPr/>
        </p:nvSpPr>
        <p:spPr>
          <a:xfrm>
            <a:off x="4210312" y="3397865"/>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511" name="1"/>
          <p:cNvSpPr/>
          <p:nvPr/>
        </p:nvSpPr>
        <p:spPr>
          <a:xfrm>
            <a:off x="4873392" y="3023850"/>
            <a:ext cx="345480" cy="373380"/>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512" name="3"/>
          <p:cNvSpPr/>
          <p:nvPr/>
        </p:nvSpPr>
        <p:spPr>
          <a:xfrm>
            <a:off x="8420224" y="3137560"/>
            <a:ext cx="689531" cy="1251863"/>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513" name="4"/>
          <p:cNvSpPr/>
          <p:nvPr/>
        </p:nvSpPr>
        <p:spPr>
          <a:xfrm>
            <a:off x="9107453" y="3716893"/>
            <a:ext cx="689531" cy="692905"/>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514" name="2"/>
          <p:cNvSpPr/>
          <p:nvPr/>
        </p:nvSpPr>
        <p:spPr>
          <a:xfrm>
            <a:off x="7758673" y="3127751"/>
            <a:ext cx="689531" cy="692905"/>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515"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4</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9</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10</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11</a:t>
            </a:r>
          </a:p>
          <a:p>
            <a:pPr defTabSz="410751" hangingPunct="0">
              <a:defRPr>
                <a:solidFill>
                  <a:srgbClr val="971817">
                    <a:hueOff val="101205"/>
                    <a:satOff val="-13598"/>
                    <a:lumOff val="23877"/>
                  </a:srgbClr>
                </a:solidFill>
              </a:defRPr>
            </a:pPr>
            <a:r>
              <a:rPr sz="2000" kern="0" dirty="0">
                <a:solidFill>
                  <a:srgbClr val="971817">
                    <a:hueOff val="101205"/>
                    <a:satOff val="-13598"/>
                    <a:lumOff val="23877"/>
                  </a:srgbClr>
                </a:solidFill>
                <a:latin typeface="Arial" panose="020B0604020202020204" pitchFamily="34" charset="0"/>
                <a:cs typeface="Arial" panose="020B0604020202020204" pitchFamily="34" charset="0"/>
                <a:sym typeface="Menlo"/>
              </a:rPr>
              <a:t>Magnet 12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14</a:t>
            </a:r>
          </a:p>
        </p:txBody>
      </p:sp>
      <p:sp>
        <p:nvSpPr>
          <p:cNvPr id="516" name="8"/>
          <p:cNvSpPr/>
          <p:nvPr/>
        </p:nvSpPr>
        <p:spPr>
          <a:xfrm>
            <a:off x="7076623" y="4082713"/>
            <a:ext cx="689531" cy="692904"/>
          </a:xfrm>
          <a:prstGeom prst="roundRect">
            <a:avLst>
              <a:gd name="adj" fmla="val 18438"/>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517" name="6"/>
          <p:cNvSpPr/>
          <p:nvPr/>
        </p:nvSpPr>
        <p:spPr>
          <a:xfrm>
            <a:off x="7076623" y="3389531"/>
            <a:ext cx="689531" cy="692904"/>
          </a:xfrm>
          <a:prstGeom prst="roundRect">
            <a:avLst>
              <a:gd name="adj" fmla="val 19426"/>
            </a:avLst>
          </a:prstGeom>
          <a:blipFill>
            <a:blip r:embed="rId3"/>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518" name="Line"/>
          <p:cNvSpPr/>
          <p:nvPr/>
        </p:nvSpPr>
        <p:spPr>
          <a:xfrm>
            <a:off x="5415552" y="3994547"/>
            <a:ext cx="1440000" cy="1"/>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519" name="Line"/>
          <p:cNvSpPr/>
          <p:nvPr/>
        </p:nvSpPr>
        <p:spPr>
          <a:xfrm flipH="1">
            <a:off x="5391353" y="4310062"/>
            <a:ext cx="1440000" cy="1"/>
          </a:xfrm>
          <a:prstGeom prst="line">
            <a:avLst/>
          </a:prstGeom>
          <a:ln w="5080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lgn="ctr" defTabSz="410751" hangingPunct="0">
              <a:defRPr sz="2600">
                <a:latin typeface="+mn-lt"/>
                <a:ea typeface="+mn-ea"/>
                <a:cs typeface="+mn-cs"/>
                <a:sym typeface="Helvetica Light"/>
              </a:defRPr>
            </a:pPr>
            <a:endParaRPr sz="1828" kern="0">
              <a:solidFill>
                <a:srgbClr val="FFFFFF"/>
              </a:solidFill>
              <a:sym typeface="Helvetica Light"/>
            </a:endParaRP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1431152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522" name="12"/>
          <p:cNvSpPr/>
          <p:nvPr/>
        </p:nvSpPr>
        <p:spPr>
          <a:xfrm>
            <a:off x="6045662" y="5239613"/>
            <a:ext cx="959486" cy="548046"/>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12</a:t>
            </a:r>
          </a:p>
        </p:txBody>
      </p:sp>
      <p:sp>
        <p:nvSpPr>
          <p:cNvPr id="523" name="13"/>
          <p:cNvSpPr/>
          <p:nvPr/>
        </p:nvSpPr>
        <p:spPr>
          <a:xfrm>
            <a:off x="7422937" y="4952107"/>
            <a:ext cx="539473" cy="979607"/>
          </a:xfrm>
          <a:prstGeom prst="roundRect">
            <a:avLst>
              <a:gd name="adj" fmla="val 24829"/>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13</a:t>
            </a:r>
          </a:p>
        </p:txBody>
      </p:sp>
      <p:sp>
        <p:nvSpPr>
          <p:cNvPr id="524" name="14"/>
          <p:cNvSpPr/>
          <p:nvPr/>
        </p:nvSpPr>
        <p:spPr>
          <a:xfrm>
            <a:off x="7960980" y="4953496"/>
            <a:ext cx="689531" cy="692905"/>
          </a:xfrm>
          <a:prstGeom prst="roundRect">
            <a:avLst>
              <a:gd name="adj" fmla="val 18438"/>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14</a:t>
            </a:r>
          </a:p>
        </p:txBody>
      </p:sp>
      <p:sp>
        <p:nvSpPr>
          <p:cNvPr id="525" name="10"/>
          <p:cNvSpPr/>
          <p:nvPr/>
        </p:nvSpPr>
        <p:spPr>
          <a:xfrm>
            <a:off x="8222302" y="4491394"/>
            <a:ext cx="421980" cy="456060"/>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10</a:t>
            </a:r>
          </a:p>
        </p:txBody>
      </p:sp>
      <p:sp>
        <p:nvSpPr>
          <p:cNvPr id="526" name="7"/>
          <p:cNvSpPr/>
          <p:nvPr/>
        </p:nvSpPr>
        <p:spPr>
          <a:xfrm>
            <a:off x="5823393" y="3991204"/>
            <a:ext cx="539473" cy="1251863"/>
          </a:xfrm>
          <a:prstGeom prst="roundRect">
            <a:avLst>
              <a:gd name="adj" fmla="val 23567"/>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7</a:t>
            </a:r>
          </a:p>
        </p:txBody>
      </p:sp>
      <p:sp>
        <p:nvSpPr>
          <p:cNvPr id="527" name="11"/>
          <p:cNvSpPr/>
          <p:nvPr/>
        </p:nvSpPr>
        <p:spPr>
          <a:xfrm>
            <a:off x="6357829" y="4783781"/>
            <a:ext cx="421981" cy="456060"/>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11</a:t>
            </a:r>
          </a:p>
        </p:txBody>
      </p:sp>
      <p:sp>
        <p:nvSpPr>
          <p:cNvPr id="528" name="9"/>
          <p:cNvSpPr/>
          <p:nvPr/>
        </p:nvSpPr>
        <p:spPr>
          <a:xfrm>
            <a:off x="7262638" y="4408547"/>
            <a:ext cx="959486" cy="548046"/>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9</a:t>
            </a:r>
          </a:p>
        </p:txBody>
      </p:sp>
      <p:sp>
        <p:nvSpPr>
          <p:cNvPr id="529" name="5"/>
          <p:cNvSpPr/>
          <p:nvPr/>
        </p:nvSpPr>
        <p:spPr>
          <a:xfrm>
            <a:off x="5613386" y="3444687"/>
            <a:ext cx="959486" cy="548045"/>
          </a:xfrm>
          <a:prstGeom prst="roundRect">
            <a:avLst>
              <a:gd name="adj" fmla="val 24441"/>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5</a:t>
            </a:r>
          </a:p>
        </p:txBody>
      </p:sp>
      <p:sp>
        <p:nvSpPr>
          <p:cNvPr id="530" name="1"/>
          <p:cNvSpPr/>
          <p:nvPr/>
        </p:nvSpPr>
        <p:spPr>
          <a:xfrm>
            <a:off x="6276466" y="3070672"/>
            <a:ext cx="345480" cy="373380"/>
          </a:xfrm>
          <a:prstGeom prst="roundRect">
            <a:avLst>
              <a:gd name="adj" fmla="val 26414"/>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1</a:t>
            </a:r>
          </a:p>
        </p:txBody>
      </p:sp>
      <p:sp>
        <p:nvSpPr>
          <p:cNvPr id="531" name="3"/>
          <p:cNvSpPr/>
          <p:nvPr/>
        </p:nvSpPr>
        <p:spPr>
          <a:xfrm>
            <a:off x="7920161" y="3149466"/>
            <a:ext cx="689531" cy="1251863"/>
          </a:xfrm>
          <a:prstGeom prst="roundRect">
            <a:avLst>
              <a:gd name="adj" fmla="val 18438"/>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3</a:t>
            </a:r>
          </a:p>
        </p:txBody>
      </p:sp>
      <p:sp>
        <p:nvSpPr>
          <p:cNvPr id="532" name="4"/>
          <p:cNvSpPr/>
          <p:nvPr/>
        </p:nvSpPr>
        <p:spPr>
          <a:xfrm>
            <a:off x="8607390" y="3728799"/>
            <a:ext cx="689531" cy="692904"/>
          </a:xfrm>
          <a:prstGeom prst="roundRect">
            <a:avLst>
              <a:gd name="adj" fmla="val 18438"/>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4</a:t>
            </a:r>
          </a:p>
        </p:txBody>
      </p:sp>
      <p:sp>
        <p:nvSpPr>
          <p:cNvPr id="533" name="2"/>
          <p:cNvSpPr/>
          <p:nvPr/>
        </p:nvSpPr>
        <p:spPr>
          <a:xfrm>
            <a:off x="7258611" y="3139658"/>
            <a:ext cx="689531" cy="692904"/>
          </a:xfrm>
          <a:prstGeom prst="roundRect">
            <a:avLst>
              <a:gd name="adj" fmla="val 19426"/>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2</a:t>
            </a:r>
          </a:p>
        </p:txBody>
      </p:sp>
      <p:sp>
        <p:nvSpPr>
          <p:cNvPr id="534" name="Magnet 1…"/>
          <p:cNvSpPr/>
          <p:nvPr/>
        </p:nvSpPr>
        <p:spPr>
          <a:xfrm>
            <a:off x="1637937" y="1845715"/>
            <a:ext cx="1873146" cy="438100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ctr">
            <a:spAutoFit/>
          </a:bodyPr>
          <a:lstStyle/>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4</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5</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6</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7</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8</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9</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10</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11</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12</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13</a:t>
            </a:r>
          </a:p>
          <a:p>
            <a:pPr defTabSz="410751" hangingPunct="0">
              <a:defRPr>
                <a:solidFill>
                  <a:srgbClr val="0065C1">
                    <a:hueOff val="-136794"/>
                    <a:satOff val="-2150"/>
                    <a:lumOff val="15693"/>
                  </a:srgbClr>
                </a:solidFill>
              </a:defRPr>
            </a:pPr>
            <a:r>
              <a:rPr sz="2000" kern="0" dirty="0">
                <a:solidFill>
                  <a:srgbClr val="0065C1">
                    <a:hueOff val="-136794"/>
                    <a:satOff val="-2150"/>
                    <a:lumOff val="15693"/>
                  </a:srgbClr>
                </a:solidFill>
                <a:latin typeface="Arial" panose="020B0604020202020204" pitchFamily="34" charset="0"/>
                <a:cs typeface="Arial" panose="020B0604020202020204" pitchFamily="34" charset="0"/>
                <a:sym typeface="Menlo"/>
              </a:rPr>
              <a:t>Magnet 14</a:t>
            </a:r>
          </a:p>
        </p:txBody>
      </p:sp>
      <p:sp>
        <p:nvSpPr>
          <p:cNvPr id="535" name="8"/>
          <p:cNvSpPr/>
          <p:nvPr/>
        </p:nvSpPr>
        <p:spPr>
          <a:xfrm>
            <a:off x="6576561" y="4094619"/>
            <a:ext cx="689531" cy="692905"/>
          </a:xfrm>
          <a:prstGeom prst="roundRect">
            <a:avLst>
              <a:gd name="adj" fmla="val 18438"/>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8</a:t>
            </a:r>
          </a:p>
        </p:txBody>
      </p:sp>
      <p:sp>
        <p:nvSpPr>
          <p:cNvPr id="536" name="6"/>
          <p:cNvSpPr/>
          <p:nvPr/>
        </p:nvSpPr>
        <p:spPr>
          <a:xfrm>
            <a:off x="6576561" y="3401437"/>
            <a:ext cx="689531" cy="692905"/>
          </a:xfrm>
          <a:prstGeom prst="roundRect">
            <a:avLst>
              <a:gd name="adj" fmla="val 19426"/>
            </a:avLst>
          </a:prstGeom>
          <a:blipFill>
            <a:blip r:embed="rId2"/>
          </a:blipFill>
          <a:ln w="12700">
            <a:miter lim="400000"/>
          </a:ln>
          <a:extLst>
            <a:ext uri="{C572A759-6A51-4108-AA02-DFA0A04FC94B}">
              <ma14:wrappingTextBoxFlag xmlns="" xmlns:ma14="http://schemas.microsoft.com/office/mac/drawingml/2011/main" val="1"/>
            </a:ext>
          </a:extLst>
        </p:spPr>
        <p:txBody>
          <a:bodyPr lIns="35719" tIns="35719" rIns="35719" bIns="35719" anchor="ctr"/>
          <a:lstStyle>
            <a:lvl1pPr>
              <a:defRPr sz="2600" b="1">
                <a:latin typeface="Helvetica"/>
                <a:ea typeface="Helvetica"/>
                <a:cs typeface="Helvetica"/>
                <a:sym typeface="Helvetica"/>
              </a:defRPr>
            </a:lvl1pPr>
          </a:lstStyle>
          <a:p>
            <a:pPr algn="ctr" defTabSz="410751" hangingPunct="0"/>
            <a:r>
              <a:rPr sz="1828" kern="0">
                <a:solidFill>
                  <a:srgbClr val="FFFFFF"/>
                </a:solidFill>
              </a:rPr>
              <a:t>6</a:t>
            </a:r>
          </a:p>
        </p:txBody>
      </p:sp>
      <p:sp>
        <p:nvSpPr>
          <p:cNvPr id="3" name="Title 2"/>
          <p:cNvSpPr>
            <a:spLocks noGrp="1"/>
          </p:cNvSpPr>
          <p:nvPr>
            <p:ph type="title"/>
          </p:nvPr>
        </p:nvSpPr>
        <p:spPr/>
        <p:txBody>
          <a:bodyPr/>
          <a:lstStyle/>
          <a:p>
            <a:r>
              <a:rPr lang="tr-TR" dirty="0"/>
              <a:t>Mıknatıs Örneği</a:t>
            </a:r>
          </a:p>
        </p:txBody>
      </p:sp>
    </p:spTree>
    <p:extLst>
      <p:ext uri="{BB962C8B-B14F-4D97-AF65-F5344CB8AC3E}">
        <p14:creationId xmlns:p14="http://schemas.microsoft.com/office/powerpoint/2010/main" val="2429906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smtClean="0"/>
              <a:t>Find</a:t>
            </a:r>
            <a:r>
              <a:rPr lang="tr-TR" dirty="0" smtClean="0"/>
              <a:t> ve </a:t>
            </a:r>
            <a:r>
              <a:rPr lang="tr-TR" dirty="0" err="1" smtClean="0"/>
              <a:t>Union</a:t>
            </a:r>
            <a:r>
              <a:rPr lang="tr-TR" dirty="0" smtClean="0"/>
              <a:t> Fonksiyonları</a:t>
            </a:r>
            <a:endParaRPr lang="tr-TR" dirty="0"/>
          </a:p>
        </p:txBody>
      </p:sp>
      <p:sp>
        <p:nvSpPr>
          <p:cNvPr id="3" name="Content Placeholder 2"/>
          <p:cNvSpPr>
            <a:spLocks noGrp="1"/>
          </p:cNvSpPr>
          <p:nvPr>
            <p:ph idx="1"/>
          </p:nvPr>
        </p:nvSpPr>
        <p:spPr/>
        <p:txBody>
          <a:bodyPr/>
          <a:lstStyle/>
          <a:p>
            <a:r>
              <a:rPr lang="tr-TR" dirty="0" err="1" smtClean="0"/>
              <a:t>find</a:t>
            </a:r>
            <a:r>
              <a:rPr lang="tr-TR" dirty="0" smtClean="0"/>
              <a:t>(eleman)</a:t>
            </a:r>
            <a:endParaRPr lang="tr-TR" dirty="0"/>
          </a:p>
          <a:p>
            <a:pPr lvl="1"/>
            <a:r>
              <a:rPr lang="tr-TR" dirty="0" smtClean="0"/>
              <a:t>Elemanı </a:t>
            </a:r>
            <a:r>
              <a:rPr lang="tr-TR" dirty="0"/>
              <a:t>içeren </a:t>
            </a:r>
            <a:r>
              <a:rPr lang="tr-TR" dirty="0" smtClean="0"/>
              <a:t>kümenin </a:t>
            </a:r>
            <a:r>
              <a:rPr lang="tr-TR" dirty="0"/>
              <a:t>adını döndürür.</a:t>
            </a:r>
          </a:p>
          <a:p>
            <a:pPr lvl="1"/>
            <a:r>
              <a:rPr lang="tr-TR" dirty="0"/>
              <a:t>Arama ağaçlarındaki </a:t>
            </a:r>
            <a:r>
              <a:rPr lang="tr-TR" dirty="0" smtClean="0"/>
              <a:t>arama işlemi ile </a:t>
            </a:r>
            <a:r>
              <a:rPr lang="tr-TR" dirty="0"/>
              <a:t>aynı </a:t>
            </a:r>
            <a:r>
              <a:rPr lang="tr-TR" dirty="0" smtClean="0"/>
              <a:t>değildir.</a:t>
            </a:r>
          </a:p>
          <a:p>
            <a:r>
              <a:rPr lang="tr-TR" dirty="0" err="1"/>
              <a:t>u</a:t>
            </a:r>
            <a:r>
              <a:rPr lang="tr-TR" dirty="0" err="1" smtClean="0"/>
              <a:t>nion</a:t>
            </a:r>
            <a:r>
              <a:rPr lang="tr-TR" dirty="0" smtClean="0"/>
              <a:t>(küme1, küme2)</a:t>
            </a:r>
          </a:p>
          <a:p>
            <a:pPr lvl="1"/>
            <a:r>
              <a:rPr lang="tr-TR" dirty="0"/>
              <a:t>İki kümenin yerine yeni bir </a:t>
            </a:r>
            <a:r>
              <a:rPr lang="tr-TR" dirty="0" smtClean="0"/>
              <a:t>küme yaratır.</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26145150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smtClean="0"/>
              <a:t>Find</a:t>
            </a:r>
            <a:r>
              <a:rPr lang="tr-TR" dirty="0" smtClean="0"/>
              <a:t> ve </a:t>
            </a:r>
            <a:r>
              <a:rPr lang="tr-TR" dirty="0" err="1" smtClean="0"/>
              <a:t>Union</a:t>
            </a:r>
            <a:r>
              <a:rPr lang="tr-TR" dirty="0" smtClean="0"/>
              <a:t> Fonksiyonları</a:t>
            </a:r>
            <a:endParaRPr lang="tr-TR" dirty="0"/>
          </a:p>
        </p:txBody>
      </p:sp>
      <p:sp>
        <p:nvSpPr>
          <p:cNvPr id="3" name="Content Placeholder 2"/>
          <p:cNvSpPr>
            <a:spLocks noGrp="1"/>
          </p:cNvSpPr>
          <p:nvPr>
            <p:ph idx="1"/>
          </p:nvPr>
        </p:nvSpPr>
        <p:spPr/>
        <p:txBody>
          <a:bodyPr>
            <a:normAutofit fontScale="85000" lnSpcReduction="20000"/>
          </a:bodyPr>
          <a:lstStyle/>
          <a:p>
            <a:pPr marL="0" indent="0">
              <a:buNone/>
            </a:pPr>
            <a:r>
              <a:rPr lang="en-US" b="1" dirty="0" smtClean="0"/>
              <a:t>find</a:t>
            </a:r>
            <a:r>
              <a:rPr lang="en-US" dirty="0" smtClean="0"/>
              <a:t>(</a:t>
            </a:r>
            <a:r>
              <a:rPr lang="tr-TR" dirty="0" smtClean="0"/>
              <a:t>x</a:t>
            </a:r>
            <a:r>
              <a:rPr lang="en-US" dirty="0" smtClean="0"/>
              <a:t>)</a:t>
            </a:r>
            <a:endParaRPr lang="en-US" dirty="0"/>
          </a:p>
          <a:p>
            <a:pPr marL="0" indent="0">
              <a:buNone/>
            </a:pPr>
            <a:r>
              <a:rPr lang="en-US" dirty="0"/>
              <a:t>    if </a:t>
            </a:r>
            <a:r>
              <a:rPr lang="tr-TR" dirty="0" smtClean="0"/>
              <a:t>(x</a:t>
            </a:r>
            <a:r>
              <a:rPr lang="en-US" dirty="0" smtClean="0"/>
              <a:t>.</a:t>
            </a:r>
            <a:r>
              <a:rPr lang="tr-TR" dirty="0" smtClean="0"/>
              <a:t>ata</a:t>
            </a:r>
            <a:r>
              <a:rPr lang="en-US" dirty="0" smtClean="0"/>
              <a:t> </a:t>
            </a:r>
            <a:r>
              <a:rPr lang="en-US" dirty="0"/>
              <a:t>!= </a:t>
            </a:r>
            <a:r>
              <a:rPr lang="tr-TR" dirty="0" smtClean="0"/>
              <a:t>x)</a:t>
            </a:r>
            <a:endParaRPr lang="en-US" dirty="0"/>
          </a:p>
          <a:p>
            <a:pPr marL="0" indent="0">
              <a:buNone/>
            </a:pPr>
            <a:r>
              <a:rPr lang="en-US" dirty="0"/>
              <a:t>        </a:t>
            </a:r>
            <a:r>
              <a:rPr lang="tr-TR" dirty="0" smtClean="0"/>
              <a:t>x</a:t>
            </a:r>
            <a:r>
              <a:rPr lang="en-US" dirty="0" smtClean="0"/>
              <a:t>.</a:t>
            </a:r>
            <a:r>
              <a:rPr lang="tr-TR" dirty="0" smtClean="0"/>
              <a:t>ata</a:t>
            </a:r>
            <a:r>
              <a:rPr lang="en-US" dirty="0" smtClean="0"/>
              <a:t> </a:t>
            </a:r>
            <a:r>
              <a:rPr lang="en-US" dirty="0"/>
              <a:t>= </a:t>
            </a:r>
            <a:r>
              <a:rPr lang="en-US" dirty="0" smtClean="0"/>
              <a:t>find(</a:t>
            </a:r>
            <a:r>
              <a:rPr lang="tr-TR" dirty="0" smtClean="0"/>
              <a:t>x</a:t>
            </a:r>
            <a:r>
              <a:rPr lang="en-US" dirty="0" smtClean="0"/>
              <a:t>.</a:t>
            </a:r>
            <a:r>
              <a:rPr lang="tr-TR" dirty="0" smtClean="0"/>
              <a:t>ata</a:t>
            </a:r>
            <a:r>
              <a:rPr lang="en-US" dirty="0" smtClean="0"/>
              <a:t>)</a:t>
            </a:r>
            <a:endParaRPr lang="en-US" dirty="0"/>
          </a:p>
          <a:p>
            <a:pPr marL="0" indent="0">
              <a:buNone/>
            </a:pPr>
            <a:r>
              <a:rPr lang="en-US" dirty="0"/>
              <a:t>    return </a:t>
            </a:r>
            <a:r>
              <a:rPr lang="tr-TR" dirty="0" err="1" smtClean="0"/>
              <a:t>x.ata</a:t>
            </a:r>
            <a:endParaRPr lang="en-US" dirty="0"/>
          </a:p>
          <a:p>
            <a:pPr marL="0" indent="0">
              <a:buNone/>
            </a:pPr>
            <a:endParaRPr lang="en-US" dirty="0"/>
          </a:p>
          <a:p>
            <a:pPr marL="0" indent="0">
              <a:buNone/>
            </a:pPr>
            <a:r>
              <a:rPr lang="en-US" b="1" dirty="0" smtClean="0"/>
              <a:t>union</a:t>
            </a:r>
            <a:r>
              <a:rPr lang="en-US" dirty="0" smtClean="0"/>
              <a:t>(</a:t>
            </a:r>
            <a:r>
              <a:rPr lang="tr-TR" dirty="0" smtClean="0"/>
              <a:t>küme1, küme2</a:t>
            </a:r>
            <a:r>
              <a:rPr lang="en-US" dirty="0" smtClean="0"/>
              <a:t>)</a:t>
            </a:r>
            <a:endParaRPr lang="en-US" dirty="0"/>
          </a:p>
          <a:p>
            <a:pPr marL="0" indent="0">
              <a:buNone/>
            </a:pPr>
            <a:r>
              <a:rPr lang="en-US" dirty="0"/>
              <a:t>    </a:t>
            </a:r>
            <a:r>
              <a:rPr lang="tr-TR" dirty="0" smtClean="0"/>
              <a:t>kök</a:t>
            </a:r>
            <a:r>
              <a:rPr lang="en-US" dirty="0" smtClean="0"/>
              <a:t>1 </a:t>
            </a:r>
            <a:r>
              <a:rPr lang="en-US" dirty="0"/>
              <a:t>= </a:t>
            </a:r>
            <a:r>
              <a:rPr lang="en-US" dirty="0" smtClean="0"/>
              <a:t>find(</a:t>
            </a:r>
            <a:r>
              <a:rPr lang="tr-TR" dirty="0" smtClean="0"/>
              <a:t>küme</a:t>
            </a:r>
            <a:r>
              <a:rPr lang="en-US" dirty="0" smtClean="0"/>
              <a:t>1</a:t>
            </a:r>
            <a:r>
              <a:rPr lang="en-US" dirty="0"/>
              <a:t>)</a:t>
            </a:r>
          </a:p>
          <a:p>
            <a:pPr marL="0" indent="0">
              <a:buNone/>
            </a:pPr>
            <a:r>
              <a:rPr lang="en-US" dirty="0"/>
              <a:t>    </a:t>
            </a:r>
            <a:r>
              <a:rPr lang="tr-TR" dirty="0" smtClean="0"/>
              <a:t>kök</a:t>
            </a:r>
            <a:r>
              <a:rPr lang="en-US" dirty="0" smtClean="0"/>
              <a:t>2 </a:t>
            </a:r>
            <a:r>
              <a:rPr lang="en-US" dirty="0"/>
              <a:t>= </a:t>
            </a:r>
            <a:r>
              <a:rPr lang="en-US" dirty="0" smtClean="0"/>
              <a:t>find(</a:t>
            </a:r>
            <a:r>
              <a:rPr lang="tr-TR" dirty="0" smtClean="0"/>
              <a:t>küme</a:t>
            </a:r>
            <a:r>
              <a:rPr lang="en-US" dirty="0" smtClean="0"/>
              <a:t>2</a:t>
            </a:r>
            <a:r>
              <a:rPr lang="en-US" dirty="0"/>
              <a:t>)</a:t>
            </a:r>
          </a:p>
          <a:p>
            <a:pPr marL="0" indent="0">
              <a:buNone/>
            </a:pPr>
            <a:r>
              <a:rPr lang="en-US" dirty="0"/>
              <a:t>    </a:t>
            </a:r>
          </a:p>
          <a:p>
            <a:pPr marL="0" indent="0">
              <a:buNone/>
            </a:pPr>
            <a:r>
              <a:rPr lang="en-US" dirty="0"/>
              <a:t>    if </a:t>
            </a:r>
            <a:r>
              <a:rPr lang="tr-TR" dirty="0" smtClean="0"/>
              <a:t>(kök1</a:t>
            </a:r>
            <a:r>
              <a:rPr lang="en-US" dirty="0" smtClean="0"/>
              <a:t> </a:t>
            </a:r>
            <a:r>
              <a:rPr lang="en-US" dirty="0"/>
              <a:t>!= </a:t>
            </a:r>
            <a:r>
              <a:rPr lang="tr-TR" dirty="0" smtClean="0"/>
              <a:t>kök</a:t>
            </a:r>
            <a:r>
              <a:rPr lang="en-US" dirty="0" smtClean="0"/>
              <a:t>2</a:t>
            </a:r>
            <a:r>
              <a:rPr lang="tr-TR" dirty="0" smtClean="0"/>
              <a:t>)</a:t>
            </a:r>
            <a:endParaRPr lang="en-US" dirty="0"/>
          </a:p>
          <a:p>
            <a:pPr marL="0" indent="0">
              <a:buNone/>
            </a:pPr>
            <a:r>
              <a:rPr lang="en-US" dirty="0"/>
              <a:t>        // </a:t>
            </a:r>
            <a:r>
              <a:rPr lang="tr-TR" dirty="0" smtClean="0"/>
              <a:t>Bir kümenin kökünü diğer kümenin köküne ata</a:t>
            </a:r>
            <a:endParaRPr lang="en-US" dirty="0"/>
          </a:p>
          <a:p>
            <a:pPr marL="0" indent="0">
              <a:buNone/>
            </a:pPr>
            <a:r>
              <a:rPr lang="en-US" dirty="0"/>
              <a:t>        </a:t>
            </a:r>
            <a:r>
              <a:rPr lang="tr-TR" dirty="0" smtClean="0"/>
              <a:t>kök</a:t>
            </a:r>
            <a:r>
              <a:rPr lang="en-US" dirty="0" smtClean="0"/>
              <a:t>1.</a:t>
            </a:r>
            <a:r>
              <a:rPr lang="tr-TR" dirty="0" smtClean="0"/>
              <a:t>ata</a:t>
            </a:r>
            <a:r>
              <a:rPr lang="en-US" dirty="0" smtClean="0"/>
              <a:t> </a:t>
            </a:r>
            <a:r>
              <a:rPr lang="en-US" dirty="0"/>
              <a:t>= </a:t>
            </a:r>
            <a:r>
              <a:rPr lang="tr-TR" dirty="0" smtClean="0"/>
              <a:t>kök</a:t>
            </a:r>
            <a:r>
              <a:rPr lang="en-US" dirty="0" smtClean="0"/>
              <a:t>2</a:t>
            </a:r>
            <a:endParaRPr lang="en-US" dirty="0"/>
          </a:p>
          <a:p>
            <a:pPr marL="0" indent="0">
              <a:buNone/>
            </a:pP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27</a:t>
            </a:fld>
            <a:endParaRPr lang="en-US" dirty="0"/>
          </a:p>
        </p:txBody>
      </p:sp>
    </p:spTree>
    <p:extLst>
      <p:ext uri="{BB962C8B-B14F-4D97-AF65-F5344CB8AC3E}">
        <p14:creationId xmlns:p14="http://schemas.microsoft.com/office/powerpoint/2010/main" val="153540663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dirty="0" err="1" smtClean="0"/>
              <a:t>Kruskal</a:t>
            </a:r>
            <a:r>
              <a:rPr lang="tr-TR" dirty="0" smtClean="0"/>
              <a:t> </a:t>
            </a:r>
            <a:r>
              <a:rPr lang="tr-TR" dirty="0"/>
              <a:t>Minimum </a:t>
            </a:r>
            <a:r>
              <a:rPr lang="tr-TR" dirty="0" smtClean="0"/>
              <a:t>Kapsayan Ağaç</a:t>
            </a:r>
            <a:endParaRPr lang="tr-TR" dirty="0"/>
          </a:p>
        </p:txBody>
      </p:sp>
      <p:sp>
        <p:nvSpPr>
          <p:cNvPr id="3" name="Content Placeholder 2"/>
          <p:cNvSpPr>
            <a:spLocks noGrp="1"/>
          </p:cNvSpPr>
          <p:nvPr>
            <p:ph idx="1"/>
          </p:nvPr>
        </p:nvSpPr>
        <p:spPr/>
        <p:txBody>
          <a:bodyPr/>
          <a:lstStyle/>
          <a:p>
            <a:r>
              <a:rPr lang="tr-TR" dirty="0" smtClean="0"/>
              <a:t>Çizgedeki </a:t>
            </a:r>
            <a:r>
              <a:rPr lang="tr-TR" dirty="0"/>
              <a:t>tüm düğümleri </a:t>
            </a:r>
            <a:r>
              <a:rPr lang="tr-TR" dirty="0" smtClean="0"/>
              <a:t>minimum maliyetle kapsayan ağaçtır.</a:t>
            </a:r>
          </a:p>
          <a:p>
            <a:r>
              <a:rPr lang="tr-TR" dirty="0" smtClean="0"/>
              <a:t>Toplam </a:t>
            </a:r>
            <a:r>
              <a:rPr lang="tr-TR" dirty="0"/>
              <a:t>kenar maliyeti en düşük olan </a:t>
            </a:r>
            <a:r>
              <a:rPr lang="tr-TR" dirty="0" smtClean="0"/>
              <a:t>kenarlar alt </a:t>
            </a:r>
            <a:r>
              <a:rPr lang="tr-TR" dirty="0"/>
              <a:t>kümesidir</a:t>
            </a:r>
            <a:r>
              <a:rPr lang="tr-TR" dirty="0" smtClean="0"/>
              <a:t>.</a:t>
            </a:r>
          </a:p>
          <a:p>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28</a:t>
            </a:fld>
            <a:endParaRPr lang="en-US" dirty="0"/>
          </a:p>
        </p:txBody>
      </p:sp>
    </p:spTree>
    <p:extLst>
      <p:ext uri="{BB962C8B-B14F-4D97-AF65-F5344CB8AC3E}">
        <p14:creationId xmlns:p14="http://schemas.microsoft.com/office/powerpoint/2010/main" val="20183808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555" name="A"/>
          <p:cNvSpPr/>
          <p:nvPr/>
        </p:nvSpPr>
        <p:spPr>
          <a:xfrm>
            <a:off x="4381500" y="1595290"/>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556" name="E"/>
          <p:cNvSpPr/>
          <p:nvPr/>
        </p:nvSpPr>
        <p:spPr>
          <a:xfrm>
            <a:off x="3155156" y="3428852"/>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557" name="D"/>
          <p:cNvSpPr/>
          <p:nvPr/>
        </p:nvSpPr>
        <p:spPr>
          <a:xfrm>
            <a:off x="5131594" y="3095477"/>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558" name="F"/>
          <p:cNvSpPr/>
          <p:nvPr/>
        </p:nvSpPr>
        <p:spPr>
          <a:xfrm>
            <a:off x="3262312" y="5369571"/>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559" name="G"/>
          <p:cNvSpPr/>
          <p:nvPr/>
        </p:nvSpPr>
        <p:spPr>
          <a:xfrm>
            <a:off x="5262562" y="5369571"/>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560" name="B"/>
          <p:cNvSpPr/>
          <p:nvPr/>
        </p:nvSpPr>
        <p:spPr>
          <a:xfrm>
            <a:off x="6738938" y="184532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561" name="H"/>
          <p:cNvSpPr/>
          <p:nvPr/>
        </p:nvSpPr>
        <p:spPr>
          <a:xfrm>
            <a:off x="6203156" y="434334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562" name="I"/>
          <p:cNvSpPr/>
          <p:nvPr/>
        </p:nvSpPr>
        <p:spPr>
          <a:xfrm>
            <a:off x="7506891" y="513511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563" name="C"/>
          <p:cNvSpPr/>
          <p:nvPr/>
        </p:nvSpPr>
        <p:spPr>
          <a:xfrm>
            <a:off x="7870031" y="2993820"/>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580" name="J"/>
          <p:cNvSpPr/>
          <p:nvPr/>
        </p:nvSpPr>
        <p:spPr>
          <a:xfrm>
            <a:off x="9034994" y="4343346"/>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564" name="Line"/>
          <p:cNvSpPr/>
          <p:nvPr/>
        </p:nvSpPr>
        <p:spPr>
          <a:xfrm flipV="1">
            <a:off x="5729572" y="4823341"/>
            <a:ext cx="550464" cy="610553"/>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65" name="Line"/>
          <p:cNvSpPr/>
          <p:nvPr/>
        </p:nvSpPr>
        <p:spPr>
          <a:xfrm flipV="1">
            <a:off x="3576727" y="2102763"/>
            <a:ext cx="911418" cy="1337904"/>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66" name="Line"/>
          <p:cNvSpPr/>
          <p:nvPr/>
        </p:nvSpPr>
        <p:spPr>
          <a:xfrm flipV="1">
            <a:off x="3655652" y="3573185"/>
            <a:ext cx="1540915" cy="1880708"/>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67" name="Line"/>
          <p:cNvSpPr/>
          <p:nvPr/>
        </p:nvSpPr>
        <p:spPr>
          <a:xfrm flipV="1">
            <a:off x="3700189" y="3409334"/>
            <a:ext cx="1409434" cy="302200"/>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68" name="Line"/>
          <p:cNvSpPr/>
          <p:nvPr/>
        </p:nvSpPr>
        <p:spPr>
          <a:xfrm flipV="1">
            <a:off x="5818869" y="5470185"/>
            <a:ext cx="1682116" cy="183975"/>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69" name="Line"/>
          <p:cNvSpPr/>
          <p:nvPr/>
        </p:nvSpPr>
        <p:spPr>
          <a:xfrm flipV="1">
            <a:off x="7836978" y="3541290"/>
            <a:ext cx="244669" cy="1583041"/>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70" name="Line"/>
          <p:cNvSpPr/>
          <p:nvPr/>
        </p:nvSpPr>
        <p:spPr>
          <a:xfrm>
            <a:off x="4959092" y="1908263"/>
            <a:ext cx="1738941" cy="175293"/>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71" name="Line"/>
          <p:cNvSpPr/>
          <p:nvPr/>
        </p:nvSpPr>
        <p:spPr>
          <a:xfrm flipV="1">
            <a:off x="5652771" y="2296561"/>
            <a:ext cx="1134560" cy="917852"/>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72" name="Line"/>
          <p:cNvSpPr/>
          <p:nvPr/>
        </p:nvSpPr>
        <p:spPr>
          <a:xfrm>
            <a:off x="5599193" y="3577552"/>
            <a:ext cx="674123" cy="831392"/>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73" name="Line"/>
          <p:cNvSpPr/>
          <p:nvPr/>
        </p:nvSpPr>
        <p:spPr>
          <a:xfrm>
            <a:off x="7236303" y="2273817"/>
            <a:ext cx="680865" cy="782838"/>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74" name="Line"/>
          <p:cNvSpPr/>
          <p:nvPr/>
        </p:nvSpPr>
        <p:spPr>
          <a:xfrm>
            <a:off x="3432256" y="3994271"/>
            <a:ext cx="60159" cy="1367918"/>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75" name="Line"/>
          <p:cNvSpPr/>
          <p:nvPr/>
        </p:nvSpPr>
        <p:spPr>
          <a:xfrm flipH="1" flipV="1">
            <a:off x="5410719" y="3653869"/>
            <a:ext cx="92320" cy="1687433"/>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76" name="Line"/>
          <p:cNvSpPr/>
          <p:nvPr/>
        </p:nvSpPr>
        <p:spPr>
          <a:xfrm flipV="1">
            <a:off x="6711837" y="3458773"/>
            <a:ext cx="1182472" cy="1004762"/>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77" name="Line"/>
          <p:cNvSpPr/>
          <p:nvPr/>
        </p:nvSpPr>
        <p:spPr>
          <a:xfrm flipV="1">
            <a:off x="3807302" y="5650449"/>
            <a:ext cx="1380265" cy="40463"/>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78" name="Line"/>
          <p:cNvSpPr/>
          <p:nvPr/>
        </p:nvSpPr>
        <p:spPr>
          <a:xfrm>
            <a:off x="4807427" y="2107130"/>
            <a:ext cx="446695" cy="978267"/>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79" name="Line"/>
          <p:cNvSpPr/>
          <p:nvPr/>
        </p:nvSpPr>
        <p:spPr>
          <a:xfrm>
            <a:off x="6718380" y="4803896"/>
            <a:ext cx="812067" cy="429556"/>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81" name="Line"/>
          <p:cNvSpPr/>
          <p:nvPr/>
        </p:nvSpPr>
        <p:spPr>
          <a:xfrm flipV="1">
            <a:off x="8045927" y="4766224"/>
            <a:ext cx="1005311" cy="615126"/>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82" name="Line"/>
          <p:cNvSpPr/>
          <p:nvPr/>
        </p:nvSpPr>
        <p:spPr>
          <a:xfrm>
            <a:off x="8331707" y="3465486"/>
            <a:ext cx="756117" cy="951292"/>
          </a:xfrm>
          <a:prstGeom prst="line">
            <a:avLst/>
          </a:prstGeom>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83" name="5"/>
          <p:cNvSpPr/>
          <p:nvPr/>
        </p:nvSpPr>
        <p:spPr>
          <a:xfrm>
            <a:off x="5691609" y="1656198"/>
            <a:ext cx="153889" cy="322989"/>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584" name="2"/>
          <p:cNvSpPr/>
          <p:nvPr/>
        </p:nvSpPr>
        <p:spPr>
          <a:xfrm>
            <a:off x="6260133" y="272127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585" name="9"/>
          <p:cNvSpPr/>
          <p:nvPr/>
        </p:nvSpPr>
        <p:spPr>
          <a:xfrm>
            <a:off x="5052289" y="246279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dirty="0"/>
              <a:t>9</a:t>
            </a:r>
          </a:p>
        </p:txBody>
      </p:sp>
      <p:sp>
        <p:nvSpPr>
          <p:cNvPr id="586" name="1"/>
          <p:cNvSpPr/>
          <p:nvPr/>
        </p:nvSpPr>
        <p:spPr>
          <a:xfrm>
            <a:off x="3843895" y="2535564"/>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dirty="0"/>
              <a:t>1</a:t>
            </a:r>
          </a:p>
        </p:txBody>
      </p:sp>
      <p:sp>
        <p:nvSpPr>
          <p:cNvPr id="587" name="2"/>
          <p:cNvSpPr/>
          <p:nvPr/>
        </p:nvSpPr>
        <p:spPr>
          <a:xfrm>
            <a:off x="4267952" y="323585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588" name="1"/>
          <p:cNvSpPr/>
          <p:nvPr/>
        </p:nvSpPr>
        <p:spPr>
          <a:xfrm>
            <a:off x="3228495" y="426011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dirty="0"/>
              <a:t>1</a:t>
            </a:r>
          </a:p>
        </p:txBody>
      </p:sp>
      <p:sp>
        <p:nvSpPr>
          <p:cNvPr id="589" name="5"/>
          <p:cNvSpPr/>
          <p:nvPr/>
        </p:nvSpPr>
        <p:spPr>
          <a:xfrm>
            <a:off x="4286916" y="425008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dirty="0"/>
              <a:t>5</a:t>
            </a:r>
          </a:p>
        </p:txBody>
      </p:sp>
      <p:sp>
        <p:nvSpPr>
          <p:cNvPr id="590" name="7"/>
          <p:cNvSpPr/>
          <p:nvPr/>
        </p:nvSpPr>
        <p:spPr>
          <a:xfrm>
            <a:off x="4512890" y="540128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dirty="0"/>
              <a:t>7</a:t>
            </a:r>
          </a:p>
        </p:txBody>
      </p:sp>
      <p:sp>
        <p:nvSpPr>
          <p:cNvPr id="591" name="4"/>
          <p:cNvSpPr/>
          <p:nvPr/>
        </p:nvSpPr>
        <p:spPr>
          <a:xfrm>
            <a:off x="6563531" y="559286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592" name="6"/>
          <p:cNvSpPr/>
          <p:nvPr/>
        </p:nvSpPr>
        <p:spPr>
          <a:xfrm>
            <a:off x="7028492" y="472371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593" name="1"/>
          <p:cNvSpPr/>
          <p:nvPr/>
        </p:nvSpPr>
        <p:spPr>
          <a:xfrm>
            <a:off x="7974543" y="425008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594" name="0"/>
          <p:cNvSpPr/>
          <p:nvPr/>
        </p:nvSpPr>
        <p:spPr>
          <a:xfrm>
            <a:off x="8602741" y="506268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595" name="8"/>
          <p:cNvSpPr/>
          <p:nvPr/>
        </p:nvSpPr>
        <p:spPr>
          <a:xfrm>
            <a:off x="8722024" y="3732804"/>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dirty="0"/>
              <a:t>8</a:t>
            </a:r>
          </a:p>
        </p:txBody>
      </p:sp>
      <p:sp>
        <p:nvSpPr>
          <p:cNvPr id="596" name="4"/>
          <p:cNvSpPr/>
          <p:nvPr/>
        </p:nvSpPr>
        <p:spPr>
          <a:xfrm>
            <a:off x="7166119" y="362098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597" name="4"/>
          <p:cNvSpPr/>
          <p:nvPr/>
        </p:nvSpPr>
        <p:spPr>
          <a:xfrm>
            <a:off x="7564979" y="246279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598" name="2"/>
          <p:cNvSpPr/>
          <p:nvPr/>
        </p:nvSpPr>
        <p:spPr>
          <a:xfrm>
            <a:off x="5938664" y="377497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599" name="11"/>
          <p:cNvSpPr/>
          <p:nvPr/>
        </p:nvSpPr>
        <p:spPr>
          <a:xfrm>
            <a:off x="5175027" y="4391125"/>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dirty="0"/>
              <a:t>11</a:t>
            </a:r>
          </a:p>
        </p:txBody>
      </p:sp>
      <p:sp>
        <p:nvSpPr>
          <p:cNvPr id="600" name="1"/>
          <p:cNvSpPr/>
          <p:nvPr/>
        </p:nvSpPr>
        <p:spPr>
          <a:xfrm>
            <a:off x="6016747" y="506268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3" name="Title 2"/>
          <p:cNvSpPr>
            <a:spLocks noGrp="1"/>
          </p:cNvSpPr>
          <p:nvPr>
            <p:ph type="title"/>
          </p:nvPr>
        </p:nvSpPr>
        <p:spPr/>
        <p:txBody>
          <a:bodyPr/>
          <a:lstStyle/>
          <a:p>
            <a:r>
              <a:rPr lang="tr-TR" dirty="0" err="1"/>
              <a:t>Kruskal</a:t>
            </a:r>
            <a:r>
              <a:rPr lang="tr-TR" dirty="0"/>
              <a:t> Minimum Kapsayan Ağaç</a:t>
            </a:r>
          </a:p>
        </p:txBody>
      </p:sp>
    </p:spTree>
    <p:extLst>
      <p:ext uri="{BB962C8B-B14F-4D97-AF65-F5344CB8AC3E}">
        <p14:creationId xmlns:p14="http://schemas.microsoft.com/office/powerpoint/2010/main" val="28227586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dirty="0"/>
          </a:p>
        </p:txBody>
      </p:sp>
      <p:sp>
        <p:nvSpPr>
          <p:cNvPr id="603" name="A"/>
          <p:cNvSpPr/>
          <p:nvPr/>
        </p:nvSpPr>
        <p:spPr>
          <a:xfrm>
            <a:off x="4381500" y="1595290"/>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604" name="E"/>
          <p:cNvSpPr/>
          <p:nvPr/>
        </p:nvSpPr>
        <p:spPr>
          <a:xfrm>
            <a:off x="3155156" y="3428852"/>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605" name="D"/>
          <p:cNvSpPr/>
          <p:nvPr/>
        </p:nvSpPr>
        <p:spPr>
          <a:xfrm>
            <a:off x="5131594" y="3095477"/>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606" name="F"/>
          <p:cNvSpPr/>
          <p:nvPr/>
        </p:nvSpPr>
        <p:spPr>
          <a:xfrm>
            <a:off x="3262312" y="5369571"/>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607" name="G"/>
          <p:cNvSpPr/>
          <p:nvPr/>
        </p:nvSpPr>
        <p:spPr>
          <a:xfrm>
            <a:off x="5262562" y="5369571"/>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608" name="B"/>
          <p:cNvSpPr/>
          <p:nvPr/>
        </p:nvSpPr>
        <p:spPr>
          <a:xfrm>
            <a:off x="6738938" y="184532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609" name="H"/>
          <p:cNvSpPr/>
          <p:nvPr/>
        </p:nvSpPr>
        <p:spPr>
          <a:xfrm>
            <a:off x="6203156" y="434334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610" name="I"/>
          <p:cNvSpPr/>
          <p:nvPr/>
        </p:nvSpPr>
        <p:spPr>
          <a:xfrm>
            <a:off x="7506891" y="513511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611" name="C"/>
          <p:cNvSpPr/>
          <p:nvPr/>
        </p:nvSpPr>
        <p:spPr>
          <a:xfrm>
            <a:off x="7870031" y="2993820"/>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612" name="Line"/>
          <p:cNvSpPr/>
          <p:nvPr/>
        </p:nvSpPr>
        <p:spPr>
          <a:xfrm flipV="1">
            <a:off x="5729572" y="4823341"/>
            <a:ext cx="550464" cy="610553"/>
          </a:xfrm>
          <a:prstGeom prst="line">
            <a:avLst/>
          </a:prstGeom>
          <a:ln w="63500">
            <a:solidFill>
              <a:srgbClr val="FF0000"/>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13" name="Line"/>
          <p:cNvSpPr/>
          <p:nvPr/>
        </p:nvSpPr>
        <p:spPr>
          <a:xfrm flipV="1">
            <a:off x="3576727" y="2102763"/>
            <a:ext cx="911418" cy="1337904"/>
          </a:xfrm>
          <a:prstGeom prst="line">
            <a:avLst/>
          </a:prstGeom>
          <a:ln w="63500">
            <a:solidFill>
              <a:srgbClr val="FF0000"/>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14" name="Line"/>
          <p:cNvSpPr/>
          <p:nvPr/>
        </p:nvSpPr>
        <p:spPr>
          <a:xfrm flipV="1">
            <a:off x="3700189" y="3409334"/>
            <a:ext cx="1409434" cy="302200"/>
          </a:xfrm>
          <a:prstGeom prst="line">
            <a:avLst/>
          </a:prstGeom>
          <a:ln w="63500">
            <a:solidFill>
              <a:srgbClr val="FF0000"/>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15" name="Line"/>
          <p:cNvSpPr/>
          <p:nvPr/>
        </p:nvSpPr>
        <p:spPr>
          <a:xfrm flipV="1">
            <a:off x="7836978" y="3541290"/>
            <a:ext cx="244669" cy="1583041"/>
          </a:xfrm>
          <a:prstGeom prst="line">
            <a:avLst/>
          </a:prstGeom>
          <a:ln w="63500">
            <a:solidFill>
              <a:srgbClr val="FF0000"/>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16" name="Line"/>
          <p:cNvSpPr/>
          <p:nvPr/>
        </p:nvSpPr>
        <p:spPr>
          <a:xfrm flipV="1">
            <a:off x="5652771" y="2296561"/>
            <a:ext cx="1134560" cy="917852"/>
          </a:xfrm>
          <a:prstGeom prst="line">
            <a:avLst/>
          </a:prstGeom>
          <a:ln w="63500">
            <a:solidFill>
              <a:srgbClr val="FF0000"/>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17" name="Line"/>
          <p:cNvSpPr/>
          <p:nvPr/>
        </p:nvSpPr>
        <p:spPr>
          <a:xfrm>
            <a:off x="5599193" y="3577552"/>
            <a:ext cx="674123" cy="831392"/>
          </a:xfrm>
          <a:prstGeom prst="line">
            <a:avLst/>
          </a:prstGeom>
          <a:ln w="63500">
            <a:solidFill>
              <a:srgbClr val="FF0000"/>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18" name="Line"/>
          <p:cNvSpPr/>
          <p:nvPr/>
        </p:nvSpPr>
        <p:spPr>
          <a:xfrm>
            <a:off x="7236303" y="2273817"/>
            <a:ext cx="680865" cy="782838"/>
          </a:xfrm>
          <a:prstGeom prst="line">
            <a:avLst/>
          </a:prstGeom>
          <a:ln w="63500">
            <a:solidFill>
              <a:srgbClr val="FF0000"/>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19" name="Line"/>
          <p:cNvSpPr/>
          <p:nvPr/>
        </p:nvSpPr>
        <p:spPr>
          <a:xfrm>
            <a:off x="3432256" y="3994271"/>
            <a:ext cx="60159" cy="1367918"/>
          </a:xfrm>
          <a:prstGeom prst="line">
            <a:avLst/>
          </a:prstGeom>
          <a:ln w="63500">
            <a:solidFill>
              <a:srgbClr val="FF0000"/>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20" name="J"/>
          <p:cNvSpPr/>
          <p:nvPr/>
        </p:nvSpPr>
        <p:spPr>
          <a:xfrm>
            <a:off x="9034994" y="4343346"/>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621" name="Line"/>
          <p:cNvSpPr/>
          <p:nvPr/>
        </p:nvSpPr>
        <p:spPr>
          <a:xfrm flipV="1">
            <a:off x="8045927" y="4766224"/>
            <a:ext cx="1005311" cy="615126"/>
          </a:xfrm>
          <a:prstGeom prst="line">
            <a:avLst/>
          </a:prstGeom>
          <a:ln w="63500">
            <a:solidFill>
              <a:srgbClr val="FF0000"/>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22" name="2"/>
          <p:cNvSpPr/>
          <p:nvPr/>
        </p:nvSpPr>
        <p:spPr>
          <a:xfrm>
            <a:off x="6260133" y="272127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623" name="1"/>
          <p:cNvSpPr/>
          <p:nvPr/>
        </p:nvSpPr>
        <p:spPr>
          <a:xfrm>
            <a:off x="3802951" y="2535564"/>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dirty="0"/>
              <a:t>1</a:t>
            </a:r>
          </a:p>
        </p:txBody>
      </p:sp>
      <p:sp>
        <p:nvSpPr>
          <p:cNvPr id="624" name="2"/>
          <p:cNvSpPr/>
          <p:nvPr/>
        </p:nvSpPr>
        <p:spPr>
          <a:xfrm>
            <a:off x="4267952" y="323585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625" name="1"/>
          <p:cNvSpPr/>
          <p:nvPr/>
        </p:nvSpPr>
        <p:spPr>
          <a:xfrm>
            <a:off x="3214847" y="460131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dirty="0"/>
              <a:t>1</a:t>
            </a:r>
          </a:p>
        </p:txBody>
      </p:sp>
      <p:sp>
        <p:nvSpPr>
          <p:cNvPr id="626" name="1"/>
          <p:cNvSpPr/>
          <p:nvPr/>
        </p:nvSpPr>
        <p:spPr>
          <a:xfrm>
            <a:off x="8001839" y="425008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627" name="0"/>
          <p:cNvSpPr/>
          <p:nvPr/>
        </p:nvSpPr>
        <p:spPr>
          <a:xfrm>
            <a:off x="8602741" y="506268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628" name="4"/>
          <p:cNvSpPr/>
          <p:nvPr/>
        </p:nvSpPr>
        <p:spPr>
          <a:xfrm>
            <a:off x="7619571" y="246279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dirty="0"/>
              <a:t>4</a:t>
            </a:r>
          </a:p>
        </p:txBody>
      </p:sp>
      <p:sp>
        <p:nvSpPr>
          <p:cNvPr id="629" name="2"/>
          <p:cNvSpPr/>
          <p:nvPr/>
        </p:nvSpPr>
        <p:spPr>
          <a:xfrm>
            <a:off x="5965960" y="377497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630" name="1"/>
          <p:cNvSpPr/>
          <p:nvPr/>
        </p:nvSpPr>
        <p:spPr>
          <a:xfrm>
            <a:off x="6044043" y="506268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3" name="Title 2"/>
          <p:cNvSpPr>
            <a:spLocks noGrp="1"/>
          </p:cNvSpPr>
          <p:nvPr>
            <p:ph type="title"/>
          </p:nvPr>
        </p:nvSpPr>
        <p:spPr/>
        <p:txBody>
          <a:bodyPr/>
          <a:lstStyle/>
          <a:p>
            <a:r>
              <a:rPr lang="tr-TR" dirty="0" err="1"/>
              <a:t>Kruskal</a:t>
            </a:r>
            <a:r>
              <a:rPr lang="tr-TR" dirty="0"/>
              <a:t> Minimum Kapsayan Ağaç</a:t>
            </a:r>
          </a:p>
        </p:txBody>
      </p:sp>
    </p:spTree>
    <p:extLst>
      <p:ext uri="{BB962C8B-B14F-4D97-AF65-F5344CB8AC3E}">
        <p14:creationId xmlns:p14="http://schemas.microsoft.com/office/powerpoint/2010/main" val="34710503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lstStyle/>
          <a:p>
            <a:endParaRPr lang="tr-TR"/>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31</a:t>
            </a:fld>
            <a:endParaRPr lang="en-US" dirty="0"/>
          </a:p>
        </p:txBody>
      </p:sp>
    </p:spTree>
    <p:extLst>
      <p:ext uri="{BB962C8B-B14F-4D97-AF65-F5344CB8AC3E}">
        <p14:creationId xmlns:p14="http://schemas.microsoft.com/office/powerpoint/2010/main" val="3025375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639" name="A"/>
          <p:cNvSpPr/>
          <p:nvPr/>
        </p:nvSpPr>
        <p:spPr>
          <a:xfrm>
            <a:off x="5470922" y="1494234"/>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640" name="E"/>
          <p:cNvSpPr/>
          <p:nvPr/>
        </p:nvSpPr>
        <p:spPr>
          <a:xfrm>
            <a:off x="4244578" y="3327797"/>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641" name="D"/>
          <p:cNvSpPr/>
          <p:nvPr/>
        </p:nvSpPr>
        <p:spPr>
          <a:xfrm>
            <a:off x="6221016" y="299442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642" name="F"/>
          <p:cNvSpPr/>
          <p:nvPr/>
        </p:nvSpPr>
        <p:spPr>
          <a:xfrm>
            <a:off x="435173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643"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644" name="B"/>
          <p:cNvSpPr/>
          <p:nvPr/>
        </p:nvSpPr>
        <p:spPr>
          <a:xfrm>
            <a:off x="7828360" y="174426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645"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646" name="I"/>
          <p:cNvSpPr/>
          <p:nvPr/>
        </p:nvSpPr>
        <p:spPr>
          <a:xfrm>
            <a:off x="8596313" y="5034057"/>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647" name="C"/>
          <p:cNvSpPr/>
          <p:nvPr/>
        </p:nvSpPr>
        <p:spPr>
          <a:xfrm>
            <a:off x="8959453" y="2892765"/>
            <a:ext cx="536688"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648" name="Line"/>
          <p:cNvSpPr/>
          <p:nvPr/>
        </p:nvSpPr>
        <p:spPr>
          <a:xfrm flipV="1">
            <a:off x="6818994" y="4722285"/>
            <a:ext cx="550463" cy="61055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49" name="Line"/>
          <p:cNvSpPr/>
          <p:nvPr/>
        </p:nvSpPr>
        <p:spPr>
          <a:xfrm flipV="1">
            <a:off x="4666149" y="2001708"/>
            <a:ext cx="911418" cy="133790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50"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51"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52"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53" name="Line"/>
          <p:cNvSpPr/>
          <p:nvPr/>
        </p:nvSpPr>
        <p:spPr>
          <a:xfrm flipV="1">
            <a:off x="8926400" y="3440235"/>
            <a:ext cx="244669" cy="158304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54"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55" name="Line"/>
          <p:cNvSpPr/>
          <p:nvPr/>
        </p:nvSpPr>
        <p:spPr>
          <a:xfrm flipV="1">
            <a:off x="6742193" y="2195506"/>
            <a:ext cx="1134560" cy="91785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56"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57"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58" name="Line"/>
          <p:cNvSpPr/>
          <p:nvPr/>
        </p:nvSpPr>
        <p:spPr>
          <a:xfrm>
            <a:off x="4521678" y="3893215"/>
            <a:ext cx="60159" cy="136791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59"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60"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61"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62"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63"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64" name="J"/>
          <p:cNvSpPr/>
          <p:nvPr/>
        </p:nvSpPr>
        <p:spPr>
          <a:xfrm>
            <a:off x="10124416" y="4242291"/>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665" name="Line"/>
          <p:cNvSpPr/>
          <p:nvPr/>
        </p:nvSpPr>
        <p:spPr>
          <a:xfrm flipV="1">
            <a:off x="9135349" y="4665169"/>
            <a:ext cx="1005311" cy="61512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66"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67"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668"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669"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670"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671"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672"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673"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674"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675"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676"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677"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678"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679"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680"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681"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682"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683"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684"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smtClean="0"/>
              <a:t>Kruskal</a:t>
            </a:r>
            <a:r>
              <a:rPr lang="tr-TR" dirty="0" smtClean="0"/>
              <a:t> Algoritması Uygulama</a:t>
            </a:r>
            <a:endParaRPr lang="tr-TR" dirty="0"/>
          </a:p>
        </p:txBody>
      </p:sp>
    </p:spTree>
    <p:extLst>
      <p:ext uri="{BB962C8B-B14F-4D97-AF65-F5344CB8AC3E}">
        <p14:creationId xmlns:p14="http://schemas.microsoft.com/office/powerpoint/2010/main" val="19742520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687" name="A"/>
          <p:cNvSpPr/>
          <p:nvPr/>
        </p:nvSpPr>
        <p:spPr>
          <a:xfrm>
            <a:off x="5470922" y="1494234"/>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688" name="E"/>
          <p:cNvSpPr/>
          <p:nvPr/>
        </p:nvSpPr>
        <p:spPr>
          <a:xfrm>
            <a:off x="4244578" y="3327797"/>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689" name="D"/>
          <p:cNvSpPr/>
          <p:nvPr/>
        </p:nvSpPr>
        <p:spPr>
          <a:xfrm>
            <a:off x="6221016" y="2994422"/>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690" name="F"/>
          <p:cNvSpPr/>
          <p:nvPr/>
        </p:nvSpPr>
        <p:spPr>
          <a:xfrm>
            <a:off x="4351734" y="5268516"/>
            <a:ext cx="536689"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691" name="G"/>
          <p:cNvSpPr/>
          <p:nvPr/>
        </p:nvSpPr>
        <p:spPr>
          <a:xfrm>
            <a:off x="6351984" y="5268516"/>
            <a:ext cx="536689"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692" name="B"/>
          <p:cNvSpPr/>
          <p:nvPr/>
        </p:nvSpPr>
        <p:spPr>
          <a:xfrm>
            <a:off x="7828360" y="1744266"/>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693" name="H"/>
          <p:cNvSpPr/>
          <p:nvPr/>
        </p:nvSpPr>
        <p:spPr>
          <a:xfrm>
            <a:off x="7292578" y="4242291"/>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694"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695" name="C"/>
          <p:cNvSpPr/>
          <p:nvPr/>
        </p:nvSpPr>
        <p:spPr>
          <a:xfrm>
            <a:off x="8959453" y="2892765"/>
            <a:ext cx="536688"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696" name="Line"/>
          <p:cNvSpPr/>
          <p:nvPr/>
        </p:nvSpPr>
        <p:spPr>
          <a:xfrm flipV="1">
            <a:off x="6818994" y="4722285"/>
            <a:ext cx="550463" cy="61055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97" name="Line"/>
          <p:cNvSpPr/>
          <p:nvPr/>
        </p:nvSpPr>
        <p:spPr>
          <a:xfrm flipV="1">
            <a:off x="4666149" y="2001708"/>
            <a:ext cx="911418" cy="133790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98"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699"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00"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01" name="Line"/>
          <p:cNvSpPr/>
          <p:nvPr/>
        </p:nvSpPr>
        <p:spPr>
          <a:xfrm flipV="1">
            <a:off x="8926400" y="3440235"/>
            <a:ext cx="244669" cy="158304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02"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03" name="Line"/>
          <p:cNvSpPr/>
          <p:nvPr/>
        </p:nvSpPr>
        <p:spPr>
          <a:xfrm flipV="1">
            <a:off x="6742193" y="2195506"/>
            <a:ext cx="1134560" cy="91785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04"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05"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06" name="Line"/>
          <p:cNvSpPr/>
          <p:nvPr/>
        </p:nvSpPr>
        <p:spPr>
          <a:xfrm>
            <a:off x="4521678" y="3893215"/>
            <a:ext cx="60159" cy="136791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07"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08"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09"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10"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11"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12"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713" name="Line"/>
          <p:cNvSpPr/>
          <p:nvPr/>
        </p:nvSpPr>
        <p:spPr>
          <a:xfrm flipV="1">
            <a:off x="9135349" y="4665169"/>
            <a:ext cx="1005311" cy="61512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14"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15"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716"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717"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718"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719"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720"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721"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722"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723"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724"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725"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726"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727"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728"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729"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730"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731"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732"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733"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
        <p:nvSpPr>
          <p:cNvPr id="3" name="Title 2"/>
          <p:cNvSpPr>
            <a:spLocks noGrp="1"/>
          </p:cNvSpPr>
          <p:nvPr>
            <p:ph type="title"/>
          </p:nvPr>
        </p:nvSpPr>
        <p:spPr/>
        <p:txBody>
          <a:bodyPr/>
          <a:lstStyle/>
          <a:p>
            <a:r>
              <a:rPr lang="tr-TR" dirty="0" err="1"/>
              <a:t>Kruskal</a:t>
            </a:r>
            <a:r>
              <a:rPr lang="tr-TR" dirty="0"/>
              <a:t> Algoritması Uygulama</a:t>
            </a:r>
          </a:p>
        </p:txBody>
      </p:sp>
    </p:spTree>
    <p:extLst>
      <p:ext uri="{BB962C8B-B14F-4D97-AF65-F5344CB8AC3E}">
        <p14:creationId xmlns:p14="http://schemas.microsoft.com/office/powerpoint/2010/main" val="40063206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738" name="A"/>
          <p:cNvSpPr/>
          <p:nvPr/>
        </p:nvSpPr>
        <p:spPr>
          <a:xfrm>
            <a:off x="5470922" y="1494234"/>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739" name="E"/>
          <p:cNvSpPr/>
          <p:nvPr/>
        </p:nvSpPr>
        <p:spPr>
          <a:xfrm>
            <a:off x="4244578" y="3327797"/>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740" name="D"/>
          <p:cNvSpPr/>
          <p:nvPr/>
        </p:nvSpPr>
        <p:spPr>
          <a:xfrm>
            <a:off x="6221016" y="299442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741" name="F"/>
          <p:cNvSpPr/>
          <p:nvPr/>
        </p:nvSpPr>
        <p:spPr>
          <a:xfrm>
            <a:off x="435173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742"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743" name="B"/>
          <p:cNvSpPr/>
          <p:nvPr/>
        </p:nvSpPr>
        <p:spPr>
          <a:xfrm>
            <a:off x="7828360" y="174426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744"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745" name="I"/>
          <p:cNvSpPr/>
          <p:nvPr/>
        </p:nvSpPr>
        <p:spPr>
          <a:xfrm>
            <a:off x="8596313" y="5034057"/>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746" name="C"/>
          <p:cNvSpPr/>
          <p:nvPr/>
        </p:nvSpPr>
        <p:spPr>
          <a:xfrm>
            <a:off x="8959453" y="2892765"/>
            <a:ext cx="536688"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747" name="Line"/>
          <p:cNvSpPr/>
          <p:nvPr/>
        </p:nvSpPr>
        <p:spPr>
          <a:xfrm flipV="1">
            <a:off x="6818994" y="4722285"/>
            <a:ext cx="550463" cy="61055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48" name="Line"/>
          <p:cNvSpPr/>
          <p:nvPr/>
        </p:nvSpPr>
        <p:spPr>
          <a:xfrm flipV="1">
            <a:off x="4666149" y="2001708"/>
            <a:ext cx="911418" cy="133790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49"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50"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51"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52" name="Line"/>
          <p:cNvSpPr/>
          <p:nvPr/>
        </p:nvSpPr>
        <p:spPr>
          <a:xfrm flipV="1">
            <a:off x="8926400" y="3440235"/>
            <a:ext cx="244669" cy="158304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53"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54" name="Line"/>
          <p:cNvSpPr/>
          <p:nvPr/>
        </p:nvSpPr>
        <p:spPr>
          <a:xfrm flipV="1">
            <a:off x="6742193" y="2195506"/>
            <a:ext cx="1134560" cy="91785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55"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56"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57" name="Line"/>
          <p:cNvSpPr/>
          <p:nvPr/>
        </p:nvSpPr>
        <p:spPr>
          <a:xfrm>
            <a:off x="4521678" y="3893215"/>
            <a:ext cx="60159" cy="136791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58"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59"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60"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61"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62"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63" name="J"/>
          <p:cNvSpPr/>
          <p:nvPr/>
        </p:nvSpPr>
        <p:spPr>
          <a:xfrm>
            <a:off x="10124416" y="4242291"/>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764"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65"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66"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767"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768"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769"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770"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771"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772"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773"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774"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775"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776"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777"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778"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779"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780"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781"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783"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784"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99956751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787" name="A"/>
          <p:cNvSpPr/>
          <p:nvPr/>
        </p:nvSpPr>
        <p:spPr>
          <a:xfrm>
            <a:off x="5470922" y="1494234"/>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788" name="E"/>
          <p:cNvSpPr/>
          <p:nvPr/>
        </p:nvSpPr>
        <p:spPr>
          <a:xfrm>
            <a:off x="4244578" y="3327797"/>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789" name="D"/>
          <p:cNvSpPr/>
          <p:nvPr/>
        </p:nvSpPr>
        <p:spPr>
          <a:xfrm>
            <a:off x="6221016" y="299442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790" name="F"/>
          <p:cNvSpPr/>
          <p:nvPr/>
        </p:nvSpPr>
        <p:spPr>
          <a:xfrm>
            <a:off x="435173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791"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792" name="B"/>
          <p:cNvSpPr/>
          <p:nvPr/>
        </p:nvSpPr>
        <p:spPr>
          <a:xfrm>
            <a:off x="7828360" y="174426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793"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794"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795" name="C"/>
          <p:cNvSpPr/>
          <p:nvPr/>
        </p:nvSpPr>
        <p:spPr>
          <a:xfrm>
            <a:off x="8959453" y="2892765"/>
            <a:ext cx="536688"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796" name="Line"/>
          <p:cNvSpPr/>
          <p:nvPr/>
        </p:nvSpPr>
        <p:spPr>
          <a:xfrm flipV="1">
            <a:off x="6818994" y="4722285"/>
            <a:ext cx="550463" cy="61055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97" name="Line"/>
          <p:cNvSpPr/>
          <p:nvPr/>
        </p:nvSpPr>
        <p:spPr>
          <a:xfrm flipV="1">
            <a:off x="4666149" y="2001708"/>
            <a:ext cx="911418" cy="133790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98"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799"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00"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01" name="Line"/>
          <p:cNvSpPr/>
          <p:nvPr/>
        </p:nvSpPr>
        <p:spPr>
          <a:xfrm flipV="1">
            <a:off x="8926400" y="3440235"/>
            <a:ext cx="244669" cy="158304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02"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03" name="Line"/>
          <p:cNvSpPr/>
          <p:nvPr/>
        </p:nvSpPr>
        <p:spPr>
          <a:xfrm flipV="1">
            <a:off x="6742193" y="2195506"/>
            <a:ext cx="1134560" cy="91785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04"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05"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06" name="Line"/>
          <p:cNvSpPr/>
          <p:nvPr/>
        </p:nvSpPr>
        <p:spPr>
          <a:xfrm>
            <a:off x="4521678" y="3893215"/>
            <a:ext cx="60159" cy="136791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07"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08"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09"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10"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11"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12"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813"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14"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15"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816"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817"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818"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819"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820"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821"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822"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823"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824"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825"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826"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827"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828"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829"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830"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832"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833"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85485389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836" name="A"/>
          <p:cNvSpPr/>
          <p:nvPr/>
        </p:nvSpPr>
        <p:spPr>
          <a:xfrm>
            <a:off x="5470922" y="1494234"/>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837" name="E"/>
          <p:cNvSpPr/>
          <p:nvPr/>
        </p:nvSpPr>
        <p:spPr>
          <a:xfrm>
            <a:off x="4244578" y="3327797"/>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838" name="D"/>
          <p:cNvSpPr/>
          <p:nvPr/>
        </p:nvSpPr>
        <p:spPr>
          <a:xfrm>
            <a:off x="6221016" y="299442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839" name="F"/>
          <p:cNvSpPr/>
          <p:nvPr/>
        </p:nvSpPr>
        <p:spPr>
          <a:xfrm>
            <a:off x="435173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840"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841" name="B"/>
          <p:cNvSpPr/>
          <p:nvPr/>
        </p:nvSpPr>
        <p:spPr>
          <a:xfrm>
            <a:off x="7828360" y="174426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842"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843"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844" name="C"/>
          <p:cNvSpPr/>
          <p:nvPr/>
        </p:nvSpPr>
        <p:spPr>
          <a:xfrm>
            <a:off x="8959453" y="2892765"/>
            <a:ext cx="536688"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845" name="Line"/>
          <p:cNvSpPr/>
          <p:nvPr/>
        </p:nvSpPr>
        <p:spPr>
          <a:xfrm flipV="1">
            <a:off x="6818994" y="4722285"/>
            <a:ext cx="550463" cy="61055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46"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47"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48"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49"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50" name="Line"/>
          <p:cNvSpPr/>
          <p:nvPr/>
        </p:nvSpPr>
        <p:spPr>
          <a:xfrm flipV="1">
            <a:off x="8926400" y="3440235"/>
            <a:ext cx="244669" cy="158304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51"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52" name="Line"/>
          <p:cNvSpPr/>
          <p:nvPr/>
        </p:nvSpPr>
        <p:spPr>
          <a:xfrm flipV="1">
            <a:off x="6742193" y="2195506"/>
            <a:ext cx="1134560" cy="91785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53"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54"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55" name="Line"/>
          <p:cNvSpPr/>
          <p:nvPr/>
        </p:nvSpPr>
        <p:spPr>
          <a:xfrm>
            <a:off x="4521678" y="3893215"/>
            <a:ext cx="60159" cy="136791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56"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57"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58"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59"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60"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61"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862"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63"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64"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865"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866"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867"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868"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869"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870"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871"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872"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873"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874"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875"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876"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877"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878"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879"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880"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881"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5060551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885"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886"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887" name="D"/>
          <p:cNvSpPr/>
          <p:nvPr/>
        </p:nvSpPr>
        <p:spPr>
          <a:xfrm>
            <a:off x="6221016" y="299442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888" name="F"/>
          <p:cNvSpPr/>
          <p:nvPr/>
        </p:nvSpPr>
        <p:spPr>
          <a:xfrm>
            <a:off x="435173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889"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890" name="B"/>
          <p:cNvSpPr/>
          <p:nvPr/>
        </p:nvSpPr>
        <p:spPr>
          <a:xfrm>
            <a:off x="7828360" y="174426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891"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892"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893" name="C"/>
          <p:cNvSpPr/>
          <p:nvPr/>
        </p:nvSpPr>
        <p:spPr>
          <a:xfrm>
            <a:off x="8959453" y="2892765"/>
            <a:ext cx="536688"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894" name="Line"/>
          <p:cNvSpPr/>
          <p:nvPr/>
        </p:nvSpPr>
        <p:spPr>
          <a:xfrm flipV="1">
            <a:off x="6818994" y="4722285"/>
            <a:ext cx="550463" cy="61055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95"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96"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97"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98"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899" name="Line"/>
          <p:cNvSpPr/>
          <p:nvPr/>
        </p:nvSpPr>
        <p:spPr>
          <a:xfrm flipV="1">
            <a:off x="8926400" y="3440235"/>
            <a:ext cx="244669" cy="158304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00"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01" name="Line"/>
          <p:cNvSpPr/>
          <p:nvPr/>
        </p:nvSpPr>
        <p:spPr>
          <a:xfrm flipV="1">
            <a:off x="6742193" y="2195506"/>
            <a:ext cx="1134560" cy="91785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02"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03"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04" name="Line"/>
          <p:cNvSpPr/>
          <p:nvPr/>
        </p:nvSpPr>
        <p:spPr>
          <a:xfrm>
            <a:off x="4521678" y="3893215"/>
            <a:ext cx="60159" cy="136791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05"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06"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07"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08"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09"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10"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911"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12"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13"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914"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915"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916"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917"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918"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919"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920"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921"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922"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923"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924"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925"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926"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927"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928"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929"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930"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15109838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934" name="D"/>
          <p:cNvSpPr/>
          <p:nvPr/>
        </p:nvSpPr>
        <p:spPr>
          <a:xfrm>
            <a:off x="6221016" y="299442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935" name="F"/>
          <p:cNvSpPr/>
          <p:nvPr/>
        </p:nvSpPr>
        <p:spPr>
          <a:xfrm>
            <a:off x="435173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936"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937" name="B"/>
          <p:cNvSpPr/>
          <p:nvPr/>
        </p:nvSpPr>
        <p:spPr>
          <a:xfrm>
            <a:off x="7828360" y="174426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938"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939"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940" name="C"/>
          <p:cNvSpPr/>
          <p:nvPr/>
        </p:nvSpPr>
        <p:spPr>
          <a:xfrm>
            <a:off x="8959453" y="2892765"/>
            <a:ext cx="536688"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941" name="Line"/>
          <p:cNvSpPr/>
          <p:nvPr/>
        </p:nvSpPr>
        <p:spPr>
          <a:xfrm flipV="1">
            <a:off x="6818994" y="4722285"/>
            <a:ext cx="550463" cy="61055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42"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43"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44"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45"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46"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47" name="Line"/>
          <p:cNvSpPr/>
          <p:nvPr/>
        </p:nvSpPr>
        <p:spPr>
          <a:xfrm flipV="1">
            <a:off x="6742193" y="2195506"/>
            <a:ext cx="1134560" cy="91785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48"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49"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50" name="Line"/>
          <p:cNvSpPr/>
          <p:nvPr/>
        </p:nvSpPr>
        <p:spPr>
          <a:xfrm>
            <a:off x="4521678" y="3893215"/>
            <a:ext cx="60159" cy="136791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51"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52"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53"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54"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55"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56"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957"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58"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59"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960"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961"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962"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963"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964"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965"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966"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967"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968"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969"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970"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971"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972"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973"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974"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975"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976"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977"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78"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979"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221967946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983" name="D"/>
          <p:cNvSpPr/>
          <p:nvPr/>
        </p:nvSpPr>
        <p:spPr>
          <a:xfrm>
            <a:off x="6221016" y="299442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984" name="F"/>
          <p:cNvSpPr/>
          <p:nvPr/>
        </p:nvSpPr>
        <p:spPr>
          <a:xfrm>
            <a:off x="435173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985"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986" name="B"/>
          <p:cNvSpPr/>
          <p:nvPr/>
        </p:nvSpPr>
        <p:spPr>
          <a:xfrm>
            <a:off x="7828360" y="174426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987"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988"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989" name="C"/>
          <p:cNvSpPr/>
          <p:nvPr/>
        </p:nvSpPr>
        <p:spPr>
          <a:xfrm>
            <a:off x="8959453" y="2892765"/>
            <a:ext cx="536688"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990" name="Line"/>
          <p:cNvSpPr/>
          <p:nvPr/>
        </p:nvSpPr>
        <p:spPr>
          <a:xfrm flipV="1">
            <a:off x="6818994" y="4722285"/>
            <a:ext cx="550463" cy="61055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91"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92"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93"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94"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95"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96" name="Line"/>
          <p:cNvSpPr/>
          <p:nvPr/>
        </p:nvSpPr>
        <p:spPr>
          <a:xfrm flipV="1">
            <a:off x="6742193" y="2195506"/>
            <a:ext cx="1134560" cy="91785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97"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98"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999" name="Line"/>
          <p:cNvSpPr/>
          <p:nvPr/>
        </p:nvSpPr>
        <p:spPr>
          <a:xfrm>
            <a:off x="4521678" y="3893215"/>
            <a:ext cx="60159" cy="136791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00"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01"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02"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03"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04"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05"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006"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07"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08"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009"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010"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011"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012"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013"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014"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015"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016"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017"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018"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019"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020"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021"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022"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023"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024"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025"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026"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27"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028"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63139084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032" name="D"/>
          <p:cNvSpPr/>
          <p:nvPr/>
        </p:nvSpPr>
        <p:spPr>
          <a:xfrm>
            <a:off x="6221016" y="299442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033" name="F"/>
          <p:cNvSpPr/>
          <p:nvPr/>
        </p:nvSpPr>
        <p:spPr>
          <a:xfrm>
            <a:off x="435173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034"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035" name="B"/>
          <p:cNvSpPr/>
          <p:nvPr/>
        </p:nvSpPr>
        <p:spPr>
          <a:xfrm>
            <a:off x="7828360" y="174426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036"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037"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038" name="C"/>
          <p:cNvSpPr/>
          <p:nvPr/>
        </p:nvSpPr>
        <p:spPr>
          <a:xfrm>
            <a:off x="8959453" y="2892765"/>
            <a:ext cx="536688"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039" name="Line"/>
          <p:cNvSpPr/>
          <p:nvPr/>
        </p:nvSpPr>
        <p:spPr>
          <a:xfrm flipV="1">
            <a:off x="6818994" y="4722285"/>
            <a:ext cx="550463" cy="61055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40"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41"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42"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43"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44"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45" name="Line"/>
          <p:cNvSpPr/>
          <p:nvPr/>
        </p:nvSpPr>
        <p:spPr>
          <a:xfrm flipV="1">
            <a:off x="6742193" y="2195506"/>
            <a:ext cx="1134560" cy="91785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46"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47"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48"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49"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50"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51"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52"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53"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54"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055"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56"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57"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058"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059"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060"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061"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062"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063"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064"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065"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066"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067"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068"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069"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070"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071"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072"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073"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074"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075"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76"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077"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1218584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081"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082"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083" name="D"/>
          <p:cNvSpPr/>
          <p:nvPr/>
        </p:nvSpPr>
        <p:spPr>
          <a:xfrm>
            <a:off x="6221016" y="299442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084"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085"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086" name="B"/>
          <p:cNvSpPr/>
          <p:nvPr/>
        </p:nvSpPr>
        <p:spPr>
          <a:xfrm>
            <a:off x="7828360" y="174426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087"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088"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089" name="C"/>
          <p:cNvSpPr/>
          <p:nvPr/>
        </p:nvSpPr>
        <p:spPr>
          <a:xfrm>
            <a:off x="8959453" y="2892765"/>
            <a:ext cx="536688"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090" name="Line"/>
          <p:cNvSpPr/>
          <p:nvPr/>
        </p:nvSpPr>
        <p:spPr>
          <a:xfrm flipV="1">
            <a:off x="6818994" y="4722285"/>
            <a:ext cx="550463" cy="61055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91"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92"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93"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94"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95"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96"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97" name="Line"/>
          <p:cNvSpPr/>
          <p:nvPr/>
        </p:nvSpPr>
        <p:spPr>
          <a:xfrm flipV="1">
            <a:off x="6742193" y="2195506"/>
            <a:ext cx="1134560" cy="91785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98"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099"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00"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01"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02"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03"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04"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05"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06"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107"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08"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09"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110"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111"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112"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113"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114"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115"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116"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117"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118"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119"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120"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121"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122"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123"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124"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125"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126"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6322638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130" name="D"/>
          <p:cNvSpPr/>
          <p:nvPr/>
        </p:nvSpPr>
        <p:spPr>
          <a:xfrm>
            <a:off x="6221016" y="299442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131"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132" name="B"/>
          <p:cNvSpPr/>
          <p:nvPr/>
        </p:nvSpPr>
        <p:spPr>
          <a:xfrm>
            <a:off x="7828360" y="174426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133"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134"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135" name="C"/>
          <p:cNvSpPr/>
          <p:nvPr/>
        </p:nvSpPr>
        <p:spPr>
          <a:xfrm>
            <a:off x="8959453" y="2892765"/>
            <a:ext cx="536688"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136" name="Line"/>
          <p:cNvSpPr/>
          <p:nvPr/>
        </p:nvSpPr>
        <p:spPr>
          <a:xfrm flipV="1">
            <a:off x="6818994" y="4722285"/>
            <a:ext cx="550463" cy="610553"/>
          </a:xfrm>
          <a:prstGeom prst="line">
            <a:avLst/>
          </a:prstGeom>
          <a:ln w="63500">
            <a:solidFill>
              <a:schemeClr val="accent5"/>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37"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38"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39"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40"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41"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42" name="Line"/>
          <p:cNvSpPr/>
          <p:nvPr/>
        </p:nvSpPr>
        <p:spPr>
          <a:xfrm flipV="1">
            <a:off x="6742193" y="2195506"/>
            <a:ext cx="1134560" cy="91785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43"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44"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45"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46"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47"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48"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49"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50"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151"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52"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53"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154"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155"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156"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157"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158"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159"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160"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161"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162"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163"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164"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165"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166"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167"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168"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169"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170"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171"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172"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73"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74"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175"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21035397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179"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180" name="D"/>
          <p:cNvSpPr/>
          <p:nvPr/>
        </p:nvSpPr>
        <p:spPr>
          <a:xfrm>
            <a:off x="6221016" y="299442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181" name="G"/>
          <p:cNvSpPr/>
          <p:nvPr/>
        </p:nvSpPr>
        <p:spPr>
          <a:xfrm>
            <a:off x="6351984" y="5268516"/>
            <a:ext cx="536689"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182" name="B"/>
          <p:cNvSpPr/>
          <p:nvPr/>
        </p:nvSpPr>
        <p:spPr>
          <a:xfrm>
            <a:off x="7828360" y="174426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183" name="H"/>
          <p:cNvSpPr/>
          <p:nvPr/>
        </p:nvSpPr>
        <p:spPr>
          <a:xfrm>
            <a:off x="7292578" y="4242291"/>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184" name="I"/>
          <p:cNvSpPr/>
          <p:nvPr/>
        </p:nvSpPr>
        <p:spPr>
          <a:xfrm>
            <a:off x="8596313" y="5034057"/>
            <a:ext cx="536688" cy="536689"/>
          </a:xfrm>
          <a:prstGeom prst="ellipse">
            <a:avLst/>
          </a:prstGeom>
          <a:blipFill>
            <a:blip r:embed="rId4"/>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185" name="C"/>
          <p:cNvSpPr/>
          <p:nvPr/>
        </p:nvSpPr>
        <p:spPr>
          <a:xfrm>
            <a:off x="8959453" y="2892765"/>
            <a:ext cx="536688" cy="536688"/>
          </a:xfrm>
          <a:prstGeom prst="ellipse">
            <a:avLst/>
          </a:prstGeom>
          <a:blipFill>
            <a:blip r:embed="rId4"/>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186" name="Line"/>
          <p:cNvSpPr/>
          <p:nvPr/>
        </p:nvSpPr>
        <p:spPr>
          <a:xfrm flipV="1">
            <a:off x="6818994" y="4722285"/>
            <a:ext cx="550463" cy="610553"/>
          </a:xfrm>
          <a:prstGeom prst="line">
            <a:avLst/>
          </a:prstGeom>
          <a:ln w="63500">
            <a:solidFill>
              <a:schemeClr val="accent5"/>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87"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88"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89"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90"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91"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92" name="Line"/>
          <p:cNvSpPr/>
          <p:nvPr/>
        </p:nvSpPr>
        <p:spPr>
          <a:xfrm flipV="1">
            <a:off x="6742193" y="2195506"/>
            <a:ext cx="1134560" cy="91785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93"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94"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95"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96"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97"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98"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199"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00" name="J"/>
          <p:cNvSpPr/>
          <p:nvPr/>
        </p:nvSpPr>
        <p:spPr>
          <a:xfrm>
            <a:off x="10124416" y="4242291"/>
            <a:ext cx="536689" cy="536689"/>
          </a:xfrm>
          <a:prstGeom prst="ellipse">
            <a:avLst/>
          </a:prstGeom>
          <a:blipFill>
            <a:blip r:embed="rId4"/>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201"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02"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03"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204"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205"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206"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207"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208"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209"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210"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211"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212"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213"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214"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215"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216"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217"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218"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219"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220"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221"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22"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23"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224"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19149298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228"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229" name="D"/>
          <p:cNvSpPr/>
          <p:nvPr/>
        </p:nvSpPr>
        <p:spPr>
          <a:xfrm>
            <a:off x="6221016" y="2994422"/>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230" name="G"/>
          <p:cNvSpPr/>
          <p:nvPr/>
        </p:nvSpPr>
        <p:spPr>
          <a:xfrm>
            <a:off x="6351984" y="5268516"/>
            <a:ext cx="536689"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231" name="B"/>
          <p:cNvSpPr/>
          <p:nvPr/>
        </p:nvSpPr>
        <p:spPr>
          <a:xfrm>
            <a:off x="7828360" y="1744266"/>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232" name="H"/>
          <p:cNvSpPr/>
          <p:nvPr/>
        </p:nvSpPr>
        <p:spPr>
          <a:xfrm>
            <a:off x="7292578" y="4242291"/>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233" name="I"/>
          <p:cNvSpPr/>
          <p:nvPr/>
        </p:nvSpPr>
        <p:spPr>
          <a:xfrm>
            <a:off x="8596313" y="5034057"/>
            <a:ext cx="536688" cy="536689"/>
          </a:xfrm>
          <a:prstGeom prst="ellipse">
            <a:avLst/>
          </a:prstGeom>
          <a:blipFill>
            <a:blip r:embed="rId4"/>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234" name="C"/>
          <p:cNvSpPr/>
          <p:nvPr/>
        </p:nvSpPr>
        <p:spPr>
          <a:xfrm>
            <a:off x="8959453" y="2892765"/>
            <a:ext cx="536688" cy="536688"/>
          </a:xfrm>
          <a:prstGeom prst="ellipse">
            <a:avLst/>
          </a:prstGeom>
          <a:blipFill>
            <a:blip r:embed="rId4"/>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235" name="Line"/>
          <p:cNvSpPr/>
          <p:nvPr/>
        </p:nvSpPr>
        <p:spPr>
          <a:xfrm flipV="1">
            <a:off x="6818994" y="4722285"/>
            <a:ext cx="550463" cy="610553"/>
          </a:xfrm>
          <a:prstGeom prst="line">
            <a:avLst/>
          </a:prstGeom>
          <a:ln w="63500">
            <a:solidFill>
              <a:schemeClr val="accent5"/>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36"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37"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38"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39"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40"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41" name="Line"/>
          <p:cNvSpPr/>
          <p:nvPr/>
        </p:nvSpPr>
        <p:spPr>
          <a:xfrm flipV="1">
            <a:off x="6742193" y="2195506"/>
            <a:ext cx="1134560" cy="917851"/>
          </a:xfrm>
          <a:prstGeom prst="line">
            <a:avLst/>
          </a:prstGeom>
          <a:ln w="63500">
            <a:solidFill>
              <a:schemeClr val="accent3"/>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42"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43"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44"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45"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46"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47"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48"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49" name="J"/>
          <p:cNvSpPr/>
          <p:nvPr/>
        </p:nvSpPr>
        <p:spPr>
          <a:xfrm>
            <a:off x="10124416" y="4242291"/>
            <a:ext cx="536689" cy="536689"/>
          </a:xfrm>
          <a:prstGeom prst="ellipse">
            <a:avLst/>
          </a:prstGeom>
          <a:blipFill>
            <a:blip r:embed="rId4"/>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250"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51"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52"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253"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254"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255"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256"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257"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258"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259"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260"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261"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262"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263"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264"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265"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266"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267"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268"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269"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270"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71"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72"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273"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3691516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277"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278" name="D"/>
          <p:cNvSpPr/>
          <p:nvPr/>
        </p:nvSpPr>
        <p:spPr>
          <a:xfrm>
            <a:off x="6221016" y="2994422"/>
            <a:ext cx="536688" cy="536689"/>
          </a:xfrm>
          <a:prstGeom prst="ellipse">
            <a:avLst/>
          </a:prstGeom>
          <a:solidFill>
            <a:schemeClr val="accent3"/>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279"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280" name="B"/>
          <p:cNvSpPr/>
          <p:nvPr/>
        </p:nvSpPr>
        <p:spPr>
          <a:xfrm>
            <a:off x="7828360" y="1744266"/>
            <a:ext cx="536688" cy="536689"/>
          </a:xfrm>
          <a:prstGeom prst="ellipse">
            <a:avLst/>
          </a:prstGeom>
          <a:solidFill>
            <a:schemeClr val="accent3"/>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281"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282"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283" name="C"/>
          <p:cNvSpPr/>
          <p:nvPr/>
        </p:nvSpPr>
        <p:spPr>
          <a:xfrm>
            <a:off x="8959453" y="2892765"/>
            <a:ext cx="536688"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284" name="Line"/>
          <p:cNvSpPr/>
          <p:nvPr/>
        </p:nvSpPr>
        <p:spPr>
          <a:xfrm flipV="1">
            <a:off x="6818994" y="4722285"/>
            <a:ext cx="550463" cy="610553"/>
          </a:xfrm>
          <a:prstGeom prst="line">
            <a:avLst/>
          </a:prstGeom>
          <a:ln w="63500">
            <a:solidFill>
              <a:schemeClr val="accent5"/>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85"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86"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87"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88"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89"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90" name="Line"/>
          <p:cNvSpPr/>
          <p:nvPr/>
        </p:nvSpPr>
        <p:spPr>
          <a:xfrm flipV="1">
            <a:off x="6742193" y="2195506"/>
            <a:ext cx="1134560" cy="917851"/>
          </a:xfrm>
          <a:prstGeom prst="line">
            <a:avLst/>
          </a:prstGeom>
          <a:ln w="63500">
            <a:solidFill>
              <a:schemeClr val="accent3"/>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91"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92"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93"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94"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95"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96"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97"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298"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299"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00"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01"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302"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303"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304"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305"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306"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307"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308"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309"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310"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311"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312"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313"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314"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315"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316"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317"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318"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319"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20"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21"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322"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57830294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326"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327" name="D"/>
          <p:cNvSpPr/>
          <p:nvPr/>
        </p:nvSpPr>
        <p:spPr>
          <a:xfrm>
            <a:off x="6221016" y="2994422"/>
            <a:ext cx="536688" cy="536689"/>
          </a:xfrm>
          <a:prstGeom prst="ellipse">
            <a:avLst/>
          </a:prstGeom>
          <a:solidFill>
            <a:schemeClr val="accent3"/>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328"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329" name="B"/>
          <p:cNvSpPr/>
          <p:nvPr/>
        </p:nvSpPr>
        <p:spPr>
          <a:xfrm>
            <a:off x="7828360" y="1744266"/>
            <a:ext cx="536688" cy="536689"/>
          </a:xfrm>
          <a:prstGeom prst="ellipse">
            <a:avLst/>
          </a:prstGeom>
          <a:solidFill>
            <a:schemeClr val="accent3"/>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330"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331"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332" name="C"/>
          <p:cNvSpPr/>
          <p:nvPr/>
        </p:nvSpPr>
        <p:spPr>
          <a:xfrm>
            <a:off x="8959453" y="2892765"/>
            <a:ext cx="536688"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333" name="Line"/>
          <p:cNvSpPr/>
          <p:nvPr/>
        </p:nvSpPr>
        <p:spPr>
          <a:xfrm flipV="1">
            <a:off x="6818994" y="4722285"/>
            <a:ext cx="550463" cy="610553"/>
          </a:xfrm>
          <a:prstGeom prst="line">
            <a:avLst/>
          </a:prstGeom>
          <a:ln w="63500">
            <a:solidFill>
              <a:schemeClr val="accent5"/>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34"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35"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36"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37"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38"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39" name="Line"/>
          <p:cNvSpPr/>
          <p:nvPr/>
        </p:nvSpPr>
        <p:spPr>
          <a:xfrm flipV="1">
            <a:off x="6742193" y="2195506"/>
            <a:ext cx="1134560" cy="917851"/>
          </a:xfrm>
          <a:prstGeom prst="line">
            <a:avLst/>
          </a:prstGeom>
          <a:ln w="63500">
            <a:solidFill>
              <a:schemeClr val="accent3"/>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40"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41"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42"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43"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44"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45"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46"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47"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348"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49" name="Line"/>
          <p:cNvSpPr/>
          <p:nvPr/>
        </p:nvSpPr>
        <p:spPr>
          <a:xfrm>
            <a:off x="9421129" y="3364430"/>
            <a:ext cx="756117" cy="951292"/>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50"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351"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352"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353"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354"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355"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356"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357"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358"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359"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360"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361"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362"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363"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364"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365"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366"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367"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368"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69"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70"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371"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6722180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375"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376" name="D"/>
          <p:cNvSpPr/>
          <p:nvPr/>
        </p:nvSpPr>
        <p:spPr>
          <a:xfrm>
            <a:off x="6221016" y="2994422"/>
            <a:ext cx="536688" cy="536689"/>
          </a:xfrm>
          <a:prstGeom prst="ellipse">
            <a:avLst/>
          </a:prstGeom>
          <a:solidFill>
            <a:schemeClr val="accent3"/>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377"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378" name="B"/>
          <p:cNvSpPr/>
          <p:nvPr/>
        </p:nvSpPr>
        <p:spPr>
          <a:xfrm>
            <a:off x="7828360" y="1744266"/>
            <a:ext cx="536688" cy="536689"/>
          </a:xfrm>
          <a:prstGeom prst="ellipse">
            <a:avLst/>
          </a:prstGeom>
          <a:solidFill>
            <a:schemeClr val="accent3"/>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379"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380"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381" name="C"/>
          <p:cNvSpPr/>
          <p:nvPr/>
        </p:nvSpPr>
        <p:spPr>
          <a:xfrm>
            <a:off x="8959453" y="2892765"/>
            <a:ext cx="536688"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382" name="Line"/>
          <p:cNvSpPr/>
          <p:nvPr/>
        </p:nvSpPr>
        <p:spPr>
          <a:xfrm flipV="1">
            <a:off x="6818994" y="4722285"/>
            <a:ext cx="550463" cy="610553"/>
          </a:xfrm>
          <a:prstGeom prst="line">
            <a:avLst/>
          </a:prstGeom>
          <a:ln w="63500">
            <a:solidFill>
              <a:schemeClr val="accent5"/>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83"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84" name="Line"/>
          <p:cNvSpPr/>
          <p:nvPr/>
        </p:nvSpPr>
        <p:spPr>
          <a:xfrm flipV="1">
            <a:off x="4789611" y="3308279"/>
            <a:ext cx="1409434" cy="302200"/>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85"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86"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87"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88" name="Line"/>
          <p:cNvSpPr/>
          <p:nvPr/>
        </p:nvSpPr>
        <p:spPr>
          <a:xfrm flipV="1">
            <a:off x="6742193" y="2195506"/>
            <a:ext cx="1134560" cy="917851"/>
          </a:xfrm>
          <a:prstGeom prst="line">
            <a:avLst/>
          </a:prstGeom>
          <a:ln w="63500">
            <a:solidFill>
              <a:schemeClr val="accent3"/>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89"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90"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91"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92"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93"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94"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95"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96"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397"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98" name="Line"/>
          <p:cNvSpPr/>
          <p:nvPr/>
        </p:nvSpPr>
        <p:spPr>
          <a:xfrm>
            <a:off x="9421129" y="3364430"/>
            <a:ext cx="756117" cy="951292"/>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399"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400"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401"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402"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403"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404"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405"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406"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407"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408"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409"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410"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411"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412"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413"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414"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415"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416"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417"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18"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19"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420"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4"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3203672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426"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427" name="D"/>
          <p:cNvSpPr/>
          <p:nvPr/>
        </p:nvSpPr>
        <p:spPr>
          <a:xfrm>
            <a:off x="6221016" y="2994422"/>
            <a:ext cx="536688" cy="536689"/>
          </a:xfrm>
          <a:prstGeom prst="ellipse">
            <a:avLst/>
          </a:prstGeom>
          <a:solidFill>
            <a:schemeClr val="accent3"/>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428"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429" name="B"/>
          <p:cNvSpPr/>
          <p:nvPr/>
        </p:nvSpPr>
        <p:spPr>
          <a:xfrm>
            <a:off x="7828360" y="1744266"/>
            <a:ext cx="536688" cy="536689"/>
          </a:xfrm>
          <a:prstGeom prst="ellipse">
            <a:avLst/>
          </a:prstGeom>
          <a:solidFill>
            <a:schemeClr val="accent3"/>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430"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431"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432" name="C"/>
          <p:cNvSpPr/>
          <p:nvPr/>
        </p:nvSpPr>
        <p:spPr>
          <a:xfrm>
            <a:off x="8959453" y="2892765"/>
            <a:ext cx="536688"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433" name="Line"/>
          <p:cNvSpPr/>
          <p:nvPr/>
        </p:nvSpPr>
        <p:spPr>
          <a:xfrm flipV="1">
            <a:off x="6818994" y="4722285"/>
            <a:ext cx="550463" cy="610553"/>
          </a:xfrm>
          <a:prstGeom prst="line">
            <a:avLst/>
          </a:prstGeom>
          <a:ln w="63500">
            <a:solidFill>
              <a:schemeClr val="accent5"/>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34"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35" name="Line"/>
          <p:cNvSpPr/>
          <p:nvPr/>
        </p:nvSpPr>
        <p:spPr>
          <a:xfrm flipV="1">
            <a:off x="4789611" y="3308279"/>
            <a:ext cx="1409434" cy="302200"/>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36"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37"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38"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39" name="Line"/>
          <p:cNvSpPr/>
          <p:nvPr/>
        </p:nvSpPr>
        <p:spPr>
          <a:xfrm flipV="1">
            <a:off x="6742193" y="2195506"/>
            <a:ext cx="1134560" cy="917851"/>
          </a:xfrm>
          <a:prstGeom prst="line">
            <a:avLst/>
          </a:prstGeom>
          <a:ln w="63500">
            <a:solidFill>
              <a:schemeClr val="accent3"/>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40"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41"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42"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43"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44"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45"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46"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47"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448"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49"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50"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451"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452"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453"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454"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455"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456"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457"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458"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459"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460"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461"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462"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463"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464"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465"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466"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467"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468"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69"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70"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471"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14209834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475"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476" name="D"/>
          <p:cNvSpPr/>
          <p:nvPr/>
        </p:nvSpPr>
        <p:spPr>
          <a:xfrm>
            <a:off x="6221016" y="2994422"/>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477"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478" name="B"/>
          <p:cNvSpPr/>
          <p:nvPr/>
        </p:nvSpPr>
        <p:spPr>
          <a:xfrm>
            <a:off x="7828360" y="1744266"/>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479"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480"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481" name="C"/>
          <p:cNvSpPr/>
          <p:nvPr/>
        </p:nvSpPr>
        <p:spPr>
          <a:xfrm>
            <a:off x="8959453" y="2892765"/>
            <a:ext cx="536688"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482" name="Line"/>
          <p:cNvSpPr/>
          <p:nvPr/>
        </p:nvSpPr>
        <p:spPr>
          <a:xfrm flipV="1">
            <a:off x="6818994" y="4722285"/>
            <a:ext cx="550463" cy="610553"/>
          </a:xfrm>
          <a:prstGeom prst="line">
            <a:avLst/>
          </a:prstGeom>
          <a:ln w="63500">
            <a:solidFill>
              <a:schemeClr val="accent5"/>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83"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84" name="Line"/>
          <p:cNvSpPr/>
          <p:nvPr/>
        </p:nvSpPr>
        <p:spPr>
          <a:xfrm flipV="1">
            <a:off x="4789611" y="3308279"/>
            <a:ext cx="1409434" cy="302200"/>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85"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86"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87"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88" name="Line"/>
          <p:cNvSpPr/>
          <p:nvPr/>
        </p:nvSpPr>
        <p:spPr>
          <a:xfrm flipV="1">
            <a:off x="6742193" y="2195506"/>
            <a:ext cx="1134560" cy="917851"/>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89" name="Line"/>
          <p:cNvSpPr/>
          <p:nvPr/>
        </p:nvSpPr>
        <p:spPr>
          <a:xfrm>
            <a:off x="6688615" y="3476497"/>
            <a:ext cx="674123" cy="8313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90"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91"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92"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93"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94"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95"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96"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497"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98"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499"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500"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501"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502"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503"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504"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505"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506"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507"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508"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509"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510"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511"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512"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513"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514"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515"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516"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517"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18"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19"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520"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40779819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524"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525" name="D"/>
          <p:cNvSpPr/>
          <p:nvPr/>
        </p:nvSpPr>
        <p:spPr>
          <a:xfrm>
            <a:off x="6221016" y="2994422"/>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526" name="G"/>
          <p:cNvSpPr/>
          <p:nvPr/>
        </p:nvSpPr>
        <p:spPr>
          <a:xfrm>
            <a:off x="6351984" y="5268516"/>
            <a:ext cx="536689"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527" name="B"/>
          <p:cNvSpPr/>
          <p:nvPr/>
        </p:nvSpPr>
        <p:spPr>
          <a:xfrm>
            <a:off x="7828360" y="1744266"/>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528" name="H"/>
          <p:cNvSpPr/>
          <p:nvPr/>
        </p:nvSpPr>
        <p:spPr>
          <a:xfrm>
            <a:off x="7292578" y="4242291"/>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529" name="I"/>
          <p:cNvSpPr/>
          <p:nvPr/>
        </p:nvSpPr>
        <p:spPr>
          <a:xfrm>
            <a:off x="8596313" y="5034057"/>
            <a:ext cx="536688"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530" name="C"/>
          <p:cNvSpPr/>
          <p:nvPr/>
        </p:nvSpPr>
        <p:spPr>
          <a:xfrm>
            <a:off x="8959453" y="2892765"/>
            <a:ext cx="536688" cy="536688"/>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531" name="Line"/>
          <p:cNvSpPr/>
          <p:nvPr/>
        </p:nvSpPr>
        <p:spPr>
          <a:xfrm flipV="1">
            <a:off x="6818994" y="4722285"/>
            <a:ext cx="550463" cy="610553"/>
          </a:xfrm>
          <a:prstGeom prst="line">
            <a:avLst/>
          </a:prstGeom>
          <a:ln w="63500">
            <a:solidFill>
              <a:schemeClr val="accent5"/>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32"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33" name="Line"/>
          <p:cNvSpPr/>
          <p:nvPr/>
        </p:nvSpPr>
        <p:spPr>
          <a:xfrm flipV="1">
            <a:off x="4789611" y="3308279"/>
            <a:ext cx="1409434" cy="302200"/>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34"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35"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36"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37" name="Line"/>
          <p:cNvSpPr/>
          <p:nvPr/>
        </p:nvSpPr>
        <p:spPr>
          <a:xfrm flipV="1">
            <a:off x="6742193" y="2195506"/>
            <a:ext cx="1134560" cy="917851"/>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38" name="Line"/>
          <p:cNvSpPr/>
          <p:nvPr/>
        </p:nvSpPr>
        <p:spPr>
          <a:xfrm>
            <a:off x="6688615" y="3476497"/>
            <a:ext cx="674123" cy="831392"/>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39"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40"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41"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42"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43"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44"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45" name="J"/>
          <p:cNvSpPr/>
          <p:nvPr/>
        </p:nvSpPr>
        <p:spPr>
          <a:xfrm>
            <a:off x="10124416" y="4242291"/>
            <a:ext cx="536689" cy="536689"/>
          </a:xfrm>
          <a:prstGeom prst="ellipse">
            <a:avLst/>
          </a:prstGeom>
          <a:blipFill>
            <a:blip r:embed="rId3"/>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546"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47"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48"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549"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550"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551"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552"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553"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554"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555"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556"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557"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558"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559"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560"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561"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562"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563"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564"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565"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566"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67"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68"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569"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13081910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573"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574" name="D"/>
          <p:cNvSpPr/>
          <p:nvPr/>
        </p:nvSpPr>
        <p:spPr>
          <a:xfrm>
            <a:off x="6221016" y="2994422"/>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575" name="G"/>
          <p:cNvSpPr/>
          <p:nvPr/>
        </p:nvSpPr>
        <p:spPr>
          <a:xfrm>
            <a:off x="635198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576" name="B"/>
          <p:cNvSpPr/>
          <p:nvPr/>
        </p:nvSpPr>
        <p:spPr>
          <a:xfrm>
            <a:off x="7828360" y="1744266"/>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577" name="H"/>
          <p:cNvSpPr/>
          <p:nvPr/>
        </p:nvSpPr>
        <p:spPr>
          <a:xfrm>
            <a:off x="7292578" y="4242291"/>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578" name="I"/>
          <p:cNvSpPr/>
          <p:nvPr/>
        </p:nvSpPr>
        <p:spPr>
          <a:xfrm>
            <a:off x="8596313" y="5034057"/>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579" name="C"/>
          <p:cNvSpPr/>
          <p:nvPr/>
        </p:nvSpPr>
        <p:spPr>
          <a:xfrm>
            <a:off x="8959453" y="2892765"/>
            <a:ext cx="536688"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580" name="Line"/>
          <p:cNvSpPr/>
          <p:nvPr/>
        </p:nvSpPr>
        <p:spPr>
          <a:xfrm flipV="1">
            <a:off x="6818994" y="4722285"/>
            <a:ext cx="550463" cy="61055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81"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82" name="Line"/>
          <p:cNvSpPr/>
          <p:nvPr/>
        </p:nvSpPr>
        <p:spPr>
          <a:xfrm flipV="1">
            <a:off x="4789611" y="3308279"/>
            <a:ext cx="1409434" cy="302200"/>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83"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84"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85"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86" name="Line"/>
          <p:cNvSpPr/>
          <p:nvPr/>
        </p:nvSpPr>
        <p:spPr>
          <a:xfrm flipV="1">
            <a:off x="6742193" y="2195506"/>
            <a:ext cx="1134560" cy="917851"/>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87" name="Line"/>
          <p:cNvSpPr/>
          <p:nvPr/>
        </p:nvSpPr>
        <p:spPr>
          <a:xfrm>
            <a:off x="6688615" y="3476497"/>
            <a:ext cx="674123" cy="831392"/>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88"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89"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90"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91"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92"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93"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94" name="J"/>
          <p:cNvSpPr/>
          <p:nvPr/>
        </p:nvSpPr>
        <p:spPr>
          <a:xfrm>
            <a:off x="10124416" y="4242291"/>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595"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96"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597"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598"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599"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600"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601"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602"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603"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604"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605"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606"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607"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608"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609"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610"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611"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612"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613"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614"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615"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16"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17"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618"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9792848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622"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623" name="D"/>
          <p:cNvSpPr/>
          <p:nvPr/>
        </p:nvSpPr>
        <p:spPr>
          <a:xfrm>
            <a:off x="6221016" y="2994422"/>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624" name="G"/>
          <p:cNvSpPr/>
          <p:nvPr/>
        </p:nvSpPr>
        <p:spPr>
          <a:xfrm>
            <a:off x="635198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625" name="B"/>
          <p:cNvSpPr/>
          <p:nvPr/>
        </p:nvSpPr>
        <p:spPr>
          <a:xfrm>
            <a:off x="7828360" y="1744266"/>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626" name="H"/>
          <p:cNvSpPr/>
          <p:nvPr/>
        </p:nvSpPr>
        <p:spPr>
          <a:xfrm>
            <a:off x="7292578" y="4242291"/>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627" name="I"/>
          <p:cNvSpPr/>
          <p:nvPr/>
        </p:nvSpPr>
        <p:spPr>
          <a:xfrm>
            <a:off x="8596313" y="5034057"/>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628" name="C"/>
          <p:cNvSpPr/>
          <p:nvPr/>
        </p:nvSpPr>
        <p:spPr>
          <a:xfrm>
            <a:off x="8959453" y="2892765"/>
            <a:ext cx="536688"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629" name="Line"/>
          <p:cNvSpPr/>
          <p:nvPr/>
        </p:nvSpPr>
        <p:spPr>
          <a:xfrm flipV="1">
            <a:off x="6818994" y="4722285"/>
            <a:ext cx="550463" cy="61055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30"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31" name="Line"/>
          <p:cNvSpPr/>
          <p:nvPr/>
        </p:nvSpPr>
        <p:spPr>
          <a:xfrm flipV="1">
            <a:off x="4789611" y="3308279"/>
            <a:ext cx="1409434" cy="302200"/>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32"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33"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34"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35" name="Line"/>
          <p:cNvSpPr/>
          <p:nvPr/>
        </p:nvSpPr>
        <p:spPr>
          <a:xfrm flipV="1">
            <a:off x="6742193" y="2195506"/>
            <a:ext cx="1134560" cy="917851"/>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36" name="Line"/>
          <p:cNvSpPr/>
          <p:nvPr/>
        </p:nvSpPr>
        <p:spPr>
          <a:xfrm>
            <a:off x="6688615" y="3476497"/>
            <a:ext cx="674123" cy="831392"/>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37"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38"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39"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40"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41" name="Line"/>
          <p:cNvSpPr/>
          <p:nvPr/>
        </p:nvSpPr>
        <p:spPr>
          <a:xfrm>
            <a:off x="5896849" y="2006075"/>
            <a:ext cx="446695" cy="978267"/>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42"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43" name="J"/>
          <p:cNvSpPr/>
          <p:nvPr/>
        </p:nvSpPr>
        <p:spPr>
          <a:xfrm>
            <a:off x="10124416" y="4242291"/>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644"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45"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46"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647"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648"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649"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650"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651"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652"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653"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654"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655"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656"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657"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658"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659"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660"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661"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662"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663"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664"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65"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66"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667"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287108068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671"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672" name="D"/>
          <p:cNvSpPr/>
          <p:nvPr/>
        </p:nvSpPr>
        <p:spPr>
          <a:xfrm>
            <a:off x="6221016" y="2994422"/>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673" name="G"/>
          <p:cNvSpPr/>
          <p:nvPr/>
        </p:nvSpPr>
        <p:spPr>
          <a:xfrm>
            <a:off x="635198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674" name="B"/>
          <p:cNvSpPr/>
          <p:nvPr/>
        </p:nvSpPr>
        <p:spPr>
          <a:xfrm>
            <a:off x="7828360" y="1744266"/>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675" name="H"/>
          <p:cNvSpPr/>
          <p:nvPr/>
        </p:nvSpPr>
        <p:spPr>
          <a:xfrm>
            <a:off x="7292578" y="4242291"/>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676" name="I"/>
          <p:cNvSpPr/>
          <p:nvPr/>
        </p:nvSpPr>
        <p:spPr>
          <a:xfrm>
            <a:off x="8596313" y="5034057"/>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677" name="C"/>
          <p:cNvSpPr/>
          <p:nvPr/>
        </p:nvSpPr>
        <p:spPr>
          <a:xfrm>
            <a:off x="8959453" y="2892765"/>
            <a:ext cx="536688"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678" name="Line"/>
          <p:cNvSpPr/>
          <p:nvPr/>
        </p:nvSpPr>
        <p:spPr>
          <a:xfrm flipV="1">
            <a:off x="6818994" y="4722285"/>
            <a:ext cx="550463" cy="61055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79"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80" name="Line"/>
          <p:cNvSpPr/>
          <p:nvPr/>
        </p:nvSpPr>
        <p:spPr>
          <a:xfrm flipV="1">
            <a:off x="4789611" y="3308279"/>
            <a:ext cx="1409434" cy="302200"/>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81"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82"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83"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84" name="Line"/>
          <p:cNvSpPr/>
          <p:nvPr/>
        </p:nvSpPr>
        <p:spPr>
          <a:xfrm flipV="1">
            <a:off x="6742193" y="2195506"/>
            <a:ext cx="1134560" cy="917851"/>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85" name="Line"/>
          <p:cNvSpPr/>
          <p:nvPr/>
        </p:nvSpPr>
        <p:spPr>
          <a:xfrm>
            <a:off x="6688615" y="3476497"/>
            <a:ext cx="674123" cy="831392"/>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86"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87"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88"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89"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90" name="Line"/>
          <p:cNvSpPr/>
          <p:nvPr/>
        </p:nvSpPr>
        <p:spPr>
          <a:xfrm>
            <a:off x="5896849" y="2006075"/>
            <a:ext cx="446695" cy="978267"/>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91"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92" name="J"/>
          <p:cNvSpPr/>
          <p:nvPr/>
        </p:nvSpPr>
        <p:spPr>
          <a:xfrm>
            <a:off x="10124416" y="4242291"/>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693"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94"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695"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696"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697"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698"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699"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700"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701"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702"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703"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704"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705"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706"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707"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708"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709"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710"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711"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712"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713"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14"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15"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716"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4"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41101820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722"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723" name="D"/>
          <p:cNvSpPr/>
          <p:nvPr/>
        </p:nvSpPr>
        <p:spPr>
          <a:xfrm>
            <a:off x="6221016" y="2994422"/>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724" name="G"/>
          <p:cNvSpPr/>
          <p:nvPr/>
        </p:nvSpPr>
        <p:spPr>
          <a:xfrm>
            <a:off x="635198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725" name="B"/>
          <p:cNvSpPr/>
          <p:nvPr/>
        </p:nvSpPr>
        <p:spPr>
          <a:xfrm>
            <a:off x="7828360" y="1744266"/>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726" name="H"/>
          <p:cNvSpPr/>
          <p:nvPr/>
        </p:nvSpPr>
        <p:spPr>
          <a:xfrm>
            <a:off x="7292578" y="4242291"/>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727" name="I"/>
          <p:cNvSpPr/>
          <p:nvPr/>
        </p:nvSpPr>
        <p:spPr>
          <a:xfrm>
            <a:off x="8596313" y="5034057"/>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728" name="C"/>
          <p:cNvSpPr/>
          <p:nvPr/>
        </p:nvSpPr>
        <p:spPr>
          <a:xfrm>
            <a:off x="8959453" y="2892765"/>
            <a:ext cx="536688"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729" name="Line"/>
          <p:cNvSpPr/>
          <p:nvPr/>
        </p:nvSpPr>
        <p:spPr>
          <a:xfrm flipV="1">
            <a:off x="6818994" y="4722285"/>
            <a:ext cx="550463" cy="61055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30"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31" name="Line"/>
          <p:cNvSpPr/>
          <p:nvPr/>
        </p:nvSpPr>
        <p:spPr>
          <a:xfrm flipV="1">
            <a:off x="4789611" y="3308279"/>
            <a:ext cx="1409434" cy="302200"/>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32"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33"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34"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35" name="Line"/>
          <p:cNvSpPr/>
          <p:nvPr/>
        </p:nvSpPr>
        <p:spPr>
          <a:xfrm flipV="1">
            <a:off x="6742193" y="2195506"/>
            <a:ext cx="1134560" cy="917851"/>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36" name="Line"/>
          <p:cNvSpPr/>
          <p:nvPr/>
        </p:nvSpPr>
        <p:spPr>
          <a:xfrm>
            <a:off x="6688615" y="3476497"/>
            <a:ext cx="674123" cy="831392"/>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37" name="Line"/>
          <p:cNvSpPr/>
          <p:nvPr/>
        </p:nvSpPr>
        <p:spPr>
          <a:xfrm>
            <a:off x="8325725" y="2172762"/>
            <a:ext cx="680865" cy="78283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38"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39"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40"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41"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42"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43" name="J"/>
          <p:cNvSpPr/>
          <p:nvPr/>
        </p:nvSpPr>
        <p:spPr>
          <a:xfrm>
            <a:off x="10124416" y="4242291"/>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744"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45"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46"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747"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748"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749"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750"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751"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752"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753"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754"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755"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756"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757"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758"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759"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760"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761"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762"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763"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764"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65"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66"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767"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5969903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771"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772" name="D"/>
          <p:cNvSpPr/>
          <p:nvPr/>
        </p:nvSpPr>
        <p:spPr>
          <a:xfrm>
            <a:off x="6221016" y="2994422"/>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773" name="G"/>
          <p:cNvSpPr/>
          <p:nvPr/>
        </p:nvSpPr>
        <p:spPr>
          <a:xfrm>
            <a:off x="635198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774" name="B"/>
          <p:cNvSpPr/>
          <p:nvPr/>
        </p:nvSpPr>
        <p:spPr>
          <a:xfrm>
            <a:off x="7828360" y="1744266"/>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775" name="H"/>
          <p:cNvSpPr/>
          <p:nvPr/>
        </p:nvSpPr>
        <p:spPr>
          <a:xfrm>
            <a:off x="7292578" y="4242291"/>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776" name="I"/>
          <p:cNvSpPr/>
          <p:nvPr/>
        </p:nvSpPr>
        <p:spPr>
          <a:xfrm>
            <a:off x="8596313" y="5034057"/>
            <a:ext cx="536688"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777" name="C"/>
          <p:cNvSpPr/>
          <p:nvPr/>
        </p:nvSpPr>
        <p:spPr>
          <a:xfrm>
            <a:off x="8959453" y="2892765"/>
            <a:ext cx="536688" cy="536688"/>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778" name="Line"/>
          <p:cNvSpPr/>
          <p:nvPr/>
        </p:nvSpPr>
        <p:spPr>
          <a:xfrm flipV="1">
            <a:off x="6818994" y="4722285"/>
            <a:ext cx="550463" cy="61055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79"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80" name="Line"/>
          <p:cNvSpPr/>
          <p:nvPr/>
        </p:nvSpPr>
        <p:spPr>
          <a:xfrm flipV="1">
            <a:off x="4789611" y="3308279"/>
            <a:ext cx="1409434" cy="302200"/>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81"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82" name="Line"/>
          <p:cNvSpPr/>
          <p:nvPr/>
        </p:nvSpPr>
        <p:spPr>
          <a:xfrm flipV="1">
            <a:off x="8926400" y="3440235"/>
            <a:ext cx="244669" cy="1583041"/>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83"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84" name="Line"/>
          <p:cNvSpPr/>
          <p:nvPr/>
        </p:nvSpPr>
        <p:spPr>
          <a:xfrm flipV="1">
            <a:off x="6742193" y="2195506"/>
            <a:ext cx="1134560" cy="917851"/>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85" name="Line"/>
          <p:cNvSpPr/>
          <p:nvPr/>
        </p:nvSpPr>
        <p:spPr>
          <a:xfrm>
            <a:off x="6688615" y="3476497"/>
            <a:ext cx="674123" cy="831392"/>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86" name="Line"/>
          <p:cNvSpPr/>
          <p:nvPr/>
        </p:nvSpPr>
        <p:spPr>
          <a:xfrm>
            <a:off x="8325725" y="2172762"/>
            <a:ext cx="680865" cy="782837"/>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87"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88"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89"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90"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91"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92" name="J"/>
          <p:cNvSpPr/>
          <p:nvPr/>
        </p:nvSpPr>
        <p:spPr>
          <a:xfrm>
            <a:off x="10124416" y="4242291"/>
            <a:ext cx="536689" cy="536689"/>
          </a:xfrm>
          <a:prstGeom prst="ellipse">
            <a:avLst/>
          </a:prstGeom>
          <a:blipFill>
            <a:blip r:embed="rId2"/>
          </a:blip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793" name="Line"/>
          <p:cNvSpPr/>
          <p:nvPr/>
        </p:nvSpPr>
        <p:spPr>
          <a:xfrm flipV="1">
            <a:off x="9135349" y="4665169"/>
            <a:ext cx="1005311" cy="615125"/>
          </a:xfrm>
          <a:prstGeom prst="line">
            <a:avLst/>
          </a:prstGeom>
          <a:ln w="63500">
            <a:solidFill>
              <a:schemeClr val="accent4">
                <a:hueOff val="102361"/>
                <a:satOff val="14118"/>
                <a:lumOff val="10675"/>
              </a:schemeClr>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94"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795"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796"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797"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798"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799"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800"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801"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802"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803"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804"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805"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806"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807"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808"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809"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810"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811"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812"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813"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14"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15"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816"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41343127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820"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821" name="D"/>
          <p:cNvSpPr/>
          <p:nvPr/>
        </p:nvSpPr>
        <p:spPr>
          <a:xfrm>
            <a:off x="6221016" y="2994422"/>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822" name="G"/>
          <p:cNvSpPr/>
          <p:nvPr/>
        </p:nvSpPr>
        <p:spPr>
          <a:xfrm>
            <a:off x="635198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823" name="B"/>
          <p:cNvSpPr/>
          <p:nvPr/>
        </p:nvSpPr>
        <p:spPr>
          <a:xfrm>
            <a:off x="7828360" y="1744266"/>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824" name="H"/>
          <p:cNvSpPr/>
          <p:nvPr/>
        </p:nvSpPr>
        <p:spPr>
          <a:xfrm>
            <a:off x="7292578" y="4242291"/>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825" name="I"/>
          <p:cNvSpPr/>
          <p:nvPr/>
        </p:nvSpPr>
        <p:spPr>
          <a:xfrm>
            <a:off x="8596313" y="5034057"/>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826" name="C"/>
          <p:cNvSpPr/>
          <p:nvPr/>
        </p:nvSpPr>
        <p:spPr>
          <a:xfrm>
            <a:off x="8959453" y="2892765"/>
            <a:ext cx="536688"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827" name="Line"/>
          <p:cNvSpPr/>
          <p:nvPr/>
        </p:nvSpPr>
        <p:spPr>
          <a:xfrm flipV="1">
            <a:off x="6818994" y="4722285"/>
            <a:ext cx="550463" cy="61055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28" name="Line"/>
          <p:cNvSpPr/>
          <p:nvPr/>
        </p:nvSpPr>
        <p:spPr>
          <a:xfrm flipV="1">
            <a:off x="4745074" y="3472129"/>
            <a:ext cx="1540915" cy="1880708"/>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29" name="Line"/>
          <p:cNvSpPr/>
          <p:nvPr/>
        </p:nvSpPr>
        <p:spPr>
          <a:xfrm flipV="1">
            <a:off x="4789611" y="3308279"/>
            <a:ext cx="1409434" cy="302200"/>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30" name="Line"/>
          <p:cNvSpPr/>
          <p:nvPr/>
        </p:nvSpPr>
        <p:spPr>
          <a:xfrm flipV="1">
            <a:off x="6908291" y="5369130"/>
            <a:ext cx="1682115" cy="183975"/>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31" name="Line"/>
          <p:cNvSpPr/>
          <p:nvPr/>
        </p:nvSpPr>
        <p:spPr>
          <a:xfrm flipV="1">
            <a:off x="8926400" y="3440235"/>
            <a:ext cx="244669" cy="1583041"/>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32" name="Line"/>
          <p:cNvSpPr/>
          <p:nvPr/>
        </p:nvSpPr>
        <p:spPr>
          <a:xfrm>
            <a:off x="6048514" y="1807207"/>
            <a:ext cx="1738941" cy="17529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33" name="Line"/>
          <p:cNvSpPr/>
          <p:nvPr/>
        </p:nvSpPr>
        <p:spPr>
          <a:xfrm flipV="1">
            <a:off x="6742193" y="2195506"/>
            <a:ext cx="1134560" cy="917851"/>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34" name="Line"/>
          <p:cNvSpPr/>
          <p:nvPr/>
        </p:nvSpPr>
        <p:spPr>
          <a:xfrm>
            <a:off x="6688615" y="3476497"/>
            <a:ext cx="674123" cy="831392"/>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35" name="Line"/>
          <p:cNvSpPr/>
          <p:nvPr/>
        </p:nvSpPr>
        <p:spPr>
          <a:xfrm>
            <a:off x="8325725" y="2172762"/>
            <a:ext cx="680865" cy="782837"/>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36" name="Line"/>
          <p:cNvSpPr/>
          <p:nvPr/>
        </p:nvSpPr>
        <p:spPr>
          <a:xfrm flipH="1" flipV="1">
            <a:off x="6500141" y="3552815"/>
            <a:ext cx="92320" cy="168743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37" name="Line"/>
          <p:cNvSpPr/>
          <p:nvPr/>
        </p:nvSpPr>
        <p:spPr>
          <a:xfrm flipV="1">
            <a:off x="7801259" y="3357717"/>
            <a:ext cx="1182472" cy="1004761"/>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38" name="Line"/>
          <p:cNvSpPr/>
          <p:nvPr/>
        </p:nvSpPr>
        <p:spPr>
          <a:xfrm flipV="1">
            <a:off x="4896725" y="5549394"/>
            <a:ext cx="1380265" cy="40463"/>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39" name="Line"/>
          <p:cNvSpPr/>
          <p:nvPr/>
        </p:nvSpPr>
        <p:spPr>
          <a:xfrm>
            <a:off x="5896849" y="2006075"/>
            <a:ext cx="446695" cy="978267"/>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40" name="Line"/>
          <p:cNvSpPr/>
          <p:nvPr/>
        </p:nvSpPr>
        <p:spPr>
          <a:xfrm>
            <a:off x="7807802" y="4702840"/>
            <a:ext cx="812067" cy="429556"/>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41" name="J"/>
          <p:cNvSpPr/>
          <p:nvPr/>
        </p:nvSpPr>
        <p:spPr>
          <a:xfrm>
            <a:off x="10124416" y="4242291"/>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842" name="Line"/>
          <p:cNvSpPr/>
          <p:nvPr/>
        </p:nvSpPr>
        <p:spPr>
          <a:xfrm flipV="1">
            <a:off x="9135349" y="4665169"/>
            <a:ext cx="1005311" cy="615125"/>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43" name="Line"/>
          <p:cNvSpPr/>
          <p:nvPr/>
        </p:nvSpPr>
        <p:spPr>
          <a:xfrm>
            <a:off x="9421129" y="3364430"/>
            <a:ext cx="756117" cy="951292"/>
          </a:xfrm>
          <a:prstGeom prst="line">
            <a:avLst/>
          </a:prstGeom>
          <a:ln w="63500">
            <a:solidFill>
              <a:srgbClr val="FFFFFF"/>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44" name="5"/>
          <p:cNvSpPr/>
          <p:nvPr/>
        </p:nvSpPr>
        <p:spPr>
          <a:xfrm>
            <a:off x="6781031" y="158317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845"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846"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847"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848"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849" name="5"/>
          <p:cNvSpPr/>
          <p:nvPr/>
        </p:nvSpPr>
        <p:spPr>
          <a:xfrm>
            <a:off x="5267154"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5</a:t>
            </a:r>
          </a:p>
        </p:txBody>
      </p:sp>
      <p:sp>
        <p:nvSpPr>
          <p:cNvPr id="1850" name="7"/>
          <p:cNvSpPr/>
          <p:nvPr/>
        </p:nvSpPr>
        <p:spPr>
          <a:xfrm>
            <a:off x="5602312" y="525928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7</a:t>
            </a:r>
          </a:p>
        </p:txBody>
      </p:sp>
      <p:sp>
        <p:nvSpPr>
          <p:cNvPr id="1851" name="4"/>
          <p:cNvSpPr/>
          <p:nvPr/>
        </p:nvSpPr>
        <p:spPr>
          <a:xfrm>
            <a:off x="7652953" y="5491812"/>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852" name="6"/>
          <p:cNvSpPr/>
          <p:nvPr/>
        </p:nvSpPr>
        <p:spPr>
          <a:xfrm>
            <a:off x="8117913" y="4622656"/>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6</a:t>
            </a:r>
          </a:p>
        </p:txBody>
      </p:sp>
      <p:sp>
        <p:nvSpPr>
          <p:cNvPr id="1853"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854"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855" name="4"/>
          <p:cNvSpPr/>
          <p:nvPr/>
        </p:nvSpPr>
        <p:spPr>
          <a:xfrm>
            <a:off x="8255541" y="351992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856"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857"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858" name="11"/>
          <p:cNvSpPr/>
          <p:nvPr/>
        </p:nvSpPr>
        <p:spPr>
          <a:xfrm>
            <a:off x="6073377" y="4290069"/>
            <a:ext cx="235642"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11</a:t>
            </a:r>
          </a:p>
        </p:txBody>
      </p:sp>
      <p:sp>
        <p:nvSpPr>
          <p:cNvPr id="1859"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860"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861"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862"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63"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64" name="4"/>
          <p:cNvSpPr/>
          <p:nvPr/>
        </p:nvSpPr>
        <p:spPr>
          <a:xfrm>
            <a:off x="6123277" y="230147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865" name="2"/>
          <p:cNvSpPr/>
          <p:nvPr/>
        </p:nvSpPr>
        <p:spPr>
          <a:xfrm>
            <a:off x="9879686" y="3577157"/>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52"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52541967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tr-TR"/>
          </a:p>
        </p:txBody>
      </p:sp>
      <p:sp>
        <p:nvSpPr>
          <p:cNvPr id="1869" name="A"/>
          <p:cNvSpPr/>
          <p:nvPr/>
        </p:nvSpPr>
        <p:spPr>
          <a:xfrm>
            <a:off x="5470922" y="1494234"/>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A</a:t>
            </a:r>
          </a:p>
        </p:txBody>
      </p:sp>
      <p:sp>
        <p:nvSpPr>
          <p:cNvPr id="1870" name="D"/>
          <p:cNvSpPr/>
          <p:nvPr/>
        </p:nvSpPr>
        <p:spPr>
          <a:xfrm>
            <a:off x="6221016" y="2994422"/>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D</a:t>
            </a:r>
          </a:p>
        </p:txBody>
      </p:sp>
      <p:sp>
        <p:nvSpPr>
          <p:cNvPr id="1871" name="G"/>
          <p:cNvSpPr/>
          <p:nvPr/>
        </p:nvSpPr>
        <p:spPr>
          <a:xfrm>
            <a:off x="635198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G</a:t>
            </a:r>
          </a:p>
        </p:txBody>
      </p:sp>
      <p:sp>
        <p:nvSpPr>
          <p:cNvPr id="1872" name="B"/>
          <p:cNvSpPr/>
          <p:nvPr/>
        </p:nvSpPr>
        <p:spPr>
          <a:xfrm>
            <a:off x="7828360" y="1744266"/>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B</a:t>
            </a:r>
          </a:p>
        </p:txBody>
      </p:sp>
      <p:sp>
        <p:nvSpPr>
          <p:cNvPr id="1873" name="H"/>
          <p:cNvSpPr/>
          <p:nvPr/>
        </p:nvSpPr>
        <p:spPr>
          <a:xfrm>
            <a:off x="7292578" y="4242291"/>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H</a:t>
            </a:r>
          </a:p>
        </p:txBody>
      </p:sp>
      <p:sp>
        <p:nvSpPr>
          <p:cNvPr id="1874" name="I"/>
          <p:cNvSpPr/>
          <p:nvPr/>
        </p:nvSpPr>
        <p:spPr>
          <a:xfrm>
            <a:off x="8596313" y="5034057"/>
            <a:ext cx="536688"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I</a:t>
            </a:r>
          </a:p>
        </p:txBody>
      </p:sp>
      <p:sp>
        <p:nvSpPr>
          <p:cNvPr id="1875" name="C"/>
          <p:cNvSpPr/>
          <p:nvPr/>
        </p:nvSpPr>
        <p:spPr>
          <a:xfrm>
            <a:off x="8959453" y="2892765"/>
            <a:ext cx="536688"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C</a:t>
            </a:r>
          </a:p>
        </p:txBody>
      </p:sp>
      <p:sp>
        <p:nvSpPr>
          <p:cNvPr id="1876" name="Line"/>
          <p:cNvSpPr/>
          <p:nvPr/>
        </p:nvSpPr>
        <p:spPr>
          <a:xfrm flipV="1">
            <a:off x="6818994" y="4722285"/>
            <a:ext cx="550463" cy="61055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77" name="Line"/>
          <p:cNvSpPr/>
          <p:nvPr/>
        </p:nvSpPr>
        <p:spPr>
          <a:xfrm flipV="1">
            <a:off x="4789611" y="3308279"/>
            <a:ext cx="1409434" cy="302200"/>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78" name="Line"/>
          <p:cNvSpPr/>
          <p:nvPr/>
        </p:nvSpPr>
        <p:spPr>
          <a:xfrm flipV="1">
            <a:off x="8926400" y="3440235"/>
            <a:ext cx="244669" cy="1583041"/>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79" name="Line"/>
          <p:cNvSpPr/>
          <p:nvPr/>
        </p:nvSpPr>
        <p:spPr>
          <a:xfrm flipV="1">
            <a:off x="6742193" y="2195506"/>
            <a:ext cx="1134560" cy="917851"/>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80" name="Line"/>
          <p:cNvSpPr/>
          <p:nvPr/>
        </p:nvSpPr>
        <p:spPr>
          <a:xfrm>
            <a:off x="6688615" y="3476497"/>
            <a:ext cx="674123" cy="831392"/>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81" name="Line"/>
          <p:cNvSpPr/>
          <p:nvPr/>
        </p:nvSpPr>
        <p:spPr>
          <a:xfrm>
            <a:off x="8325725" y="2172762"/>
            <a:ext cx="680865" cy="782837"/>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82" name="J"/>
          <p:cNvSpPr/>
          <p:nvPr/>
        </p:nvSpPr>
        <p:spPr>
          <a:xfrm>
            <a:off x="10124416" y="4242291"/>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J</a:t>
            </a:r>
          </a:p>
        </p:txBody>
      </p:sp>
      <p:sp>
        <p:nvSpPr>
          <p:cNvPr id="1883" name="Line"/>
          <p:cNvSpPr/>
          <p:nvPr/>
        </p:nvSpPr>
        <p:spPr>
          <a:xfrm flipV="1">
            <a:off x="9135349" y="4665169"/>
            <a:ext cx="1005311" cy="615125"/>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84" name="2"/>
          <p:cNvSpPr/>
          <p:nvPr/>
        </p:nvSpPr>
        <p:spPr>
          <a:xfrm>
            <a:off x="7349555" y="2620215"/>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885" name="1"/>
          <p:cNvSpPr/>
          <p:nvPr/>
        </p:nvSpPr>
        <p:spPr>
          <a:xfrm>
            <a:off x="4810485" y="243450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886" name="2"/>
          <p:cNvSpPr/>
          <p:nvPr/>
        </p:nvSpPr>
        <p:spPr>
          <a:xfrm>
            <a:off x="5357374" y="313480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887" name="1"/>
          <p:cNvSpPr/>
          <p:nvPr/>
        </p:nvSpPr>
        <p:spPr>
          <a:xfrm>
            <a:off x="4222381" y="450026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888" name="1"/>
          <p:cNvSpPr/>
          <p:nvPr/>
        </p:nvSpPr>
        <p:spPr>
          <a:xfrm>
            <a:off x="9063965" y="4149029"/>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889" name="0"/>
          <p:cNvSpPr/>
          <p:nvPr/>
        </p:nvSpPr>
        <p:spPr>
          <a:xfrm>
            <a:off x="9692162" y="4961631"/>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0</a:t>
            </a:r>
          </a:p>
        </p:txBody>
      </p:sp>
      <p:sp>
        <p:nvSpPr>
          <p:cNvPr id="1890" name="4"/>
          <p:cNvSpPr/>
          <p:nvPr/>
        </p:nvSpPr>
        <p:spPr>
          <a:xfrm>
            <a:off x="8654401" y="2361743"/>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4</a:t>
            </a:r>
          </a:p>
        </p:txBody>
      </p:sp>
      <p:sp>
        <p:nvSpPr>
          <p:cNvPr id="1891" name="2"/>
          <p:cNvSpPr/>
          <p:nvPr/>
        </p:nvSpPr>
        <p:spPr>
          <a:xfrm>
            <a:off x="7028086" y="3673918"/>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2</a:t>
            </a:r>
          </a:p>
        </p:txBody>
      </p:sp>
      <p:sp>
        <p:nvSpPr>
          <p:cNvPr id="1892" name="1"/>
          <p:cNvSpPr/>
          <p:nvPr/>
        </p:nvSpPr>
        <p:spPr>
          <a:xfrm>
            <a:off x="7106169" y="4961630"/>
            <a:ext cx="153889" cy="26693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r>
              <a:rPr sz="1266"/>
              <a:t>1</a:t>
            </a:r>
          </a:p>
        </p:txBody>
      </p:sp>
      <p:sp>
        <p:nvSpPr>
          <p:cNvPr id="1893" name="E"/>
          <p:cNvSpPr/>
          <p:nvPr/>
        </p:nvSpPr>
        <p:spPr>
          <a:xfrm>
            <a:off x="4244578" y="3327797"/>
            <a:ext cx="536689" cy="536689"/>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E</a:t>
            </a:r>
          </a:p>
        </p:txBody>
      </p:sp>
      <p:sp>
        <p:nvSpPr>
          <p:cNvPr id="1894" name="F"/>
          <p:cNvSpPr/>
          <p:nvPr/>
        </p:nvSpPr>
        <p:spPr>
          <a:xfrm>
            <a:off x="4351734" y="5268516"/>
            <a:ext cx="536689" cy="536688"/>
          </a:xfrm>
          <a:prstGeom prst="ellipse">
            <a:avLst/>
          </a:prstGeom>
          <a:solidFill>
            <a:schemeClr val="accent6"/>
          </a:solidFill>
          <a:ln w="12700">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600" b="1">
                <a:latin typeface="Helvetica"/>
                <a:ea typeface="Helvetica"/>
                <a:cs typeface="Helvetica"/>
                <a:sym typeface="Helvetica"/>
              </a:defRPr>
            </a:lvl1pPr>
          </a:lstStyle>
          <a:p>
            <a:r>
              <a:rPr sz="1828"/>
              <a:t>F</a:t>
            </a:r>
          </a:p>
        </p:txBody>
      </p:sp>
      <p:sp>
        <p:nvSpPr>
          <p:cNvPr id="1895" name="Line"/>
          <p:cNvSpPr/>
          <p:nvPr/>
        </p:nvSpPr>
        <p:spPr>
          <a:xfrm flipV="1">
            <a:off x="4666149" y="2001708"/>
            <a:ext cx="911418" cy="1337903"/>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1896" name="Line"/>
          <p:cNvSpPr/>
          <p:nvPr/>
        </p:nvSpPr>
        <p:spPr>
          <a:xfrm>
            <a:off x="4521678" y="3893215"/>
            <a:ext cx="60159" cy="1367918"/>
          </a:xfrm>
          <a:prstGeom prst="line">
            <a:avLst/>
          </a:prstGeom>
          <a:ln w="63500">
            <a:solidFill>
              <a:schemeClr val="accent6"/>
            </a:solidFill>
            <a:miter lim="400000"/>
          </a:ln>
        </p:spPr>
        <p:txBody>
          <a:bodyPr lIns="35719" tIns="35719" rIns="35719" bIns="35719" anchor="ctr"/>
          <a:lstStyle/>
          <a:p>
            <a:pPr>
              <a:defRPr sz="2600">
                <a:latin typeface="+mn-lt"/>
                <a:ea typeface="+mn-ea"/>
                <a:cs typeface="+mn-cs"/>
                <a:sym typeface="Helvetica Light"/>
              </a:defRPr>
            </a:pPr>
            <a:endParaRPr sz="1828"/>
          </a:p>
        </p:txBody>
      </p:sp>
      <p:sp>
        <p:nvSpPr>
          <p:cNvPr id="3" name="Title 2"/>
          <p:cNvSpPr>
            <a:spLocks noGrp="1"/>
          </p:cNvSpPr>
          <p:nvPr>
            <p:ph type="title"/>
          </p:nvPr>
        </p:nvSpPr>
        <p:spPr/>
        <p:txBody>
          <a:bodyPr/>
          <a:lstStyle/>
          <a:p>
            <a:r>
              <a:rPr lang="tr-TR" dirty="0" err="1"/>
              <a:t>Kruskal</a:t>
            </a:r>
            <a:r>
              <a:rPr lang="tr-TR" dirty="0"/>
              <a:t> Algoritması Uygulama</a:t>
            </a:r>
          </a:p>
        </p:txBody>
      </p:sp>
      <p:sp>
        <p:nvSpPr>
          <p:cNvPr id="34" name="I to J = 0…"/>
          <p:cNvSpPr/>
          <p:nvPr/>
        </p:nvSpPr>
        <p:spPr>
          <a:xfrm>
            <a:off x="2039605" y="1703792"/>
            <a:ext cx="1418658" cy="4504118"/>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defRPr sz="2900"/>
            </a:pPr>
            <a:r>
              <a:rPr lang="pt-BR" sz="1600" dirty="0">
                <a:latin typeface="Consolas" panose="020B0609020204030204" pitchFamily="49" charset="0"/>
                <a:cs typeface="Arial" panose="020B0604020202020204" pitchFamily="34" charset="0"/>
              </a:rPr>
              <a:t>I -&gt; J = 0 </a:t>
            </a:r>
          </a:p>
          <a:p>
            <a:pPr>
              <a:defRPr sz="2900"/>
            </a:pPr>
            <a:r>
              <a:rPr lang="pt-BR" sz="1600" dirty="0">
                <a:latin typeface="Consolas" panose="020B0609020204030204" pitchFamily="49" charset="0"/>
                <a:cs typeface="Arial" panose="020B0604020202020204" pitchFamily="34" charset="0"/>
              </a:rPr>
              <a:t>A -&gt; E = 1 </a:t>
            </a:r>
          </a:p>
          <a:p>
            <a:pPr>
              <a:defRPr sz="2900"/>
            </a:pPr>
            <a:r>
              <a:rPr lang="pt-BR" sz="1600" dirty="0">
                <a:latin typeface="Consolas" panose="020B0609020204030204" pitchFamily="49" charset="0"/>
                <a:cs typeface="Arial" panose="020B0604020202020204" pitchFamily="34" charset="0"/>
              </a:rPr>
              <a:t>C -&gt; I = 1 </a:t>
            </a:r>
          </a:p>
          <a:p>
            <a:pPr>
              <a:defRPr sz="2900"/>
            </a:pPr>
            <a:r>
              <a:rPr lang="pt-BR" sz="1600" dirty="0">
                <a:latin typeface="Consolas" panose="020B0609020204030204" pitchFamily="49" charset="0"/>
                <a:cs typeface="Arial" panose="020B0604020202020204" pitchFamily="34" charset="0"/>
              </a:rPr>
              <a:t>E -&gt; F = 1 </a:t>
            </a:r>
          </a:p>
          <a:p>
            <a:pPr>
              <a:defRPr sz="2900"/>
            </a:pPr>
            <a:r>
              <a:rPr lang="pt-BR" sz="1600" dirty="0">
                <a:latin typeface="Consolas" panose="020B0609020204030204" pitchFamily="49" charset="0"/>
                <a:cs typeface="Arial" panose="020B0604020202020204" pitchFamily="34" charset="0"/>
              </a:rPr>
              <a:t>G -&gt; H = 1 </a:t>
            </a:r>
          </a:p>
          <a:p>
            <a:pPr>
              <a:defRPr sz="2900"/>
            </a:pPr>
            <a:r>
              <a:rPr lang="pt-BR" sz="1600" dirty="0">
                <a:latin typeface="Consolas" panose="020B0609020204030204" pitchFamily="49" charset="0"/>
                <a:cs typeface="Arial" panose="020B0604020202020204" pitchFamily="34" charset="0"/>
              </a:rPr>
              <a:t>B -&gt; D = 2 </a:t>
            </a:r>
          </a:p>
          <a:p>
            <a:pPr>
              <a:defRPr sz="2900"/>
            </a:pPr>
            <a:r>
              <a:rPr lang="pt-BR" sz="1600" dirty="0">
                <a:latin typeface="Consolas" panose="020B0609020204030204" pitchFamily="49" charset="0"/>
                <a:cs typeface="Arial" panose="020B0604020202020204" pitchFamily="34" charset="0"/>
              </a:rPr>
              <a:t>C -&gt; J = 2</a:t>
            </a:r>
          </a:p>
          <a:p>
            <a:pPr>
              <a:defRPr sz="2900"/>
            </a:pPr>
            <a:r>
              <a:rPr lang="pt-BR" sz="1600" dirty="0">
                <a:latin typeface="Consolas" panose="020B0609020204030204" pitchFamily="49" charset="0"/>
                <a:cs typeface="Arial" panose="020B0604020202020204" pitchFamily="34" charset="0"/>
              </a:rPr>
              <a:t>D -&gt; E = 2</a:t>
            </a:r>
          </a:p>
          <a:p>
            <a:pPr>
              <a:defRPr sz="2900"/>
            </a:pPr>
            <a:r>
              <a:rPr lang="pt-BR" sz="1600" dirty="0">
                <a:latin typeface="Consolas" panose="020B0609020204030204" pitchFamily="49" charset="0"/>
                <a:cs typeface="Arial" panose="020B0604020202020204" pitchFamily="34" charset="0"/>
              </a:rPr>
              <a:t>D -&gt; H = 2 </a:t>
            </a:r>
          </a:p>
          <a:p>
            <a:pPr>
              <a:defRPr sz="2900"/>
            </a:pPr>
            <a:r>
              <a:rPr lang="pt-BR" sz="1600" dirty="0">
                <a:latin typeface="Consolas" panose="020B0609020204030204" pitchFamily="49" charset="0"/>
                <a:cs typeface="Arial" panose="020B0604020202020204" pitchFamily="34" charset="0"/>
              </a:rPr>
              <a:t>A -&gt; D = 4</a:t>
            </a:r>
          </a:p>
          <a:p>
            <a:pPr>
              <a:defRPr sz="2900"/>
            </a:pPr>
            <a:r>
              <a:rPr lang="pt-BR" sz="1600" dirty="0">
                <a:latin typeface="Consolas" panose="020B0609020204030204" pitchFamily="49" charset="0"/>
                <a:cs typeface="Arial" panose="020B0604020202020204" pitchFamily="34" charset="0"/>
              </a:rPr>
              <a:t>B -&gt; C = 4 </a:t>
            </a:r>
          </a:p>
          <a:p>
            <a:pPr>
              <a:defRPr sz="2900"/>
            </a:pPr>
            <a:r>
              <a:rPr lang="pt-BR" sz="1600" dirty="0">
                <a:latin typeface="Consolas" panose="020B0609020204030204" pitchFamily="49" charset="0"/>
                <a:cs typeface="Arial" panose="020B0604020202020204" pitchFamily="34" charset="0"/>
              </a:rPr>
              <a:t>C -&gt; H = 4 </a:t>
            </a:r>
          </a:p>
          <a:p>
            <a:pPr>
              <a:defRPr sz="2900"/>
            </a:pPr>
            <a:r>
              <a:rPr lang="pt-BR" sz="1600" dirty="0">
                <a:latin typeface="Consolas" panose="020B0609020204030204" pitchFamily="49" charset="0"/>
                <a:cs typeface="Arial" panose="020B0604020202020204" pitchFamily="34" charset="0"/>
              </a:rPr>
              <a:t>G -&gt; I = 4 </a:t>
            </a:r>
          </a:p>
          <a:p>
            <a:pPr>
              <a:defRPr sz="2900"/>
            </a:pPr>
            <a:r>
              <a:rPr lang="pt-BR" sz="1600" dirty="0">
                <a:latin typeface="Consolas" panose="020B0609020204030204" pitchFamily="49" charset="0"/>
                <a:cs typeface="Arial" panose="020B0604020202020204" pitchFamily="34" charset="0"/>
              </a:rPr>
              <a:t>A -&gt; B = 5 </a:t>
            </a:r>
          </a:p>
          <a:p>
            <a:pPr>
              <a:defRPr sz="2900"/>
            </a:pPr>
            <a:r>
              <a:rPr lang="pt-BR" sz="1600" dirty="0">
                <a:latin typeface="Consolas" panose="020B0609020204030204" pitchFamily="49" charset="0"/>
                <a:cs typeface="Arial" panose="020B0604020202020204" pitchFamily="34" charset="0"/>
              </a:rPr>
              <a:t>D -&gt; F = 5 </a:t>
            </a:r>
          </a:p>
          <a:p>
            <a:pPr>
              <a:defRPr sz="2900"/>
            </a:pPr>
            <a:r>
              <a:rPr lang="pt-BR" sz="1600" dirty="0">
                <a:latin typeface="Consolas" panose="020B0609020204030204" pitchFamily="49" charset="0"/>
                <a:cs typeface="Arial" panose="020B0604020202020204" pitchFamily="34" charset="0"/>
              </a:rPr>
              <a:t>H -&gt; I = 6 </a:t>
            </a:r>
          </a:p>
          <a:p>
            <a:pPr>
              <a:defRPr sz="2900"/>
            </a:pPr>
            <a:r>
              <a:rPr lang="pt-BR" sz="1600" dirty="0">
                <a:latin typeface="Consolas" panose="020B0609020204030204" pitchFamily="49" charset="0"/>
                <a:cs typeface="Arial" panose="020B0604020202020204" pitchFamily="34" charset="0"/>
              </a:rPr>
              <a:t>F -&gt; G = 7 </a:t>
            </a:r>
          </a:p>
          <a:p>
            <a:pPr>
              <a:defRPr sz="2900"/>
            </a:pPr>
            <a:r>
              <a:rPr lang="pt-BR" sz="1600" dirty="0">
                <a:latin typeface="Consolas" panose="020B0609020204030204" pitchFamily="49" charset="0"/>
                <a:cs typeface="Arial" panose="020B0604020202020204" pitchFamily="34" charset="0"/>
              </a:rPr>
              <a:t>D -&gt; G = 11 </a:t>
            </a:r>
            <a:endParaRPr sz="1600"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7972671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lstStyle/>
          <a:p>
            <a:endParaRPr lang="tr-TR"/>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58</a:t>
            </a:fld>
            <a:endParaRPr lang="en-US" dirty="0"/>
          </a:p>
        </p:txBody>
      </p:sp>
    </p:spTree>
    <p:extLst>
      <p:ext uri="{BB962C8B-B14F-4D97-AF65-F5344CB8AC3E}">
        <p14:creationId xmlns:p14="http://schemas.microsoft.com/office/powerpoint/2010/main" val="420032713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sp>
        <p:nvSpPr>
          <p:cNvPr id="32771" name="AutoShape 3"/>
          <p:cNvSpPr>
            <a:spLocks noChangeAspect="1" noChangeArrowheads="1" noTextEdit="1"/>
          </p:cNvSpPr>
          <p:nvPr/>
        </p:nvSpPr>
        <p:spPr bwMode="auto">
          <a:xfrm>
            <a:off x="2578100" y="952500"/>
            <a:ext cx="68707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p>
        </p:txBody>
      </p:sp>
      <p:sp>
        <p:nvSpPr>
          <p:cNvPr id="32772" name="Freeform 6"/>
          <p:cNvSpPr>
            <a:spLocks/>
          </p:cNvSpPr>
          <p:nvPr/>
        </p:nvSpPr>
        <p:spPr bwMode="auto">
          <a:xfrm>
            <a:off x="7921625" y="2928939"/>
            <a:ext cx="469900" cy="414337"/>
          </a:xfrm>
          <a:custGeom>
            <a:avLst/>
            <a:gdLst>
              <a:gd name="T0" fmla="*/ 2147483647 w 296"/>
              <a:gd name="T1" fmla="*/ 2147483647 h 261"/>
              <a:gd name="T2" fmla="*/ 2147483647 w 296"/>
              <a:gd name="T3" fmla="*/ 2147483647 h 261"/>
              <a:gd name="T4" fmla="*/ 2147483647 w 296"/>
              <a:gd name="T5" fmla="*/ 2147483647 h 261"/>
              <a:gd name="T6" fmla="*/ 2147483647 w 296"/>
              <a:gd name="T7" fmla="*/ 2147483647 h 261"/>
              <a:gd name="T8" fmla="*/ 2147483647 w 296"/>
              <a:gd name="T9" fmla="*/ 2147483647 h 261"/>
              <a:gd name="T10" fmla="*/ 2147483647 w 296"/>
              <a:gd name="T11" fmla="*/ 2147483647 h 261"/>
              <a:gd name="T12" fmla="*/ 2147483647 w 296"/>
              <a:gd name="T13" fmla="*/ 2147483647 h 261"/>
              <a:gd name="T14" fmla="*/ 2147483647 w 296"/>
              <a:gd name="T15" fmla="*/ 2147483647 h 261"/>
              <a:gd name="T16" fmla="*/ 2147483647 w 296"/>
              <a:gd name="T17" fmla="*/ 2147483647 h 261"/>
              <a:gd name="T18" fmla="*/ 0 w 296"/>
              <a:gd name="T19" fmla="*/ 2147483647 h 261"/>
              <a:gd name="T20" fmla="*/ 2147483647 w 296"/>
              <a:gd name="T21" fmla="*/ 2147483647 h 261"/>
              <a:gd name="T22" fmla="*/ 0 w 296"/>
              <a:gd name="T23" fmla="*/ 2147483647 h 261"/>
              <a:gd name="T24" fmla="*/ 2147483647 w 296"/>
              <a:gd name="T25" fmla="*/ 2147483647 h 261"/>
              <a:gd name="T26" fmla="*/ 2147483647 w 296"/>
              <a:gd name="T27" fmla="*/ 0 h 261"/>
              <a:gd name="T28" fmla="*/ 2147483647 w 296"/>
              <a:gd name="T29" fmla="*/ 2147483647 h 2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6"/>
              <a:gd name="T46" fmla="*/ 0 h 261"/>
              <a:gd name="T47" fmla="*/ 296 w 296"/>
              <a:gd name="T48" fmla="*/ 261 h 2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6" h="261">
                <a:moveTo>
                  <a:pt x="172" y="68"/>
                </a:moveTo>
                <a:lnTo>
                  <a:pt x="227" y="13"/>
                </a:lnTo>
                <a:lnTo>
                  <a:pt x="227" y="75"/>
                </a:lnTo>
                <a:lnTo>
                  <a:pt x="296" y="110"/>
                </a:lnTo>
                <a:lnTo>
                  <a:pt x="254" y="158"/>
                </a:lnTo>
                <a:lnTo>
                  <a:pt x="289" y="213"/>
                </a:lnTo>
                <a:lnTo>
                  <a:pt x="206" y="213"/>
                </a:lnTo>
                <a:lnTo>
                  <a:pt x="151" y="261"/>
                </a:lnTo>
                <a:lnTo>
                  <a:pt x="90" y="220"/>
                </a:lnTo>
                <a:lnTo>
                  <a:pt x="0" y="240"/>
                </a:lnTo>
                <a:lnTo>
                  <a:pt x="35" y="151"/>
                </a:lnTo>
                <a:lnTo>
                  <a:pt x="0" y="75"/>
                </a:lnTo>
                <a:lnTo>
                  <a:pt x="96" y="96"/>
                </a:lnTo>
                <a:lnTo>
                  <a:pt x="96" y="0"/>
                </a:lnTo>
                <a:lnTo>
                  <a:pt x="172" y="68"/>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73" name="Freeform 7"/>
          <p:cNvSpPr>
            <a:spLocks/>
          </p:cNvSpPr>
          <p:nvPr/>
        </p:nvSpPr>
        <p:spPr bwMode="auto">
          <a:xfrm>
            <a:off x="2676526" y="3670300"/>
            <a:ext cx="817563" cy="666750"/>
          </a:xfrm>
          <a:custGeom>
            <a:avLst/>
            <a:gdLst>
              <a:gd name="T0" fmla="*/ 2147483647 w 515"/>
              <a:gd name="T1" fmla="*/ 2147483647 h 420"/>
              <a:gd name="T2" fmla="*/ 2147483647 w 515"/>
              <a:gd name="T3" fmla="*/ 2147483647 h 420"/>
              <a:gd name="T4" fmla="*/ 2147483647 w 515"/>
              <a:gd name="T5" fmla="*/ 2147483647 h 420"/>
              <a:gd name="T6" fmla="*/ 2147483647 w 515"/>
              <a:gd name="T7" fmla="*/ 2147483647 h 420"/>
              <a:gd name="T8" fmla="*/ 2147483647 w 515"/>
              <a:gd name="T9" fmla="*/ 2147483647 h 420"/>
              <a:gd name="T10" fmla="*/ 2147483647 w 515"/>
              <a:gd name="T11" fmla="*/ 2147483647 h 420"/>
              <a:gd name="T12" fmla="*/ 2147483647 w 515"/>
              <a:gd name="T13" fmla="*/ 0 h 420"/>
              <a:gd name="T14" fmla="*/ 2147483647 w 515"/>
              <a:gd name="T15" fmla="*/ 2147483647 h 420"/>
              <a:gd name="T16" fmla="*/ 2147483647 w 515"/>
              <a:gd name="T17" fmla="*/ 2147483647 h 420"/>
              <a:gd name="T18" fmla="*/ 2147483647 w 515"/>
              <a:gd name="T19" fmla="*/ 2147483647 h 420"/>
              <a:gd name="T20" fmla="*/ 2147483647 w 515"/>
              <a:gd name="T21" fmla="*/ 2147483647 h 420"/>
              <a:gd name="T22" fmla="*/ 0 w 515"/>
              <a:gd name="T23" fmla="*/ 2147483647 h 420"/>
              <a:gd name="T24" fmla="*/ 0 w 515"/>
              <a:gd name="T25" fmla="*/ 2147483647 h 420"/>
              <a:gd name="T26" fmla="*/ 2147483647 w 515"/>
              <a:gd name="T27" fmla="*/ 2147483647 h 420"/>
              <a:gd name="T28" fmla="*/ 2147483647 w 515"/>
              <a:gd name="T29" fmla="*/ 2147483647 h 420"/>
              <a:gd name="T30" fmla="*/ 2147483647 w 515"/>
              <a:gd name="T31" fmla="*/ 2147483647 h 420"/>
              <a:gd name="T32" fmla="*/ 2147483647 w 515"/>
              <a:gd name="T33" fmla="*/ 2147483647 h 420"/>
              <a:gd name="T34" fmla="*/ 2147483647 w 515"/>
              <a:gd name="T35" fmla="*/ 2147483647 h 420"/>
              <a:gd name="T36" fmla="*/ 2147483647 w 515"/>
              <a:gd name="T37" fmla="*/ 2147483647 h 420"/>
              <a:gd name="T38" fmla="*/ 2147483647 w 515"/>
              <a:gd name="T39" fmla="*/ 2147483647 h 4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5"/>
              <a:gd name="T61" fmla="*/ 0 h 420"/>
              <a:gd name="T62" fmla="*/ 515 w 515"/>
              <a:gd name="T63" fmla="*/ 420 h 4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5" h="420">
                <a:moveTo>
                  <a:pt x="474" y="317"/>
                </a:moveTo>
                <a:lnTo>
                  <a:pt x="508" y="241"/>
                </a:lnTo>
                <a:lnTo>
                  <a:pt x="515" y="152"/>
                </a:lnTo>
                <a:lnTo>
                  <a:pt x="481" y="69"/>
                </a:lnTo>
                <a:lnTo>
                  <a:pt x="453" y="35"/>
                </a:lnTo>
                <a:lnTo>
                  <a:pt x="419" y="21"/>
                </a:lnTo>
                <a:lnTo>
                  <a:pt x="302" y="0"/>
                </a:lnTo>
                <a:lnTo>
                  <a:pt x="172" y="14"/>
                </a:lnTo>
                <a:lnTo>
                  <a:pt x="117" y="35"/>
                </a:lnTo>
                <a:lnTo>
                  <a:pt x="62" y="69"/>
                </a:lnTo>
                <a:lnTo>
                  <a:pt x="27" y="117"/>
                </a:lnTo>
                <a:lnTo>
                  <a:pt x="0" y="179"/>
                </a:lnTo>
                <a:lnTo>
                  <a:pt x="0" y="241"/>
                </a:lnTo>
                <a:lnTo>
                  <a:pt x="20" y="296"/>
                </a:lnTo>
                <a:lnTo>
                  <a:pt x="55" y="344"/>
                </a:lnTo>
                <a:lnTo>
                  <a:pt x="103" y="378"/>
                </a:lnTo>
                <a:lnTo>
                  <a:pt x="220" y="420"/>
                </a:lnTo>
                <a:lnTo>
                  <a:pt x="330" y="420"/>
                </a:lnTo>
                <a:lnTo>
                  <a:pt x="405" y="372"/>
                </a:lnTo>
                <a:lnTo>
                  <a:pt x="474" y="317"/>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74" name="Freeform 8"/>
          <p:cNvSpPr>
            <a:spLocks/>
          </p:cNvSpPr>
          <p:nvPr/>
        </p:nvSpPr>
        <p:spPr bwMode="auto">
          <a:xfrm>
            <a:off x="2774951" y="4805364"/>
            <a:ext cx="817563" cy="655637"/>
          </a:xfrm>
          <a:custGeom>
            <a:avLst/>
            <a:gdLst>
              <a:gd name="T0" fmla="*/ 2147483647 w 515"/>
              <a:gd name="T1" fmla="*/ 2147483647 h 413"/>
              <a:gd name="T2" fmla="*/ 2147483647 w 515"/>
              <a:gd name="T3" fmla="*/ 2147483647 h 413"/>
              <a:gd name="T4" fmla="*/ 2147483647 w 515"/>
              <a:gd name="T5" fmla="*/ 2147483647 h 413"/>
              <a:gd name="T6" fmla="*/ 2147483647 w 515"/>
              <a:gd name="T7" fmla="*/ 2147483647 h 413"/>
              <a:gd name="T8" fmla="*/ 2147483647 w 515"/>
              <a:gd name="T9" fmla="*/ 2147483647 h 413"/>
              <a:gd name="T10" fmla="*/ 2147483647 w 515"/>
              <a:gd name="T11" fmla="*/ 2147483647 h 413"/>
              <a:gd name="T12" fmla="*/ 2147483647 w 515"/>
              <a:gd name="T13" fmla="*/ 0 h 413"/>
              <a:gd name="T14" fmla="*/ 2147483647 w 515"/>
              <a:gd name="T15" fmla="*/ 2147483647 h 413"/>
              <a:gd name="T16" fmla="*/ 2147483647 w 515"/>
              <a:gd name="T17" fmla="*/ 2147483647 h 413"/>
              <a:gd name="T18" fmla="*/ 2147483647 w 515"/>
              <a:gd name="T19" fmla="*/ 2147483647 h 413"/>
              <a:gd name="T20" fmla="*/ 2147483647 w 515"/>
              <a:gd name="T21" fmla="*/ 2147483647 h 413"/>
              <a:gd name="T22" fmla="*/ 0 w 515"/>
              <a:gd name="T23" fmla="*/ 2147483647 h 413"/>
              <a:gd name="T24" fmla="*/ 0 w 515"/>
              <a:gd name="T25" fmla="*/ 2147483647 h 413"/>
              <a:gd name="T26" fmla="*/ 2147483647 w 515"/>
              <a:gd name="T27" fmla="*/ 2147483647 h 413"/>
              <a:gd name="T28" fmla="*/ 2147483647 w 515"/>
              <a:gd name="T29" fmla="*/ 2147483647 h 413"/>
              <a:gd name="T30" fmla="*/ 2147483647 w 515"/>
              <a:gd name="T31" fmla="*/ 2147483647 h 413"/>
              <a:gd name="T32" fmla="*/ 2147483647 w 515"/>
              <a:gd name="T33" fmla="*/ 2147483647 h 413"/>
              <a:gd name="T34" fmla="*/ 2147483647 w 515"/>
              <a:gd name="T35" fmla="*/ 2147483647 h 413"/>
              <a:gd name="T36" fmla="*/ 2147483647 w 515"/>
              <a:gd name="T37" fmla="*/ 2147483647 h 413"/>
              <a:gd name="T38" fmla="*/ 2147483647 w 515"/>
              <a:gd name="T39" fmla="*/ 2147483647 h 41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5"/>
              <a:gd name="T61" fmla="*/ 0 h 413"/>
              <a:gd name="T62" fmla="*/ 515 w 515"/>
              <a:gd name="T63" fmla="*/ 413 h 41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5" h="413">
                <a:moveTo>
                  <a:pt x="474" y="310"/>
                </a:moveTo>
                <a:lnTo>
                  <a:pt x="508" y="234"/>
                </a:lnTo>
                <a:lnTo>
                  <a:pt x="515" y="145"/>
                </a:lnTo>
                <a:lnTo>
                  <a:pt x="481" y="62"/>
                </a:lnTo>
                <a:lnTo>
                  <a:pt x="453" y="35"/>
                </a:lnTo>
                <a:lnTo>
                  <a:pt x="419" y="14"/>
                </a:lnTo>
                <a:lnTo>
                  <a:pt x="302" y="0"/>
                </a:lnTo>
                <a:lnTo>
                  <a:pt x="171" y="14"/>
                </a:lnTo>
                <a:lnTo>
                  <a:pt x="116" y="35"/>
                </a:lnTo>
                <a:lnTo>
                  <a:pt x="61" y="62"/>
                </a:lnTo>
                <a:lnTo>
                  <a:pt x="27" y="110"/>
                </a:lnTo>
                <a:lnTo>
                  <a:pt x="0" y="172"/>
                </a:lnTo>
                <a:lnTo>
                  <a:pt x="0" y="234"/>
                </a:lnTo>
                <a:lnTo>
                  <a:pt x="20" y="289"/>
                </a:lnTo>
                <a:lnTo>
                  <a:pt x="55" y="337"/>
                </a:lnTo>
                <a:lnTo>
                  <a:pt x="103" y="372"/>
                </a:lnTo>
                <a:lnTo>
                  <a:pt x="219" y="413"/>
                </a:lnTo>
                <a:lnTo>
                  <a:pt x="329" y="406"/>
                </a:lnTo>
                <a:lnTo>
                  <a:pt x="405" y="365"/>
                </a:lnTo>
                <a:lnTo>
                  <a:pt x="474" y="310"/>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75" name="Freeform 9"/>
          <p:cNvSpPr>
            <a:spLocks/>
          </p:cNvSpPr>
          <p:nvPr/>
        </p:nvSpPr>
        <p:spPr bwMode="auto">
          <a:xfrm>
            <a:off x="5359400" y="2589213"/>
            <a:ext cx="806450" cy="666750"/>
          </a:xfrm>
          <a:custGeom>
            <a:avLst/>
            <a:gdLst>
              <a:gd name="T0" fmla="*/ 2147483647 w 508"/>
              <a:gd name="T1" fmla="*/ 2147483647 h 420"/>
              <a:gd name="T2" fmla="*/ 2147483647 w 508"/>
              <a:gd name="T3" fmla="*/ 2147483647 h 420"/>
              <a:gd name="T4" fmla="*/ 2147483647 w 508"/>
              <a:gd name="T5" fmla="*/ 2147483647 h 420"/>
              <a:gd name="T6" fmla="*/ 2147483647 w 508"/>
              <a:gd name="T7" fmla="*/ 2147483647 h 420"/>
              <a:gd name="T8" fmla="*/ 2147483647 w 508"/>
              <a:gd name="T9" fmla="*/ 2147483647 h 420"/>
              <a:gd name="T10" fmla="*/ 2147483647 w 508"/>
              <a:gd name="T11" fmla="*/ 2147483647 h 420"/>
              <a:gd name="T12" fmla="*/ 2147483647 w 508"/>
              <a:gd name="T13" fmla="*/ 0 h 420"/>
              <a:gd name="T14" fmla="*/ 2147483647 w 508"/>
              <a:gd name="T15" fmla="*/ 2147483647 h 420"/>
              <a:gd name="T16" fmla="*/ 2147483647 w 508"/>
              <a:gd name="T17" fmla="*/ 2147483647 h 420"/>
              <a:gd name="T18" fmla="*/ 2147483647 w 508"/>
              <a:gd name="T19" fmla="*/ 2147483647 h 420"/>
              <a:gd name="T20" fmla="*/ 2147483647 w 508"/>
              <a:gd name="T21" fmla="*/ 2147483647 h 420"/>
              <a:gd name="T22" fmla="*/ 0 w 508"/>
              <a:gd name="T23" fmla="*/ 2147483647 h 420"/>
              <a:gd name="T24" fmla="*/ 0 w 508"/>
              <a:gd name="T25" fmla="*/ 2147483647 h 420"/>
              <a:gd name="T26" fmla="*/ 2147483647 w 508"/>
              <a:gd name="T27" fmla="*/ 2147483647 h 420"/>
              <a:gd name="T28" fmla="*/ 2147483647 w 508"/>
              <a:gd name="T29" fmla="*/ 2147483647 h 420"/>
              <a:gd name="T30" fmla="*/ 2147483647 w 508"/>
              <a:gd name="T31" fmla="*/ 2147483647 h 420"/>
              <a:gd name="T32" fmla="*/ 2147483647 w 508"/>
              <a:gd name="T33" fmla="*/ 2147483647 h 420"/>
              <a:gd name="T34" fmla="*/ 2147483647 w 508"/>
              <a:gd name="T35" fmla="*/ 2147483647 h 420"/>
              <a:gd name="T36" fmla="*/ 2147483647 w 508"/>
              <a:gd name="T37" fmla="*/ 2147483647 h 420"/>
              <a:gd name="T38" fmla="*/ 2147483647 w 508"/>
              <a:gd name="T39" fmla="*/ 2147483647 h 4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08"/>
              <a:gd name="T61" fmla="*/ 0 h 420"/>
              <a:gd name="T62" fmla="*/ 508 w 508"/>
              <a:gd name="T63" fmla="*/ 420 h 4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08" h="420">
                <a:moveTo>
                  <a:pt x="474" y="317"/>
                </a:moveTo>
                <a:lnTo>
                  <a:pt x="508" y="241"/>
                </a:lnTo>
                <a:lnTo>
                  <a:pt x="508" y="152"/>
                </a:lnTo>
                <a:lnTo>
                  <a:pt x="481" y="69"/>
                </a:lnTo>
                <a:lnTo>
                  <a:pt x="453" y="35"/>
                </a:lnTo>
                <a:lnTo>
                  <a:pt x="419" y="21"/>
                </a:lnTo>
                <a:lnTo>
                  <a:pt x="302" y="0"/>
                </a:lnTo>
                <a:lnTo>
                  <a:pt x="172" y="14"/>
                </a:lnTo>
                <a:lnTo>
                  <a:pt x="117" y="35"/>
                </a:lnTo>
                <a:lnTo>
                  <a:pt x="62" y="69"/>
                </a:lnTo>
                <a:lnTo>
                  <a:pt x="27" y="117"/>
                </a:lnTo>
                <a:lnTo>
                  <a:pt x="0" y="179"/>
                </a:lnTo>
                <a:lnTo>
                  <a:pt x="0" y="241"/>
                </a:lnTo>
                <a:lnTo>
                  <a:pt x="20" y="296"/>
                </a:lnTo>
                <a:lnTo>
                  <a:pt x="55" y="344"/>
                </a:lnTo>
                <a:lnTo>
                  <a:pt x="103" y="379"/>
                </a:lnTo>
                <a:lnTo>
                  <a:pt x="220" y="420"/>
                </a:lnTo>
                <a:lnTo>
                  <a:pt x="330" y="420"/>
                </a:lnTo>
                <a:lnTo>
                  <a:pt x="405" y="372"/>
                </a:lnTo>
                <a:lnTo>
                  <a:pt x="474" y="317"/>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76" name="Freeform 10"/>
          <p:cNvSpPr>
            <a:spLocks/>
          </p:cNvSpPr>
          <p:nvPr/>
        </p:nvSpPr>
        <p:spPr bwMode="auto">
          <a:xfrm>
            <a:off x="4638675" y="4554538"/>
            <a:ext cx="819150" cy="666750"/>
          </a:xfrm>
          <a:custGeom>
            <a:avLst/>
            <a:gdLst>
              <a:gd name="T0" fmla="*/ 2147483647 w 516"/>
              <a:gd name="T1" fmla="*/ 2147483647 h 420"/>
              <a:gd name="T2" fmla="*/ 2147483647 w 516"/>
              <a:gd name="T3" fmla="*/ 2147483647 h 420"/>
              <a:gd name="T4" fmla="*/ 2147483647 w 516"/>
              <a:gd name="T5" fmla="*/ 2147483647 h 420"/>
              <a:gd name="T6" fmla="*/ 2147483647 w 516"/>
              <a:gd name="T7" fmla="*/ 2147483647 h 420"/>
              <a:gd name="T8" fmla="*/ 2147483647 w 516"/>
              <a:gd name="T9" fmla="*/ 2147483647 h 420"/>
              <a:gd name="T10" fmla="*/ 2147483647 w 516"/>
              <a:gd name="T11" fmla="*/ 2147483647 h 420"/>
              <a:gd name="T12" fmla="*/ 2147483647 w 516"/>
              <a:gd name="T13" fmla="*/ 0 h 420"/>
              <a:gd name="T14" fmla="*/ 2147483647 w 516"/>
              <a:gd name="T15" fmla="*/ 2147483647 h 420"/>
              <a:gd name="T16" fmla="*/ 2147483647 w 516"/>
              <a:gd name="T17" fmla="*/ 2147483647 h 420"/>
              <a:gd name="T18" fmla="*/ 2147483647 w 516"/>
              <a:gd name="T19" fmla="*/ 2147483647 h 420"/>
              <a:gd name="T20" fmla="*/ 2147483647 w 516"/>
              <a:gd name="T21" fmla="*/ 2147483647 h 420"/>
              <a:gd name="T22" fmla="*/ 0 w 516"/>
              <a:gd name="T23" fmla="*/ 2147483647 h 420"/>
              <a:gd name="T24" fmla="*/ 0 w 516"/>
              <a:gd name="T25" fmla="*/ 2147483647 h 420"/>
              <a:gd name="T26" fmla="*/ 2147483647 w 516"/>
              <a:gd name="T27" fmla="*/ 2147483647 h 420"/>
              <a:gd name="T28" fmla="*/ 2147483647 w 516"/>
              <a:gd name="T29" fmla="*/ 2147483647 h 420"/>
              <a:gd name="T30" fmla="*/ 2147483647 w 516"/>
              <a:gd name="T31" fmla="*/ 2147483647 h 420"/>
              <a:gd name="T32" fmla="*/ 2147483647 w 516"/>
              <a:gd name="T33" fmla="*/ 2147483647 h 420"/>
              <a:gd name="T34" fmla="*/ 2147483647 w 516"/>
              <a:gd name="T35" fmla="*/ 2147483647 h 420"/>
              <a:gd name="T36" fmla="*/ 2147483647 w 516"/>
              <a:gd name="T37" fmla="*/ 2147483647 h 420"/>
              <a:gd name="T38" fmla="*/ 2147483647 w 516"/>
              <a:gd name="T39" fmla="*/ 2147483647 h 4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6"/>
              <a:gd name="T61" fmla="*/ 0 h 420"/>
              <a:gd name="T62" fmla="*/ 516 w 516"/>
              <a:gd name="T63" fmla="*/ 420 h 4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6" h="420">
                <a:moveTo>
                  <a:pt x="474" y="317"/>
                </a:moveTo>
                <a:lnTo>
                  <a:pt x="509" y="241"/>
                </a:lnTo>
                <a:lnTo>
                  <a:pt x="516" y="151"/>
                </a:lnTo>
                <a:lnTo>
                  <a:pt x="481" y="69"/>
                </a:lnTo>
                <a:lnTo>
                  <a:pt x="454" y="35"/>
                </a:lnTo>
                <a:lnTo>
                  <a:pt x="419" y="21"/>
                </a:lnTo>
                <a:lnTo>
                  <a:pt x="303" y="0"/>
                </a:lnTo>
                <a:lnTo>
                  <a:pt x="172" y="14"/>
                </a:lnTo>
                <a:lnTo>
                  <a:pt x="117" y="35"/>
                </a:lnTo>
                <a:lnTo>
                  <a:pt x="62" y="69"/>
                </a:lnTo>
                <a:lnTo>
                  <a:pt x="28" y="117"/>
                </a:lnTo>
                <a:lnTo>
                  <a:pt x="0" y="179"/>
                </a:lnTo>
                <a:lnTo>
                  <a:pt x="0" y="241"/>
                </a:lnTo>
                <a:lnTo>
                  <a:pt x="21" y="296"/>
                </a:lnTo>
                <a:lnTo>
                  <a:pt x="55" y="344"/>
                </a:lnTo>
                <a:lnTo>
                  <a:pt x="103" y="378"/>
                </a:lnTo>
                <a:lnTo>
                  <a:pt x="220" y="420"/>
                </a:lnTo>
                <a:lnTo>
                  <a:pt x="330" y="420"/>
                </a:lnTo>
                <a:lnTo>
                  <a:pt x="406" y="372"/>
                </a:lnTo>
                <a:lnTo>
                  <a:pt x="474" y="317"/>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77" name="Freeform 11"/>
          <p:cNvSpPr>
            <a:spLocks/>
          </p:cNvSpPr>
          <p:nvPr/>
        </p:nvSpPr>
        <p:spPr bwMode="auto">
          <a:xfrm>
            <a:off x="7681913" y="1771651"/>
            <a:ext cx="817562" cy="555625"/>
          </a:xfrm>
          <a:custGeom>
            <a:avLst/>
            <a:gdLst>
              <a:gd name="T0" fmla="*/ 2147483647 w 515"/>
              <a:gd name="T1" fmla="*/ 2147483647 h 350"/>
              <a:gd name="T2" fmla="*/ 2147483647 w 515"/>
              <a:gd name="T3" fmla="*/ 2147483647 h 350"/>
              <a:gd name="T4" fmla="*/ 2147483647 w 515"/>
              <a:gd name="T5" fmla="*/ 2147483647 h 350"/>
              <a:gd name="T6" fmla="*/ 2147483647 w 515"/>
              <a:gd name="T7" fmla="*/ 2147483647 h 350"/>
              <a:gd name="T8" fmla="*/ 2147483647 w 515"/>
              <a:gd name="T9" fmla="*/ 2147483647 h 350"/>
              <a:gd name="T10" fmla="*/ 2147483647 w 515"/>
              <a:gd name="T11" fmla="*/ 2147483647 h 350"/>
              <a:gd name="T12" fmla="*/ 2147483647 w 515"/>
              <a:gd name="T13" fmla="*/ 0 h 350"/>
              <a:gd name="T14" fmla="*/ 2147483647 w 515"/>
              <a:gd name="T15" fmla="*/ 2147483647 h 350"/>
              <a:gd name="T16" fmla="*/ 2147483647 w 515"/>
              <a:gd name="T17" fmla="*/ 2147483647 h 350"/>
              <a:gd name="T18" fmla="*/ 2147483647 w 515"/>
              <a:gd name="T19" fmla="*/ 2147483647 h 350"/>
              <a:gd name="T20" fmla="*/ 2147483647 w 515"/>
              <a:gd name="T21" fmla="*/ 2147483647 h 350"/>
              <a:gd name="T22" fmla="*/ 0 w 515"/>
              <a:gd name="T23" fmla="*/ 2147483647 h 350"/>
              <a:gd name="T24" fmla="*/ 0 w 515"/>
              <a:gd name="T25" fmla="*/ 2147483647 h 350"/>
              <a:gd name="T26" fmla="*/ 2147483647 w 515"/>
              <a:gd name="T27" fmla="*/ 2147483647 h 350"/>
              <a:gd name="T28" fmla="*/ 2147483647 w 515"/>
              <a:gd name="T29" fmla="*/ 2147483647 h 350"/>
              <a:gd name="T30" fmla="*/ 2147483647 w 515"/>
              <a:gd name="T31" fmla="*/ 2147483647 h 350"/>
              <a:gd name="T32" fmla="*/ 2147483647 w 515"/>
              <a:gd name="T33" fmla="*/ 2147483647 h 350"/>
              <a:gd name="T34" fmla="*/ 2147483647 w 515"/>
              <a:gd name="T35" fmla="*/ 2147483647 h 350"/>
              <a:gd name="T36" fmla="*/ 2147483647 w 515"/>
              <a:gd name="T37" fmla="*/ 2147483647 h 350"/>
              <a:gd name="T38" fmla="*/ 2147483647 w 515"/>
              <a:gd name="T39" fmla="*/ 2147483647 h 35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5"/>
              <a:gd name="T61" fmla="*/ 0 h 350"/>
              <a:gd name="T62" fmla="*/ 515 w 515"/>
              <a:gd name="T63" fmla="*/ 350 h 35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5" h="350">
                <a:moveTo>
                  <a:pt x="474" y="261"/>
                </a:moveTo>
                <a:lnTo>
                  <a:pt x="508" y="199"/>
                </a:lnTo>
                <a:lnTo>
                  <a:pt x="515" y="117"/>
                </a:lnTo>
                <a:lnTo>
                  <a:pt x="481" y="48"/>
                </a:lnTo>
                <a:lnTo>
                  <a:pt x="453" y="27"/>
                </a:lnTo>
                <a:lnTo>
                  <a:pt x="419" y="13"/>
                </a:lnTo>
                <a:lnTo>
                  <a:pt x="302" y="0"/>
                </a:lnTo>
                <a:lnTo>
                  <a:pt x="172" y="7"/>
                </a:lnTo>
                <a:lnTo>
                  <a:pt x="117" y="27"/>
                </a:lnTo>
                <a:lnTo>
                  <a:pt x="62" y="55"/>
                </a:lnTo>
                <a:lnTo>
                  <a:pt x="28" y="96"/>
                </a:lnTo>
                <a:lnTo>
                  <a:pt x="0" y="144"/>
                </a:lnTo>
                <a:lnTo>
                  <a:pt x="0" y="199"/>
                </a:lnTo>
                <a:lnTo>
                  <a:pt x="21" y="240"/>
                </a:lnTo>
                <a:lnTo>
                  <a:pt x="55" y="282"/>
                </a:lnTo>
                <a:lnTo>
                  <a:pt x="103" y="316"/>
                </a:lnTo>
                <a:lnTo>
                  <a:pt x="220" y="350"/>
                </a:lnTo>
                <a:lnTo>
                  <a:pt x="330" y="344"/>
                </a:lnTo>
                <a:lnTo>
                  <a:pt x="405" y="309"/>
                </a:lnTo>
                <a:lnTo>
                  <a:pt x="474" y="261"/>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78" name="Freeform 12"/>
          <p:cNvSpPr>
            <a:spLocks/>
          </p:cNvSpPr>
          <p:nvPr/>
        </p:nvSpPr>
        <p:spPr bwMode="auto">
          <a:xfrm>
            <a:off x="6994525" y="3768725"/>
            <a:ext cx="819150" cy="666750"/>
          </a:xfrm>
          <a:custGeom>
            <a:avLst/>
            <a:gdLst>
              <a:gd name="T0" fmla="*/ 2147483647 w 516"/>
              <a:gd name="T1" fmla="*/ 2147483647 h 420"/>
              <a:gd name="T2" fmla="*/ 2147483647 w 516"/>
              <a:gd name="T3" fmla="*/ 2147483647 h 420"/>
              <a:gd name="T4" fmla="*/ 2147483647 w 516"/>
              <a:gd name="T5" fmla="*/ 2147483647 h 420"/>
              <a:gd name="T6" fmla="*/ 2147483647 w 516"/>
              <a:gd name="T7" fmla="*/ 2147483647 h 420"/>
              <a:gd name="T8" fmla="*/ 2147483647 w 516"/>
              <a:gd name="T9" fmla="*/ 2147483647 h 420"/>
              <a:gd name="T10" fmla="*/ 2147483647 w 516"/>
              <a:gd name="T11" fmla="*/ 2147483647 h 420"/>
              <a:gd name="T12" fmla="*/ 2147483647 w 516"/>
              <a:gd name="T13" fmla="*/ 0 h 420"/>
              <a:gd name="T14" fmla="*/ 2147483647 w 516"/>
              <a:gd name="T15" fmla="*/ 2147483647 h 420"/>
              <a:gd name="T16" fmla="*/ 2147483647 w 516"/>
              <a:gd name="T17" fmla="*/ 2147483647 h 420"/>
              <a:gd name="T18" fmla="*/ 2147483647 w 516"/>
              <a:gd name="T19" fmla="*/ 2147483647 h 420"/>
              <a:gd name="T20" fmla="*/ 2147483647 w 516"/>
              <a:gd name="T21" fmla="*/ 2147483647 h 420"/>
              <a:gd name="T22" fmla="*/ 0 w 516"/>
              <a:gd name="T23" fmla="*/ 2147483647 h 420"/>
              <a:gd name="T24" fmla="*/ 0 w 516"/>
              <a:gd name="T25" fmla="*/ 2147483647 h 420"/>
              <a:gd name="T26" fmla="*/ 2147483647 w 516"/>
              <a:gd name="T27" fmla="*/ 2147483647 h 420"/>
              <a:gd name="T28" fmla="*/ 2147483647 w 516"/>
              <a:gd name="T29" fmla="*/ 2147483647 h 420"/>
              <a:gd name="T30" fmla="*/ 2147483647 w 516"/>
              <a:gd name="T31" fmla="*/ 2147483647 h 420"/>
              <a:gd name="T32" fmla="*/ 2147483647 w 516"/>
              <a:gd name="T33" fmla="*/ 2147483647 h 420"/>
              <a:gd name="T34" fmla="*/ 2147483647 w 516"/>
              <a:gd name="T35" fmla="*/ 2147483647 h 420"/>
              <a:gd name="T36" fmla="*/ 2147483647 w 516"/>
              <a:gd name="T37" fmla="*/ 2147483647 h 420"/>
              <a:gd name="T38" fmla="*/ 2147483647 w 516"/>
              <a:gd name="T39" fmla="*/ 2147483647 h 4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6"/>
              <a:gd name="T61" fmla="*/ 0 h 420"/>
              <a:gd name="T62" fmla="*/ 516 w 516"/>
              <a:gd name="T63" fmla="*/ 420 h 4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6" h="420">
                <a:moveTo>
                  <a:pt x="474" y="316"/>
                </a:moveTo>
                <a:lnTo>
                  <a:pt x="509" y="241"/>
                </a:lnTo>
                <a:lnTo>
                  <a:pt x="516" y="151"/>
                </a:lnTo>
                <a:lnTo>
                  <a:pt x="481" y="69"/>
                </a:lnTo>
                <a:lnTo>
                  <a:pt x="454" y="34"/>
                </a:lnTo>
                <a:lnTo>
                  <a:pt x="419" y="21"/>
                </a:lnTo>
                <a:lnTo>
                  <a:pt x="303" y="0"/>
                </a:lnTo>
                <a:lnTo>
                  <a:pt x="172" y="14"/>
                </a:lnTo>
                <a:lnTo>
                  <a:pt x="117" y="34"/>
                </a:lnTo>
                <a:lnTo>
                  <a:pt x="62" y="69"/>
                </a:lnTo>
                <a:lnTo>
                  <a:pt x="28" y="117"/>
                </a:lnTo>
                <a:lnTo>
                  <a:pt x="0" y="179"/>
                </a:lnTo>
                <a:lnTo>
                  <a:pt x="0" y="241"/>
                </a:lnTo>
                <a:lnTo>
                  <a:pt x="21" y="296"/>
                </a:lnTo>
                <a:lnTo>
                  <a:pt x="55" y="344"/>
                </a:lnTo>
                <a:lnTo>
                  <a:pt x="103" y="378"/>
                </a:lnTo>
                <a:lnTo>
                  <a:pt x="220" y="420"/>
                </a:lnTo>
                <a:lnTo>
                  <a:pt x="330" y="420"/>
                </a:lnTo>
                <a:lnTo>
                  <a:pt x="406" y="371"/>
                </a:lnTo>
                <a:lnTo>
                  <a:pt x="474" y="316"/>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79" name="Freeform 13"/>
          <p:cNvSpPr>
            <a:spLocks/>
          </p:cNvSpPr>
          <p:nvPr/>
        </p:nvSpPr>
        <p:spPr bwMode="auto">
          <a:xfrm>
            <a:off x="6896100" y="5438775"/>
            <a:ext cx="819150" cy="666750"/>
          </a:xfrm>
          <a:custGeom>
            <a:avLst/>
            <a:gdLst>
              <a:gd name="T0" fmla="*/ 2147483647 w 516"/>
              <a:gd name="T1" fmla="*/ 2147483647 h 420"/>
              <a:gd name="T2" fmla="*/ 2147483647 w 516"/>
              <a:gd name="T3" fmla="*/ 2147483647 h 420"/>
              <a:gd name="T4" fmla="*/ 2147483647 w 516"/>
              <a:gd name="T5" fmla="*/ 2147483647 h 420"/>
              <a:gd name="T6" fmla="*/ 2147483647 w 516"/>
              <a:gd name="T7" fmla="*/ 2147483647 h 420"/>
              <a:gd name="T8" fmla="*/ 2147483647 w 516"/>
              <a:gd name="T9" fmla="*/ 2147483647 h 420"/>
              <a:gd name="T10" fmla="*/ 2147483647 w 516"/>
              <a:gd name="T11" fmla="*/ 2147483647 h 420"/>
              <a:gd name="T12" fmla="*/ 2147483647 w 516"/>
              <a:gd name="T13" fmla="*/ 0 h 420"/>
              <a:gd name="T14" fmla="*/ 2147483647 w 516"/>
              <a:gd name="T15" fmla="*/ 2147483647 h 420"/>
              <a:gd name="T16" fmla="*/ 2147483647 w 516"/>
              <a:gd name="T17" fmla="*/ 2147483647 h 420"/>
              <a:gd name="T18" fmla="*/ 2147483647 w 516"/>
              <a:gd name="T19" fmla="*/ 2147483647 h 420"/>
              <a:gd name="T20" fmla="*/ 2147483647 w 516"/>
              <a:gd name="T21" fmla="*/ 2147483647 h 420"/>
              <a:gd name="T22" fmla="*/ 0 w 516"/>
              <a:gd name="T23" fmla="*/ 2147483647 h 420"/>
              <a:gd name="T24" fmla="*/ 0 w 516"/>
              <a:gd name="T25" fmla="*/ 2147483647 h 420"/>
              <a:gd name="T26" fmla="*/ 2147483647 w 516"/>
              <a:gd name="T27" fmla="*/ 2147483647 h 420"/>
              <a:gd name="T28" fmla="*/ 2147483647 w 516"/>
              <a:gd name="T29" fmla="*/ 2147483647 h 420"/>
              <a:gd name="T30" fmla="*/ 2147483647 w 516"/>
              <a:gd name="T31" fmla="*/ 2147483647 h 420"/>
              <a:gd name="T32" fmla="*/ 2147483647 w 516"/>
              <a:gd name="T33" fmla="*/ 2147483647 h 420"/>
              <a:gd name="T34" fmla="*/ 2147483647 w 516"/>
              <a:gd name="T35" fmla="*/ 2147483647 h 420"/>
              <a:gd name="T36" fmla="*/ 2147483647 w 516"/>
              <a:gd name="T37" fmla="*/ 2147483647 h 420"/>
              <a:gd name="T38" fmla="*/ 2147483647 w 516"/>
              <a:gd name="T39" fmla="*/ 2147483647 h 4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6"/>
              <a:gd name="T61" fmla="*/ 0 h 420"/>
              <a:gd name="T62" fmla="*/ 516 w 516"/>
              <a:gd name="T63" fmla="*/ 420 h 4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6" h="420">
                <a:moveTo>
                  <a:pt x="474" y="317"/>
                </a:moveTo>
                <a:lnTo>
                  <a:pt x="509" y="241"/>
                </a:lnTo>
                <a:lnTo>
                  <a:pt x="516" y="151"/>
                </a:lnTo>
                <a:lnTo>
                  <a:pt x="481" y="69"/>
                </a:lnTo>
                <a:lnTo>
                  <a:pt x="454" y="35"/>
                </a:lnTo>
                <a:lnTo>
                  <a:pt x="420" y="21"/>
                </a:lnTo>
                <a:lnTo>
                  <a:pt x="303" y="0"/>
                </a:lnTo>
                <a:lnTo>
                  <a:pt x="172" y="14"/>
                </a:lnTo>
                <a:lnTo>
                  <a:pt x="117" y="35"/>
                </a:lnTo>
                <a:lnTo>
                  <a:pt x="62" y="69"/>
                </a:lnTo>
                <a:lnTo>
                  <a:pt x="28" y="117"/>
                </a:lnTo>
                <a:lnTo>
                  <a:pt x="0" y="179"/>
                </a:lnTo>
                <a:lnTo>
                  <a:pt x="0" y="241"/>
                </a:lnTo>
                <a:lnTo>
                  <a:pt x="21" y="296"/>
                </a:lnTo>
                <a:lnTo>
                  <a:pt x="55" y="344"/>
                </a:lnTo>
                <a:lnTo>
                  <a:pt x="104" y="378"/>
                </a:lnTo>
                <a:lnTo>
                  <a:pt x="220" y="420"/>
                </a:lnTo>
                <a:lnTo>
                  <a:pt x="330" y="420"/>
                </a:lnTo>
                <a:lnTo>
                  <a:pt x="406" y="372"/>
                </a:lnTo>
                <a:lnTo>
                  <a:pt x="474" y="317"/>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80" name="Freeform 14"/>
          <p:cNvSpPr>
            <a:spLocks/>
          </p:cNvSpPr>
          <p:nvPr/>
        </p:nvSpPr>
        <p:spPr bwMode="auto">
          <a:xfrm>
            <a:off x="8085138" y="2633664"/>
            <a:ext cx="44450" cy="33337"/>
          </a:xfrm>
          <a:custGeom>
            <a:avLst/>
            <a:gdLst>
              <a:gd name="T0" fmla="*/ 2147483647 w 28"/>
              <a:gd name="T1" fmla="*/ 2147483647 h 21"/>
              <a:gd name="T2" fmla="*/ 2147483647 w 28"/>
              <a:gd name="T3" fmla="*/ 2147483647 h 21"/>
              <a:gd name="T4" fmla="*/ 0 w 28"/>
              <a:gd name="T5" fmla="*/ 0 h 21"/>
              <a:gd name="T6" fmla="*/ 0 w 28"/>
              <a:gd name="T7" fmla="*/ 2147483647 h 21"/>
              <a:gd name="T8" fmla="*/ 2147483647 w 28"/>
              <a:gd name="T9" fmla="*/ 2147483647 h 21"/>
              <a:gd name="T10" fmla="*/ 0 60000 65536"/>
              <a:gd name="T11" fmla="*/ 0 60000 65536"/>
              <a:gd name="T12" fmla="*/ 0 60000 65536"/>
              <a:gd name="T13" fmla="*/ 0 60000 65536"/>
              <a:gd name="T14" fmla="*/ 0 60000 65536"/>
              <a:gd name="T15" fmla="*/ 0 w 28"/>
              <a:gd name="T16" fmla="*/ 0 h 21"/>
              <a:gd name="T17" fmla="*/ 28 w 28"/>
              <a:gd name="T18" fmla="*/ 21 h 21"/>
            </a:gdLst>
            <a:ahLst/>
            <a:cxnLst>
              <a:cxn ang="T10">
                <a:pos x="T0" y="T1"/>
              </a:cxn>
              <a:cxn ang="T11">
                <a:pos x="T2" y="T3"/>
              </a:cxn>
              <a:cxn ang="T12">
                <a:pos x="T4" y="T5"/>
              </a:cxn>
              <a:cxn ang="T13">
                <a:pos x="T6" y="T7"/>
              </a:cxn>
              <a:cxn ang="T14">
                <a:pos x="T8" y="T9"/>
              </a:cxn>
            </a:cxnLst>
            <a:rect l="T15" t="T16" r="T17" b="T18"/>
            <a:pathLst>
              <a:path w="28" h="21">
                <a:moveTo>
                  <a:pt x="28" y="21"/>
                </a:moveTo>
                <a:lnTo>
                  <a:pt x="28" y="7"/>
                </a:lnTo>
                <a:lnTo>
                  <a:pt x="0" y="0"/>
                </a:lnTo>
                <a:lnTo>
                  <a:pt x="0" y="14"/>
                </a:lnTo>
                <a:lnTo>
                  <a:pt x="28" y="21"/>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81" name="Freeform 16"/>
          <p:cNvSpPr>
            <a:spLocks/>
          </p:cNvSpPr>
          <p:nvPr/>
        </p:nvSpPr>
        <p:spPr bwMode="auto">
          <a:xfrm>
            <a:off x="7572375" y="3233739"/>
            <a:ext cx="153988" cy="98425"/>
          </a:xfrm>
          <a:custGeom>
            <a:avLst/>
            <a:gdLst>
              <a:gd name="T0" fmla="*/ 2147483647 w 97"/>
              <a:gd name="T1" fmla="*/ 2147483647 h 62"/>
              <a:gd name="T2" fmla="*/ 2147483647 w 97"/>
              <a:gd name="T3" fmla="*/ 2147483647 h 62"/>
              <a:gd name="T4" fmla="*/ 2147483647 w 97"/>
              <a:gd name="T5" fmla="*/ 2147483647 h 62"/>
              <a:gd name="T6" fmla="*/ 2147483647 w 97"/>
              <a:gd name="T7" fmla="*/ 2147483647 h 62"/>
              <a:gd name="T8" fmla="*/ 0 w 97"/>
              <a:gd name="T9" fmla="*/ 2147483647 h 62"/>
              <a:gd name="T10" fmla="*/ 2147483647 w 97"/>
              <a:gd name="T11" fmla="*/ 0 h 62"/>
              <a:gd name="T12" fmla="*/ 2147483647 w 97"/>
              <a:gd name="T13" fmla="*/ 2147483647 h 62"/>
              <a:gd name="T14" fmla="*/ 0 60000 65536"/>
              <a:gd name="T15" fmla="*/ 0 60000 65536"/>
              <a:gd name="T16" fmla="*/ 0 60000 65536"/>
              <a:gd name="T17" fmla="*/ 0 60000 65536"/>
              <a:gd name="T18" fmla="*/ 0 60000 65536"/>
              <a:gd name="T19" fmla="*/ 0 60000 65536"/>
              <a:gd name="T20" fmla="*/ 0 60000 65536"/>
              <a:gd name="T21" fmla="*/ 0 w 97"/>
              <a:gd name="T22" fmla="*/ 0 h 62"/>
              <a:gd name="T23" fmla="*/ 97 w 97"/>
              <a:gd name="T24" fmla="*/ 62 h 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7" h="62">
                <a:moveTo>
                  <a:pt x="97" y="28"/>
                </a:moveTo>
                <a:lnTo>
                  <a:pt x="14" y="62"/>
                </a:lnTo>
                <a:lnTo>
                  <a:pt x="7" y="35"/>
                </a:lnTo>
                <a:lnTo>
                  <a:pt x="0" y="35"/>
                </a:lnTo>
                <a:lnTo>
                  <a:pt x="83" y="0"/>
                </a:lnTo>
                <a:lnTo>
                  <a:pt x="97" y="2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82" name="Freeform 17"/>
          <p:cNvSpPr>
            <a:spLocks/>
          </p:cNvSpPr>
          <p:nvPr/>
        </p:nvSpPr>
        <p:spPr bwMode="auto">
          <a:xfrm>
            <a:off x="7419975" y="3321050"/>
            <a:ext cx="33338" cy="44450"/>
          </a:xfrm>
          <a:custGeom>
            <a:avLst/>
            <a:gdLst>
              <a:gd name="T0" fmla="*/ 2147483647 w 21"/>
              <a:gd name="T1" fmla="*/ 2147483647 h 28"/>
              <a:gd name="T2" fmla="*/ 2147483647 w 21"/>
              <a:gd name="T3" fmla="*/ 2147483647 h 28"/>
              <a:gd name="T4" fmla="*/ 0 w 21"/>
              <a:gd name="T5" fmla="*/ 0 h 28"/>
              <a:gd name="T6" fmla="*/ 2147483647 w 21"/>
              <a:gd name="T7" fmla="*/ 0 h 28"/>
              <a:gd name="T8" fmla="*/ 2147483647 w 21"/>
              <a:gd name="T9" fmla="*/ 2147483647 h 28"/>
              <a:gd name="T10" fmla="*/ 0 60000 65536"/>
              <a:gd name="T11" fmla="*/ 0 60000 65536"/>
              <a:gd name="T12" fmla="*/ 0 60000 65536"/>
              <a:gd name="T13" fmla="*/ 0 60000 65536"/>
              <a:gd name="T14" fmla="*/ 0 60000 65536"/>
              <a:gd name="T15" fmla="*/ 0 w 21"/>
              <a:gd name="T16" fmla="*/ 0 h 28"/>
              <a:gd name="T17" fmla="*/ 21 w 21"/>
              <a:gd name="T18" fmla="*/ 28 h 28"/>
            </a:gdLst>
            <a:ahLst/>
            <a:cxnLst>
              <a:cxn ang="T10">
                <a:pos x="T0" y="T1"/>
              </a:cxn>
              <a:cxn ang="T11">
                <a:pos x="T2" y="T3"/>
              </a:cxn>
              <a:cxn ang="T12">
                <a:pos x="T4" y="T5"/>
              </a:cxn>
              <a:cxn ang="T13">
                <a:pos x="T6" y="T7"/>
              </a:cxn>
              <a:cxn ang="T14">
                <a:pos x="T8" y="T9"/>
              </a:cxn>
            </a:cxnLst>
            <a:rect l="T15" t="T16" r="T17" b="T18"/>
            <a:pathLst>
              <a:path w="21" h="28">
                <a:moveTo>
                  <a:pt x="21" y="28"/>
                </a:moveTo>
                <a:lnTo>
                  <a:pt x="7" y="28"/>
                </a:lnTo>
                <a:lnTo>
                  <a:pt x="0" y="0"/>
                </a:lnTo>
                <a:lnTo>
                  <a:pt x="14" y="0"/>
                </a:lnTo>
                <a:lnTo>
                  <a:pt x="21" y="2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83" name="Freeform 18"/>
          <p:cNvSpPr>
            <a:spLocks/>
          </p:cNvSpPr>
          <p:nvPr/>
        </p:nvSpPr>
        <p:spPr bwMode="auto">
          <a:xfrm>
            <a:off x="7442200" y="3289300"/>
            <a:ext cx="152400" cy="76200"/>
          </a:xfrm>
          <a:custGeom>
            <a:avLst/>
            <a:gdLst>
              <a:gd name="T0" fmla="*/ 2147483647 w 96"/>
              <a:gd name="T1" fmla="*/ 2147483647 h 48"/>
              <a:gd name="T2" fmla="*/ 2147483647 w 96"/>
              <a:gd name="T3" fmla="*/ 0 h 48"/>
              <a:gd name="T4" fmla="*/ 0 w 96"/>
              <a:gd name="T5" fmla="*/ 2147483647 h 48"/>
              <a:gd name="T6" fmla="*/ 2147483647 w 96"/>
              <a:gd name="T7" fmla="*/ 2147483647 h 48"/>
              <a:gd name="T8" fmla="*/ 2147483647 w 96"/>
              <a:gd name="T9" fmla="*/ 2147483647 h 48"/>
              <a:gd name="T10" fmla="*/ 0 60000 65536"/>
              <a:gd name="T11" fmla="*/ 0 60000 65536"/>
              <a:gd name="T12" fmla="*/ 0 60000 65536"/>
              <a:gd name="T13" fmla="*/ 0 60000 65536"/>
              <a:gd name="T14" fmla="*/ 0 60000 65536"/>
              <a:gd name="T15" fmla="*/ 0 w 96"/>
              <a:gd name="T16" fmla="*/ 0 h 48"/>
              <a:gd name="T17" fmla="*/ 96 w 96"/>
              <a:gd name="T18" fmla="*/ 48 h 48"/>
            </a:gdLst>
            <a:ahLst/>
            <a:cxnLst>
              <a:cxn ang="T10">
                <a:pos x="T0" y="T1"/>
              </a:cxn>
              <a:cxn ang="T11">
                <a:pos x="T2" y="T3"/>
              </a:cxn>
              <a:cxn ang="T12">
                <a:pos x="T4" y="T5"/>
              </a:cxn>
              <a:cxn ang="T13">
                <a:pos x="T6" y="T7"/>
              </a:cxn>
              <a:cxn ang="T14">
                <a:pos x="T8" y="T9"/>
              </a:cxn>
            </a:cxnLst>
            <a:rect l="T15" t="T16" r="T17" b="T18"/>
            <a:pathLst>
              <a:path w="96" h="48">
                <a:moveTo>
                  <a:pt x="96" y="27"/>
                </a:moveTo>
                <a:lnTo>
                  <a:pt x="89" y="0"/>
                </a:lnTo>
                <a:lnTo>
                  <a:pt x="0" y="20"/>
                </a:lnTo>
                <a:lnTo>
                  <a:pt x="7" y="48"/>
                </a:lnTo>
                <a:lnTo>
                  <a:pt x="96" y="27"/>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84" name="Freeform 19"/>
          <p:cNvSpPr>
            <a:spLocks/>
          </p:cNvSpPr>
          <p:nvPr/>
        </p:nvSpPr>
        <p:spPr bwMode="auto">
          <a:xfrm>
            <a:off x="7442201" y="3332164"/>
            <a:ext cx="22225" cy="22225"/>
          </a:xfrm>
          <a:custGeom>
            <a:avLst/>
            <a:gdLst>
              <a:gd name="T0" fmla="*/ 0 w 14"/>
              <a:gd name="T1" fmla="*/ 2147483647 h 14"/>
              <a:gd name="T2" fmla="*/ 2147483647 w 14"/>
              <a:gd name="T3" fmla="*/ 2147483647 h 14"/>
              <a:gd name="T4" fmla="*/ 2147483647 w 14"/>
              <a:gd name="T5" fmla="*/ 0 h 14"/>
              <a:gd name="T6" fmla="*/ 2147483647 w 14"/>
              <a:gd name="T7" fmla="*/ 0 h 14"/>
              <a:gd name="T8" fmla="*/ 0 w 14"/>
              <a:gd name="T9" fmla="*/ 2147483647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0" y="14"/>
                </a:moveTo>
                <a:lnTo>
                  <a:pt x="7" y="14"/>
                </a:lnTo>
                <a:lnTo>
                  <a:pt x="14" y="0"/>
                </a:lnTo>
                <a:lnTo>
                  <a:pt x="7" y="0"/>
                </a:lnTo>
                <a:lnTo>
                  <a:pt x="0" y="1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85" name="Freeform 20"/>
          <p:cNvSpPr>
            <a:spLocks/>
          </p:cNvSpPr>
          <p:nvPr/>
        </p:nvSpPr>
        <p:spPr bwMode="auto">
          <a:xfrm>
            <a:off x="6875463" y="3036888"/>
            <a:ext cx="577850" cy="317500"/>
          </a:xfrm>
          <a:custGeom>
            <a:avLst/>
            <a:gdLst>
              <a:gd name="T0" fmla="*/ 2147483647 w 364"/>
              <a:gd name="T1" fmla="*/ 2147483647 h 200"/>
              <a:gd name="T2" fmla="*/ 2147483647 w 364"/>
              <a:gd name="T3" fmla="*/ 2147483647 h 200"/>
              <a:gd name="T4" fmla="*/ 2147483647 w 364"/>
              <a:gd name="T5" fmla="*/ 2147483647 h 200"/>
              <a:gd name="T6" fmla="*/ 2147483647 w 364"/>
              <a:gd name="T7" fmla="*/ 2147483647 h 200"/>
              <a:gd name="T8" fmla="*/ 0 w 364"/>
              <a:gd name="T9" fmla="*/ 2147483647 h 200"/>
              <a:gd name="T10" fmla="*/ 0 w 364"/>
              <a:gd name="T11" fmla="*/ 2147483647 h 200"/>
              <a:gd name="T12" fmla="*/ 0 w 364"/>
              <a:gd name="T13" fmla="*/ 0 h 200"/>
              <a:gd name="T14" fmla="*/ 2147483647 w 364"/>
              <a:gd name="T15" fmla="*/ 0 h 200"/>
              <a:gd name="T16" fmla="*/ 2147483647 w 364"/>
              <a:gd name="T17" fmla="*/ 2147483647 h 200"/>
              <a:gd name="T18" fmla="*/ 2147483647 w 364"/>
              <a:gd name="T19" fmla="*/ 2147483647 h 200"/>
              <a:gd name="T20" fmla="*/ 2147483647 w 364"/>
              <a:gd name="T21" fmla="*/ 2147483647 h 200"/>
              <a:gd name="T22" fmla="*/ 2147483647 w 364"/>
              <a:gd name="T23" fmla="*/ 2147483647 h 200"/>
              <a:gd name="T24" fmla="*/ 2147483647 w 364"/>
              <a:gd name="T25" fmla="*/ 2147483647 h 2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4"/>
              <a:gd name="T40" fmla="*/ 0 h 200"/>
              <a:gd name="T41" fmla="*/ 364 w 364"/>
              <a:gd name="T42" fmla="*/ 200 h 2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4" h="200">
                <a:moveTo>
                  <a:pt x="357" y="200"/>
                </a:moveTo>
                <a:lnTo>
                  <a:pt x="199" y="90"/>
                </a:lnTo>
                <a:lnTo>
                  <a:pt x="0" y="14"/>
                </a:lnTo>
                <a:lnTo>
                  <a:pt x="0" y="0"/>
                </a:lnTo>
                <a:lnTo>
                  <a:pt x="7" y="0"/>
                </a:lnTo>
                <a:lnTo>
                  <a:pt x="206" y="76"/>
                </a:lnTo>
                <a:lnTo>
                  <a:pt x="364" y="186"/>
                </a:lnTo>
                <a:lnTo>
                  <a:pt x="357" y="20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86" name="Freeform 21"/>
          <p:cNvSpPr>
            <a:spLocks/>
          </p:cNvSpPr>
          <p:nvPr/>
        </p:nvSpPr>
        <p:spPr bwMode="auto">
          <a:xfrm>
            <a:off x="6438901" y="2949575"/>
            <a:ext cx="436563" cy="109538"/>
          </a:xfrm>
          <a:custGeom>
            <a:avLst/>
            <a:gdLst>
              <a:gd name="T0" fmla="*/ 2147483647 w 275"/>
              <a:gd name="T1" fmla="*/ 2147483647 h 69"/>
              <a:gd name="T2" fmla="*/ 0 w 275"/>
              <a:gd name="T3" fmla="*/ 2147483647 h 69"/>
              <a:gd name="T4" fmla="*/ 0 w 275"/>
              <a:gd name="T5" fmla="*/ 2147483647 h 69"/>
              <a:gd name="T6" fmla="*/ 0 w 275"/>
              <a:gd name="T7" fmla="*/ 0 h 69"/>
              <a:gd name="T8" fmla="*/ 0 w 275"/>
              <a:gd name="T9" fmla="*/ 0 h 69"/>
              <a:gd name="T10" fmla="*/ 2147483647 w 275"/>
              <a:gd name="T11" fmla="*/ 2147483647 h 69"/>
              <a:gd name="T12" fmla="*/ 2147483647 w 275"/>
              <a:gd name="T13" fmla="*/ 2147483647 h 69"/>
              <a:gd name="T14" fmla="*/ 0 60000 65536"/>
              <a:gd name="T15" fmla="*/ 0 60000 65536"/>
              <a:gd name="T16" fmla="*/ 0 60000 65536"/>
              <a:gd name="T17" fmla="*/ 0 60000 65536"/>
              <a:gd name="T18" fmla="*/ 0 60000 65536"/>
              <a:gd name="T19" fmla="*/ 0 60000 65536"/>
              <a:gd name="T20" fmla="*/ 0 60000 65536"/>
              <a:gd name="T21" fmla="*/ 0 w 275"/>
              <a:gd name="T22" fmla="*/ 0 h 69"/>
              <a:gd name="T23" fmla="*/ 275 w 275"/>
              <a:gd name="T24" fmla="*/ 69 h 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5" h="69">
                <a:moveTo>
                  <a:pt x="275" y="69"/>
                </a:moveTo>
                <a:lnTo>
                  <a:pt x="0" y="14"/>
                </a:lnTo>
                <a:lnTo>
                  <a:pt x="0" y="0"/>
                </a:lnTo>
                <a:lnTo>
                  <a:pt x="275" y="55"/>
                </a:lnTo>
                <a:lnTo>
                  <a:pt x="275" y="69"/>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87" name="Rectangle 22"/>
          <p:cNvSpPr>
            <a:spLocks noChangeArrowheads="1"/>
          </p:cNvSpPr>
          <p:nvPr/>
        </p:nvSpPr>
        <p:spPr bwMode="auto">
          <a:xfrm>
            <a:off x="5816601" y="2895601"/>
            <a:ext cx="11113" cy="22225"/>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32788" name="Freeform 23"/>
          <p:cNvSpPr>
            <a:spLocks/>
          </p:cNvSpPr>
          <p:nvPr/>
        </p:nvSpPr>
        <p:spPr bwMode="auto">
          <a:xfrm>
            <a:off x="5827714" y="2895600"/>
            <a:ext cx="611187" cy="76200"/>
          </a:xfrm>
          <a:custGeom>
            <a:avLst/>
            <a:gdLst>
              <a:gd name="T0" fmla="*/ 2147483647 w 385"/>
              <a:gd name="T1" fmla="*/ 2147483647 h 48"/>
              <a:gd name="T2" fmla="*/ 2147483647 w 385"/>
              <a:gd name="T3" fmla="*/ 2147483647 h 48"/>
              <a:gd name="T4" fmla="*/ 0 w 385"/>
              <a:gd name="T5" fmla="*/ 0 h 48"/>
              <a:gd name="T6" fmla="*/ 0 w 385"/>
              <a:gd name="T7" fmla="*/ 2147483647 h 48"/>
              <a:gd name="T8" fmla="*/ 2147483647 w 385"/>
              <a:gd name="T9" fmla="*/ 2147483647 h 48"/>
              <a:gd name="T10" fmla="*/ 0 60000 65536"/>
              <a:gd name="T11" fmla="*/ 0 60000 65536"/>
              <a:gd name="T12" fmla="*/ 0 60000 65536"/>
              <a:gd name="T13" fmla="*/ 0 60000 65536"/>
              <a:gd name="T14" fmla="*/ 0 60000 65536"/>
              <a:gd name="T15" fmla="*/ 0 w 385"/>
              <a:gd name="T16" fmla="*/ 0 h 48"/>
              <a:gd name="T17" fmla="*/ 385 w 385"/>
              <a:gd name="T18" fmla="*/ 48 h 48"/>
            </a:gdLst>
            <a:ahLst/>
            <a:cxnLst>
              <a:cxn ang="T10">
                <a:pos x="T0" y="T1"/>
              </a:cxn>
              <a:cxn ang="T11">
                <a:pos x="T2" y="T3"/>
              </a:cxn>
              <a:cxn ang="T12">
                <a:pos x="T4" y="T5"/>
              </a:cxn>
              <a:cxn ang="T13">
                <a:pos x="T6" y="T7"/>
              </a:cxn>
              <a:cxn ang="T14">
                <a:pos x="T8" y="T9"/>
              </a:cxn>
            </a:cxnLst>
            <a:rect l="T15" t="T16" r="T17" b="T18"/>
            <a:pathLst>
              <a:path w="385" h="48">
                <a:moveTo>
                  <a:pt x="385" y="48"/>
                </a:moveTo>
                <a:lnTo>
                  <a:pt x="385" y="34"/>
                </a:lnTo>
                <a:lnTo>
                  <a:pt x="0" y="0"/>
                </a:lnTo>
                <a:lnTo>
                  <a:pt x="0" y="14"/>
                </a:lnTo>
                <a:lnTo>
                  <a:pt x="385" y="4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89" name="Rectangle 24"/>
          <p:cNvSpPr>
            <a:spLocks noChangeArrowheads="1"/>
          </p:cNvSpPr>
          <p:nvPr/>
        </p:nvSpPr>
        <p:spPr bwMode="auto">
          <a:xfrm>
            <a:off x="5827713" y="2895601"/>
            <a:ext cx="11112" cy="22225"/>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32790" name="Freeform 25"/>
          <p:cNvSpPr>
            <a:spLocks/>
          </p:cNvSpPr>
          <p:nvPr/>
        </p:nvSpPr>
        <p:spPr bwMode="auto">
          <a:xfrm>
            <a:off x="3798889" y="2895600"/>
            <a:ext cx="2028825" cy="611188"/>
          </a:xfrm>
          <a:custGeom>
            <a:avLst/>
            <a:gdLst>
              <a:gd name="T0" fmla="*/ 2147483647 w 1278"/>
              <a:gd name="T1" fmla="*/ 2147483647 h 385"/>
              <a:gd name="T2" fmla="*/ 2147483647 w 1278"/>
              <a:gd name="T3" fmla="*/ 2147483647 h 385"/>
              <a:gd name="T4" fmla="*/ 2147483647 w 1278"/>
              <a:gd name="T5" fmla="*/ 2147483647 h 385"/>
              <a:gd name="T6" fmla="*/ 2147483647 w 1278"/>
              <a:gd name="T7" fmla="*/ 2147483647 h 385"/>
              <a:gd name="T8" fmla="*/ 2147483647 w 1278"/>
              <a:gd name="T9" fmla="*/ 2147483647 h 385"/>
              <a:gd name="T10" fmla="*/ 2147483647 w 1278"/>
              <a:gd name="T11" fmla="*/ 2147483647 h 385"/>
              <a:gd name="T12" fmla="*/ 2147483647 w 1278"/>
              <a:gd name="T13" fmla="*/ 2147483647 h 385"/>
              <a:gd name="T14" fmla="*/ 2147483647 w 1278"/>
              <a:gd name="T15" fmla="*/ 2147483647 h 385"/>
              <a:gd name="T16" fmla="*/ 2147483647 w 1278"/>
              <a:gd name="T17" fmla="*/ 2147483647 h 385"/>
              <a:gd name="T18" fmla="*/ 2147483647 w 1278"/>
              <a:gd name="T19" fmla="*/ 2147483647 h 385"/>
              <a:gd name="T20" fmla="*/ 2147483647 w 1278"/>
              <a:gd name="T21" fmla="*/ 2147483647 h 385"/>
              <a:gd name="T22" fmla="*/ 2147483647 w 1278"/>
              <a:gd name="T23" fmla="*/ 2147483647 h 385"/>
              <a:gd name="T24" fmla="*/ 2147483647 w 1278"/>
              <a:gd name="T25" fmla="*/ 2147483647 h 385"/>
              <a:gd name="T26" fmla="*/ 2147483647 w 1278"/>
              <a:gd name="T27" fmla="*/ 2147483647 h 385"/>
              <a:gd name="T28" fmla="*/ 2147483647 w 1278"/>
              <a:gd name="T29" fmla="*/ 2147483647 h 385"/>
              <a:gd name="T30" fmla="*/ 2147483647 w 1278"/>
              <a:gd name="T31" fmla="*/ 2147483647 h 385"/>
              <a:gd name="T32" fmla="*/ 2147483647 w 1278"/>
              <a:gd name="T33" fmla="*/ 2147483647 h 385"/>
              <a:gd name="T34" fmla="*/ 2147483647 w 1278"/>
              <a:gd name="T35" fmla="*/ 2147483647 h 385"/>
              <a:gd name="T36" fmla="*/ 0 w 1278"/>
              <a:gd name="T37" fmla="*/ 2147483647 h 385"/>
              <a:gd name="T38" fmla="*/ 0 w 1278"/>
              <a:gd name="T39" fmla="*/ 2147483647 h 385"/>
              <a:gd name="T40" fmla="*/ 2147483647 w 1278"/>
              <a:gd name="T41" fmla="*/ 2147483647 h 385"/>
              <a:gd name="T42" fmla="*/ 2147483647 w 1278"/>
              <a:gd name="T43" fmla="*/ 2147483647 h 385"/>
              <a:gd name="T44" fmla="*/ 2147483647 w 1278"/>
              <a:gd name="T45" fmla="*/ 2147483647 h 385"/>
              <a:gd name="T46" fmla="*/ 2147483647 w 1278"/>
              <a:gd name="T47" fmla="*/ 2147483647 h 385"/>
              <a:gd name="T48" fmla="*/ 2147483647 w 1278"/>
              <a:gd name="T49" fmla="*/ 2147483647 h 385"/>
              <a:gd name="T50" fmla="*/ 2147483647 w 1278"/>
              <a:gd name="T51" fmla="*/ 2147483647 h 385"/>
              <a:gd name="T52" fmla="*/ 2147483647 w 1278"/>
              <a:gd name="T53" fmla="*/ 2147483647 h 385"/>
              <a:gd name="T54" fmla="*/ 2147483647 w 1278"/>
              <a:gd name="T55" fmla="*/ 2147483647 h 385"/>
              <a:gd name="T56" fmla="*/ 2147483647 w 1278"/>
              <a:gd name="T57" fmla="*/ 2147483647 h 385"/>
              <a:gd name="T58" fmla="*/ 2147483647 w 1278"/>
              <a:gd name="T59" fmla="*/ 2147483647 h 385"/>
              <a:gd name="T60" fmla="*/ 2147483647 w 1278"/>
              <a:gd name="T61" fmla="*/ 2147483647 h 385"/>
              <a:gd name="T62" fmla="*/ 2147483647 w 1278"/>
              <a:gd name="T63" fmla="*/ 2147483647 h 385"/>
              <a:gd name="T64" fmla="*/ 2147483647 w 1278"/>
              <a:gd name="T65" fmla="*/ 0 h 385"/>
              <a:gd name="T66" fmla="*/ 2147483647 w 1278"/>
              <a:gd name="T67" fmla="*/ 0 h 385"/>
              <a:gd name="T68" fmla="*/ 2147483647 w 1278"/>
              <a:gd name="T69" fmla="*/ 0 h 385"/>
              <a:gd name="T70" fmla="*/ 2147483647 w 1278"/>
              <a:gd name="T71" fmla="*/ 0 h 385"/>
              <a:gd name="T72" fmla="*/ 2147483647 w 1278"/>
              <a:gd name="T73" fmla="*/ 2147483647 h 38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78"/>
              <a:gd name="T112" fmla="*/ 0 h 385"/>
              <a:gd name="T113" fmla="*/ 1278 w 1278"/>
              <a:gd name="T114" fmla="*/ 385 h 385"/>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78" h="385">
                <a:moveTo>
                  <a:pt x="1278" y="14"/>
                </a:moveTo>
                <a:lnTo>
                  <a:pt x="1086" y="14"/>
                </a:lnTo>
                <a:lnTo>
                  <a:pt x="887" y="34"/>
                </a:lnTo>
                <a:lnTo>
                  <a:pt x="674" y="83"/>
                </a:lnTo>
                <a:lnTo>
                  <a:pt x="681" y="83"/>
                </a:lnTo>
                <a:lnTo>
                  <a:pt x="461" y="158"/>
                </a:lnTo>
                <a:lnTo>
                  <a:pt x="241" y="261"/>
                </a:lnTo>
                <a:lnTo>
                  <a:pt x="7" y="385"/>
                </a:lnTo>
                <a:lnTo>
                  <a:pt x="0" y="371"/>
                </a:lnTo>
                <a:lnTo>
                  <a:pt x="234" y="248"/>
                </a:lnTo>
                <a:lnTo>
                  <a:pt x="454" y="144"/>
                </a:lnTo>
                <a:lnTo>
                  <a:pt x="674" y="69"/>
                </a:lnTo>
                <a:lnTo>
                  <a:pt x="887" y="21"/>
                </a:lnTo>
                <a:lnTo>
                  <a:pt x="1086" y="0"/>
                </a:lnTo>
                <a:lnTo>
                  <a:pt x="1278" y="0"/>
                </a:lnTo>
                <a:lnTo>
                  <a:pt x="1278" y="1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91" name="Freeform 26"/>
          <p:cNvSpPr>
            <a:spLocks/>
          </p:cNvSpPr>
          <p:nvPr/>
        </p:nvSpPr>
        <p:spPr bwMode="auto">
          <a:xfrm>
            <a:off x="3429000" y="3484564"/>
            <a:ext cx="381000" cy="261937"/>
          </a:xfrm>
          <a:custGeom>
            <a:avLst/>
            <a:gdLst>
              <a:gd name="T0" fmla="*/ 2147483647 w 240"/>
              <a:gd name="T1" fmla="*/ 2147483647 h 165"/>
              <a:gd name="T2" fmla="*/ 2147483647 w 240"/>
              <a:gd name="T3" fmla="*/ 2147483647 h 165"/>
              <a:gd name="T4" fmla="*/ 2147483647 w 240"/>
              <a:gd name="T5" fmla="*/ 2147483647 h 165"/>
              <a:gd name="T6" fmla="*/ 0 w 240"/>
              <a:gd name="T7" fmla="*/ 2147483647 h 165"/>
              <a:gd name="T8" fmla="*/ 0 w 240"/>
              <a:gd name="T9" fmla="*/ 2147483647 h 165"/>
              <a:gd name="T10" fmla="*/ 2147483647 w 240"/>
              <a:gd name="T11" fmla="*/ 0 h 165"/>
              <a:gd name="T12" fmla="*/ 2147483647 w 240"/>
              <a:gd name="T13" fmla="*/ 2147483647 h 165"/>
              <a:gd name="T14" fmla="*/ 0 60000 65536"/>
              <a:gd name="T15" fmla="*/ 0 60000 65536"/>
              <a:gd name="T16" fmla="*/ 0 60000 65536"/>
              <a:gd name="T17" fmla="*/ 0 60000 65536"/>
              <a:gd name="T18" fmla="*/ 0 60000 65536"/>
              <a:gd name="T19" fmla="*/ 0 60000 65536"/>
              <a:gd name="T20" fmla="*/ 0 60000 65536"/>
              <a:gd name="T21" fmla="*/ 0 w 240"/>
              <a:gd name="T22" fmla="*/ 0 h 165"/>
              <a:gd name="T23" fmla="*/ 240 w 240"/>
              <a:gd name="T24" fmla="*/ 165 h 1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165">
                <a:moveTo>
                  <a:pt x="240" y="14"/>
                </a:moveTo>
                <a:lnTo>
                  <a:pt x="7" y="165"/>
                </a:lnTo>
                <a:lnTo>
                  <a:pt x="0" y="152"/>
                </a:lnTo>
                <a:lnTo>
                  <a:pt x="233" y="0"/>
                </a:lnTo>
                <a:lnTo>
                  <a:pt x="240" y="1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92" name="Freeform 27"/>
          <p:cNvSpPr>
            <a:spLocks/>
          </p:cNvSpPr>
          <p:nvPr/>
        </p:nvSpPr>
        <p:spPr bwMode="auto">
          <a:xfrm>
            <a:off x="3046414" y="3998914"/>
            <a:ext cx="22225" cy="20637"/>
          </a:xfrm>
          <a:custGeom>
            <a:avLst/>
            <a:gdLst>
              <a:gd name="T0" fmla="*/ 2147483647 w 14"/>
              <a:gd name="T1" fmla="*/ 2147483647 h 13"/>
              <a:gd name="T2" fmla="*/ 2147483647 w 14"/>
              <a:gd name="T3" fmla="*/ 2147483647 h 13"/>
              <a:gd name="T4" fmla="*/ 0 w 14"/>
              <a:gd name="T5" fmla="*/ 0 h 13"/>
              <a:gd name="T6" fmla="*/ 2147483647 w 14"/>
              <a:gd name="T7" fmla="*/ 0 h 13"/>
              <a:gd name="T8" fmla="*/ 2147483647 w 14"/>
              <a:gd name="T9" fmla="*/ 2147483647 h 13"/>
              <a:gd name="T10" fmla="*/ 0 60000 65536"/>
              <a:gd name="T11" fmla="*/ 0 60000 65536"/>
              <a:gd name="T12" fmla="*/ 0 60000 65536"/>
              <a:gd name="T13" fmla="*/ 0 60000 65536"/>
              <a:gd name="T14" fmla="*/ 0 60000 65536"/>
              <a:gd name="T15" fmla="*/ 0 w 14"/>
              <a:gd name="T16" fmla="*/ 0 h 13"/>
              <a:gd name="T17" fmla="*/ 14 w 14"/>
              <a:gd name="T18" fmla="*/ 13 h 13"/>
            </a:gdLst>
            <a:ahLst/>
            <a:cxnLst>
              <a:cxn ang="T10">
                <a:pos x="T0" y="T1"/>
              </a:cxn>
              <a:cxn ang="T11">
                <a:pos x="T2" y="T3"/>
              </a:cxn>
              <a:cxn ang="T12">
                <a:pos x="T4" y="T5"/>
              </a:cxn>
              <a:cxn ang="T13">
                <a:pos x="T6" y="T7"/>
              </a:cxn>
              <a:cxn ang="T14">
                <a:pos x="T8" y="T9"/>
              </a:cxn>
            </a:cxnLst>
            <a:rect l="T15" t="T16" r="T17" b="T18"/>
            <a:pathLst>
              <a:path w="14" h="13">
                <a:moveTo>
                  <a:pt x="14" y="13"/>
                </a:moveTo>
                <a:lnTo>
                  <a:pt x="7" y="13"/>
                </a:lnTo>
                <a:lnTo>
                  <a:pt x="0" y="0"/>
                </a:lnTo>
                <a:lnTo>
                  <a:pt x="7" y="0"/>
                </a:lnTo>
                <a:lnTo>
                  <a:pt x="14" y="13"/>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93" name="Freeform 28"/>
          <p:cNvSpPr>
            <a:spLocks/>
          </p:cNvSpPr>
          <p:nvPr/>
        </p:nvSpPr>
        <p:spPr bwMode="auto">
          <a:xfrm>
            <a:off x="3057525" y="3725864"/>
            <a:ext cx="382588" cy="293687"/>
          </a:xfrm>
          <a:custGeom>
            <a:avLst/>
            <a:gdLst>
              <a:gd name="T0" fmla="*/ 2147483647 w 241"/>
              <a:gd name="T1" fmla="*/ 2147483647 h 185"/>
              <a:gd name="T2" fmla="*/ 2147483647 w 241"/>
              <a:gd name="T3" fmla="*/ 0 h 185"/>
              <a:gd name="T4" fmla="*/ 0 w 241"/>
              <a:gd name="T5" fmla="*/ 2147483647 h 185"/>
              <a:gd name="T6" fmla="*/ 2147483647 w 241"/>
              <a:gd name="T7" fmla="*/ 2147483647 h 185"/>
              <a:gd name="T8" fmla="*/ 2147483647 w 241"/>
              <a:gd name="T9" fmla="*/ 2147483647 h 185"/>
              <a:gd name="T10" fmla="*/ 0 60000 65536"/>
              <a:gd name="T11" fmla="*/ 0 60000 65536"/>
              <a:gd name="T12" fmla="*/ 0 60000 65536"/>
              <a:gd name="T13" fmla="*/ 0 60000 65536"/>
              <a:gd name="T14" fmla="*/ 0 60000 65536"/>
              <a:gd name="T15" fmla="*/ 0 w 241"/>
              <a:gd name="T16" fmla="*/ 0 h 185"/>
              <a:gd name="T17" fmla="*/ 241 w 241"/>
              <a:gd name="T18" fmla="*/ 185 h 185"/>
            </a:gdLst>
            <a:ahLst/>
            <a:cxnLst>
              <a:cxn ang="T10">
                <a:pos x="T0" y="T1"/>
              </a:cxn>
              <a:cxn ang="T11">
                <a:pos x="T2" y="T3"/>
              </a:cxn>
              <a:cxn ang="T12">
                <a:pos x="T4" y="T5"/>
              </a:cxn>
              <a:cxn ang="T13">
                <a:pos x="T6" y="T7"/>
              </a:cxn>
              <a:cxn ang="T14">
                <a:pos x="T8" y="T9"/>
              </a:cxn>
            </a:cxnLst>
            <a:rect l="T15" t="T16" r="T17" b="T18"/>
            <a:pathLst>
              <a:path w="241" h="185">
                <a:moveTo>
                  <a:pt x="241" y="13"/>
                </a:moveTo>
                <a:lnTo>
                  <a:pt x="234" y="0"/>
                </a:lnTo>
                <a:lnTo>
                  <a:pt x="0" y="172"/>
                </a:lnTo>
                <a:lnTo>
                  <a:pt x="7" y="185"/>
                </a:lnTo>
                <a:lnTo>
                  <a:pt x="241" y="13"/>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94" name="Freeform 29"/>
          <p:cNvSpPr>
            <a:spLocks/>
          </p:cNvSpPr>
          <p:nvPr/>
        </p:nvSpPr>
        <p:spPr bwMode="auto">
          <a:xfrm>
            <a:off x="3046414" y="3998914"/>
            <a:ext cx="22225" cy="20637"/>
          </a:xfrm>
          <a:custGeom>
            <a:avLst/>
            <a:gdLst>
              <a:gd name="T0" fmla="*/ 2147483647 w 14"/>
              <a:gd name="T1" fmla="*/ 2147483647 h 13"/>
              <a:gd name="T2" fmla="*/ 2147483647 w 14"/>
              <a:gd name="T3" fmla="*/ 2147483647 h 13"/>
              <a:gd name="T4" fmla="*/ 0 w 14"/>
              <a:gd name="T5" fmla="*/ 0 h 13"/>
              <a:gd name="T6" fmla="*/ 0 w 14"/>
              <a:gd name="T7" fmla="*/ 2147483647 h 13"/>
              <a:gd name="T8" fmla="*/ 2147483647 w 14"/>
              <a:gd name="T9" fmla="*/ 2147483647 h 13"/>
              <a:gd name="T10" fmla="*/ 0 60000 65536"/>
              <a:gd name="T11" fmla="*/ 0 60000 65536"/>
              <a:gd name="T12" fmla="*/ 0 60000 65536"/>
              <a:gd name="T13" fmla="*/ 0 60000 65536"/>
              <a:gd name="T14" fmla="*/ 0 60000 65536"/>
              <a:gd name="T15" fmla="*/ 0 w 14"/>
              <a:gd name="T16" fmla="*/ 0 h 13"/>
              <a:gd name="T17" fmla="*/ 14 w 14"/>
              <a:gd name="T18" fmla="*/ 13 h 13"/>
            </a:gdLst>
            <a:ahLst/>
            <a:cxnLst>
              <a:cxn ang="T10">
                <a:pos x="T0" y="T1"/>
              </a:cxn>
              <a:cxn ang="T11">
                <a:pos x="T2" y="T3"/>
              </a:cxn>
              <a:cxn ang="T12">
                <a:pos x="T4" y="T5"/>
              </a:cxn>
              <a:cxn ang="T13">
                <a:pos x="T6" y="T7"/>
              </a:cxn>
              <a:cxn ang="T14">
                <a:pos x="T8" y="T9"/>
              </a:cxn>
            </a:cxnLst>
            <a:rect l="T15" t="T16" r="T17" b="T18"/>
            <a:pathLst>
              <a:path w="14" h="13">
                <a:moveTo>
                  <a:pt x="14" y="13"/>
                </a:moveTo>
                <a:lnTo>
                  <a:pt x="14" y="6"/>
                </a:lnTo>
                <a:lnTo>
                  <a:pt x="0" y="0"/>
                </a:lnTo>
                <a:lnTo>
                  <a:pt x="0" y="6"/>
                </a:lnTo>
                <a:lnTo>
                  <a:pt x="14" y="13"/>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95" name="Freeform 30"/>
          <p:cNvSpPr>
            <a:spLocks/>
          </p:cNvSpPr>
          <p:nvPr/>
        </p:nvSpPr>
        <p:spPr bwMode="auto">
          <a:xfrm>
            <a:off x="2916238" y="4008438"/>
            <a:ext cx="152400" cy="863600"/>
          </a:xfrm>
          <a:custGeom>
            <a:avLst/>
            <a:gdLst>
              <a:gd name="T0" fmla="*/ 2147483647 w 96"/>
              <a:gd name="T1" fmla="*/ 2147483647 h 544"/>
              <a:gd name="T2" fmla="*/ 2147483647 w 96"/>
              <a:gd name="T3" fmla="*/ 2147483647 h 544"/>
              <a:gd name="T4" fmla="*/ 2147483647 w 96"/>
              <a:gd name="T5" fmla="*/ 2147483647 h 544"/>
              <a:gd name="T6" fmla="*/ 2147483647 w 96"/>
              <a:gd name="T7" fmla="*/ 2147483647 h 544"/>
              <a:gd name="T8" fmla="*/ 2147483647 w 96"/>
              <a:gd name="T9" fmla="*/ 2147483647 h 544"/>
              <a:gd name="T10" fmla="*/ 2147483647 w 96"/>
              <a:gd name="T11" fmla="*/ 2147483647 h 544"/>
              <a:gd name="T12" fmla="*/ 2147483647 w 96"/>
              <a:gd name="T13" fmla="*/ 2147483647 h 544"/>
              <a:gd name="T14" fmla="*/ 2147483647 w 96"/>
              <a:gd name="T15" fmla="*/ 2147483647 h 544"/>
              <a:gd name="T16" fmla="*/ 2147483647 w 96"/>
              <a:gd name="T17" fmla="*/ 2147483647 h 544"/>
              <a:gd name="T18" fmla="*/ 2147483647 w 96"/>
              <a:gd name="T19" fmla="*/ 2147483647 h 544"/>
              <a:gd name="T20" fmla="*/ 2147483647 w 96"/>
              <a:gd name="T21" fmla="*/ 2147483647 h 544"/>
              <a:gd name="T22" fmla="*/ 2147483647 w 96"/>
              <a:gd name="T23" fmla="*/ 2147483647 h 544"/>
              <a:gd name="T24" fmla="*/ 2147483647 w 96"/>
              <a:gd name="T25" fmla="*/ 2147483647 h 544"/>
              <a:gd name="T26" fmla="*/ 2147483647 w 96"/>
              <a:gd name="T27" fmla="*/ 2147483647 h 544"/>
              <a:gd name="T28" fmla="*/ 2147483647 w 96"/>
              <a:gd name="T29" fmla="*/ 2147483647 h 544"/>
              <a:gd name="T30" fmla="*/ 2147483647 w 96"/>
              <a:gd name="T31" fmla="*/ 2147483647 h 544"/>
              <a:gd name="T32" fmla="*/ 2147483647 w 96"/>
              <a:gd name="T33" fmla="*/ 2147483647 h 544"/>
              <a:gd name="T34" fmla="*/ 2147483647 w 96"/>
              <a:gd name="T35" fmla="*/ 2147483647 h 544"/>
              <a:gd name="T36" fmla="*/ 2147483647 w 96"/>
              <a:gd name="T37" fmla="*/ 2147483647 h 544"/>
              <a:gd name="T38" fmla="*/ 2147483647 w 96"/>
              <a:gd name="T39" fmla="*/ 2147483647 h 544"/>
              <a:gd name="T40" fmla="*/ 2147483647 w 96"/>
              <a:gd name="T41" fmla="*/ 2147483647 h 544"/>
              <a:gd name="T42" fmla="*/ 2147483647 w 96"/>
              <a:gd name="T43" fmla="*/ 2147483647 h 544"/>
              <a:gd name="T44" fmla="*/ 2147483647 w 96"/>
              <a:gd name="T45" fmla="*/ 2147483647 h 544"/>
              <a:gd name="T46" fmla="*/ 0 w 96"/>
              <a:gd name="T47" fmla="*/ 2147483647 h 544"/>
              <a:gd name="T48" fmla="*/ 0 w 96"/>
              <a:gd name="T49" fmla="*/ 2147483647 h 544"/>
              <a:gd name="T50" fmla="*/ 0 w 96"/>
              <a:gd name="T51" fmla="*/ 2147483647 h 544"/>
              <a:gd name="T52" fmla="*/ 0 w 96"/>
              <a:gd name="T53" fmla="*/ 2147483647 h 544"/>
              <a:gd name="T54" fmla="*/ 0 w 96"/>
              <a:gd name="T55" fmla="*/ 2147483647 h 544"/>
              <a:gd name="T56" fmla="*/ 0 w 96"/>
              <a:gd name="T57" fmla="*/ 2147483647 h 544"/>
              <a:gd name="T58" fmla="*/ 2147483647 w 96"/>
              <a:gd name="T59" fmla="*/ 2147483647 h 544"/>
              <a:gd name="T60" fmla="*/ 2147483647 w 96"/>
              <a:gd name="T61" fmla="*/ 2147483647 h 544"/>
              <a:gd name="T62" fmla="*/ 2147483647 w 96"/>
              <a:gd name="T63" fmla="*/ 2147483647 h 544"/>
              <a:gd name="T64" fmla="*/ 2147483647 w 96"/>
              <a:gd name="T65" fmla="*/ 2147483647 h 544"/>
              <a:gd name="T66" fmla="*/ 2147483647 w 96"/>
              <a:gd name="T67" fmla="*/ 2147483647 h 544"/>
              <a:gd name="T68" fmla="*/ 2147483647 w 96"/>
              <a:gd name="T69" fmla="*/ 2147483647 h 544"/>
              <a:gd name="T70" fmla="*/ 2147483647 w 96"/>
              <a:gd name="T71" fmla="*/ 0 h 544"/>
              <a:gd name="T72" fmla="*/ 2147483647 w 96"/>
              <a:gd name="T73" fmla="*/ 2147483647 h 5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
              <a:gd name="T112" fmla="*/ 0 h 544"/>
              <a:gd name="T113" fmla="*/ 96 w 96"/>
              <a:gd name="T114" fmla="*/ 544 h 54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 h="544">
                <a:moveTo>
                  <a:pt x="96" y="7"/>
                </a:moveTo>
                <a:lnTo>
                  <a:pt x="55" y="104"/>
                </a:lnTo>
                <a:lnTo>
                  <a:pt x="21" y="193"/>
                </a:lnTo>
                <a:lnTo>
                  <a:pt x="21" y="186"/>
                </a:lnTo>
                <a:lnTo>
                  <a:pt x="14" y="282"/>
                </a:lnTo>
                <a:lnTo>
                  <a:pt x="14" y="372"/>
                </a:lnTo>
                <a:lnTo>
                  <a:pt x="27" y="454"/>
                </a:lnTo>
                <a:lnTo>
                  <a:pt x="62" y="537"/>
                </a:lnTo>
                <a:lnTo>
                  <a:pt x="48" y="544"/>
                </a:lnTo>
                <a:lnTo>
                  <a:pt x="14" y="461"/>
                </a:lnTo>
                <a:lnTo>
                  <a:pt x="14" y="454"/>
                </a:lnTo>
                <a:lnTo>
                  <a:pt x="0" y="372"/>
                </a:lnTo>
                <a:lnTo>
                  <a:pt x="0" y="282"/>
                </a:lnTo>
                <a:lnTo>
                  <a:pt x="7" y="186"/>
                </a:lnTo>
                <a:lnTo>
                  <a:pt x="41" y="97"/>
                </a:lnTo>
                <a:lnTo>
                  <a:pt x="82" y="0"/>
                </a:lnTo>
                <a:lnTo>
                  <a:pt x="96"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96" name="Freeform 31"/>
          <p:cNvSpPr>
            <a:spLocks/>
          </p:cNvSpPr>
          <p:nvPr/>
        </p:nvSpPr>
        <p:spPr bwMode="auto">
          <a:xfrm>
            <a:off x="2992438" y="4860925"/>
            <a:ext cx="87312" cy="141288"/>
          </a:xfrm>
          <a:custGeom>
            <a:avLst/>
            <a:gdLst>
              <a:gd name="T0" fmla="*/ 2147483647 w 55"/>
              <a:gd name="T1" fmla="*/ 0 h 89"/>
              <a:gd name="T2" fmla="*/ 2147483647 w 55"/>
              <a:gd name="T3" fmla="*/ 2147483647 h 89"/>
              <a:gd name="T4" fmla="*/ 2147483647 w 55"/>
              <a:gd name="T5" fmla="*/ 2147483647 h 89"/>
              <a:gd name="T6" fmla="*/ 2147483647 w 55"/>
              <a:gd name="T7" fmla="*/ 2147483647 h 89"/>
              <a:gd name="T8" fmla="*/ 2147483647 w 55"/>
              <a:gd name="T9" fmla="*/ 2147483647 h 89"/>
              <a:gd name="T10" fmla="*/ 0 w 55"/>
              <a:gd name="T11" fmla="*/ 2147483647 h 89"/>
              <a:gd name="T12" fmla="*/ 2147483647 w 55"/>
              <a:gd name="T13" fmla="*/ 0 h 89"/>
              <a:gd name="T14" fmla="*/ 0 60000 65536"/>
              <a:gd name="T15" fmla="*/ 0 60000 65536"/>
              <a:gd name="T16" fmla="*/ 0 60000 65536"/>
              <a:gd name="T17" fmla="*/ 0 60000 65536"/>
              <a:gd name="T18" fmla="*/ 0 60000 65536"/>
              <a:gd name="T19" fmla="*/ 0 60000 65536"/>
              <a:gd name="T20" fmla="*/ 0 60000 65536"/>
              <a:gd name="T21" fmla="*/ 0 w 55"/>
              <a:gd name="T22" fmla="*/ 0 h 89"/>
              <a:gd name="T23" fmla="*/ 55 w 55"/>
              <a:gd name="T24" fmla="*/ 89 h 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5" h="89">
                <a:moveTo>
                  <a:pt x="14" y="0"/>
                </a:moveTo>
                <a:lnTo>
                  <a:pt x="55" y="82"/>
                </a:lnTo>
                <a:lnTo>
                  <a:pt x="41" y="89"/>
                </a:lnTo>
                <a:lnTo>
                  <a:pt x="0" y="7"/>
                </a:lnTo>
                <a:lnTo>
                  <a:pt x="1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97" name="Freeform 32"/>
          <p:cNvSpPr>
            <a:spLocks/>
          </p:cNvSpPr>
          <p:nvPr/>
        </p:nvSpPr>
        <p:spPr bwMode="auto">
          <a:xfrm>
            <a:off x="3144839" y="5111751"/>
            <a:ext cx="22225" cy="22225"/>
          </a:xfrm>
          <a:custGeom>
            <a:avLst/>
            <a:gdLst>
              <a:gd name="T0" fmla="*/ 2147483647 w 14"/>
              <a:gd name="T1" fmla="*/ 0 h 14"/>
              <a:gd name="T2" fmla="*/ 2147483647 w 14"/>
              <a:gd name="T3" fmla="*/ 2147483647 h 14"/>
              <a:gd name="T4" fmla="*/ 0 w 14"/>
              <a:gd name="T5" fmla="*/ 2147483647 h 14"/>
              <a:gd name="T6" fmla="*/ 0 w 14"/>
              <a:gd name="T7" fmla="*/ 2147483647 h 14"/>
              <a:gd name="T8" fmla="*/ 2147483647 w 14"/>
              <a:gd name="T9" fmla="*/ 0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14" y="0"/>
                </a:moveTo>
                <a:lnTo>
                  <a:pt x="14" y="7"/>
                </a:lnTo>
                <a:lnTo>
                  <a:pt x="0" y="14"/>
                </a:lnTo>
                <a:lnTo>
                  <a:pt x="0" y="7"/>
                </a:lnTo>
                <a:lnTo>
                  <a:pt x="1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98" name="Freeform 33"/>
          <p:cNvSpPr>
            <a:spLocks/>
          </p:cNvSpPr>
          <p:nvPr/>
        </p:nvSpPr>
        <p:spPr bwMode="auto">
          <a:xfrm>
            <a:off x="3057525" y="4991101"/>
            <a:ext cx="109538" cy="131763"/>
          </a:xfrm>
          <a:custGeom>
            <a:avLst/>
            <a:gdLst>
              <a:gd name="T0" fmla="*/ 2147483647 w 69"/>
              <a:gd name="T1" fmla="*/ 0 h 83"/>
              <a:gd name="T2" fmla="*/ 0 w 69"/>
              <a:gd name="T3" fmla="*/ 2147483647 h 83"/>
              <a:gd name="T4" fmla="*/ 2147483647 w 69"/>
              <a:gd name="T5" fmla="*/ 2147483647 h 83"/>
              <a:gd name="T6" fmla="*/ 2147483647 w 69"/>
              <a:gd name="T7" fmla="*/ 2147483647 h 83"/>
              <a:gd name="T8" fmla="*/ 2147483647 w 69"/>
              <a:gd name="T9" fmla="*/ 0 h 83"/>
              <a:gd name="T10" fmla="*/ 0 60000 65536"/>
              <a:gd name="T11" fmla="*/ 0 60000 65536"/>
              <a:gd name="T12" fmla="*/ 0 60000 65536"/>
              <a:gd name="T13" fmla="*/ 0 60000 65536"/>
              <a:gd name="T14" fmla="*/ 0 60000 65536"/>
              <a:gd name="T15" fmla="*/ 0 w 69"/>
              <a:gd name="T16" fmla="*/ 0 h 83"/>
              <a:gd name="T17" fmla="*/ 69 w 69"/>
              <a:gd name="T18" fmla="*/ 83 h 83"/>
            </a:gdLst>
            <a:ahLst/>
            <a:cxnLst>
              <a:cxn ang="T10">
                <a:pos x="T0" y="T1"/>
              </a:cxn>
              <a:cxn ang="T11">
                <a:pos x="T2" y="T3"/>
              </a:cxn>
              <a:cxn ang="T12">
                <a:pos x="T4" y="T5"/>
              </a:cxn>
              <a:cxn ang="T13">
                <a:pos x="T6" y="T7"/>
              </a:cxn>
              <a:cxn ang="T14">
                <a:pos x="T8" y="T9"/>
              </a:cxn>
            </a:cxnLst>
            <a:rect l="T15" t="T16" r="T17" b="T18"/>
            <a:pathLst>
              <a:path w="69" h="83">
                <a:moveTo>
                  <a:pt x="14" y="0"/>
                </a:moveTo>
                <a:lnTo>
                  <a:pt x="0" y="7"/>
                </a:lnTo>
                <a:lnTo>
                  <a:pt x="55" y="83"/>
                </a:lnTo>
                <a:lnTo>
                  <a:pt x="69" y="76"/>
                </a:lnTo>
                <a:lnTo>
                  <a:pt x="1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799" name="Freeform 34"/>
          <p:cNvSpPr>
            <a:spLocks/>
          </p:cNvSpPr>
          <p:nvPr/>
        </p:nvSpPr>
        <p:spPr bwMode="auto">
          <a:xfrm>
            <a:off x="3144839" y="5100639"/>
            <a:ext cx="22225" cy="22225"/>
          </a:xfrm>
          <a:custGeom>
            <a:avLst/>
            <a:gdLst>
              <a:gd name="T0" fmla="*/ 2147483647 w 14"/>
              <a:gd name="T1" fmla="*/ 0 h 14"/>
              <a:gd name="T2" fmla="*/ 2147483647 w 14"/>
              <a:gd name="T3" fmla="*/ 0 h 14"/>
              <a:gd name="T4" fmla="*/ 0 w 14"/>
              <a:gd name="T5" fmla="*/ 2147483647 h 14"/>
              <a:gd name="T6" fmla="*/ 2147483647 w 14"/>
              <a:gd name="T7" fmla="*/ 2147483647 h 14"/>
              <a:gd name="T8" fmla="*/ 2147483647 w 14"/>
              <a:gd name="T9" fmla="*/ 0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14" y="0"/>
                </a:moveTo>
                <a:lnTo>
                  <a:pt x="7" y="0"/>
                </a:lnTo>
                <a:lnTo>
                  <a:pt x="0" y="14"/>
                </a:lnTo>
                <a:lnTo>
                  <a:pt x="7" y="14"/>
                </a:lnTo>
                <a:lnTo>
                  <a:pt x="1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00" name="Freeform 35"/>
          <p:cNvSpPr>
            <a:spLocks/>
          </p:cNvSpPr>
          <p:nvPr/>
        </p:nvSpPr>
        <p:spPr bwMode="auto">
          <a:xfrm>
            <a:off x="3155951" y="5100638"/>
            <a:ext cx="1439863" cy="239712"/>
          </a:xfrm>
          <a:custGeom>
            <a:avLst/>
            <a:gdLst>
              <a:gd name="T0" fmla="*/ 2147483647 w 907"/>
              <a:gd name="T1" fmla="*/ 0 h 151"/>
              <a:gd name="T2" fmla="*/ 2147483647 w 907"/>
              <a:gd name="T3" fmla="*/ 2147483647 h 151"/>
              <a:gd name="T4" fmla="*/ 2147483647 w 907"/>
              <a:gd name="T5" fmla="*/ 2147483647 h 151"/>
              <a:gd name="T6" fmla="*/ 2147483647 w 907"/>
              <a:gd name="T7" fmla="*/ 2147483647 h 151"/>
              <a:gd name="T8" fmla="*/ 2147483647 w 907"/>
              <a:gd name="T9" fmla="*/ 2147483647 h 151"/>
              <a:gd name="T10" fmla="*/ 2147483647 w 907"/>
              <a:gd name="T11" fmla="*/ 2147483647 h 151"/>
              <a:gd name="T12" fmla="*/ 2147483647 w 907"/>
              <a:gd name="T13" fmla="*/ 2147483647 h 151"/>
              <a:gd name="T14" fmla="*/ 2147483647 w 907"/>
              <a:gd name="T15" fmla="*/ 2147483647 h 151"/>
              <a:gd name="T16" fmla="*/ 2147483647 w 907"/>
              <a:gd name="T17" fmla="*/ 2147483647 h 151"/>
              <a:gd name="T18" fmla="*/ 2147483647 w 907"/>
              <a:gd name="T19" fmla="*/ 2147483647 h 151"/>
              <a:gd name="T20" fmla="*/ 2147483647 w 907"/>
              <a:gd name="T21" fmla="*/ 2147483647 h 151"/>
              <a:gd name="T22" fmla="*/ 2147483647 w 907"/>
              <a:gd name="T23" fmla="*/ 2147483647 h 151"/>
              <a:gd name="T24" fmla="*/ 2147483647 w 907"/>
              <a:gd name="T25" fmla="*/ 2147483647 h 151"/>
              <a:gd name="T26" fmla="*/ 2147483647 w 907"/>
              <a:gd name="T27" fmla="*/ 2147483647 h 151"/>
              <a:gd name="T28" fmla="*/ 2147483647 w 907"/>
              <a:gd name="T29" fmla="*/ 2147483647 h 151"/>
              <a:gd name="T30" fmla="*/ 2147483647 w 907"/>
              <a:gd name="T31" fmla="*/ 2147483647 h 151"/>
              <a:gd name="T32" fmla="*/ 2147483647 w 907"/>
              <a:gd name="T33" fmla="*/ 2147483647 h 151"/>
              <a:gd name="T34" fmla="*/ 2147483647 w 907"/>
              <a:gd name="T35" fmla="*/ 2147483647 h 151"/>
              <a:gd name="T36" fmla="*/ 2147483647 w 907"/>
              <a:gd name="T37" fmla="*/ 2147483647 h 151"/>
              <a:gd name="T38" fmla="*/ 2147483647 w 907"/>
              <a:gd name="T39" fmla="*/ 2147483647 h 151"/>
              <a:gd name="T40" fmla="*/ 2147483647 w 907"/>
              <a:gd name="T41" fmla="*/ 2147483647 h 151"/>
              <a:gd name="T42" fmla="*/ 2147483647 w 907"/>
              <a:gd name="T43" fmla="*/ 2147483647 h 151"/>
              <a:gd name="T44" fmla="*/ 2147483647 w 907"/>
              <a:gd name="T45" fmla="*/ 2147483647 h 151"/>
              <a:gd name="T46" fmla="*/ 2147483647 w 907"/>
              <a:gd name="T47" fmla="*/ 2147483647 h 151"/>
              <a:gd name="T48" fmla="*/ 2147483647 w 907"/>
              <a:gd name="T49" fmla="*/ 2147483647 h 151"/>
              <a:gd name="T50" fmla="*/ 2147483647 w 907"/>
              <a:gd name="T51" fmla="*/ 2147483647 h 151"/>
              <a:gd name="T52" fmla="*/ 2147483647 w 907"/>
              <a:gd name="T53" fmla="*/ 2147483647 h 151"/>
              <a:gd name="T54" fmla="*/ 2147483647 w 907"/>
              <a:gd name="T55" fmla="*/ 2147483647 h 151"/>
              <a:gd name="T56" fmla="*/ 2147483647 w 907"/>
              <a:gd name="T57" fmla="*/ 2147483647 h 151"/>
              <a:gd name="T58" fmla="*/ 2147483647 w 907"/>
              <a:gd name="T59" fmla="*/ 2147483647 h 151"/>
              <a:gd name="T60" fmla="*/ 2147483647 w 907"/>
              <a:gd name="T61" fmla="*/ 2147483647 h 151"/>
              <a:gd name="T62" fmla="*/ 2147483647 w 907"/>
              <a:gd name="T63" fmla="*/ 2147483647 h 151"/>
              <a:gd name="T64" fmla="*/ 2147483647 w 907"/>
              <a:gd name="T65" fmla="*/ 2147483647 h 151"/>
              <a:gd name="T66" fmla="*/ 2147483647 w 907"/>
              <a:gd name="T67" fmla="*/ 2147483647 h 151"/>
              <a:gd name="T68" fmla="*/ 2147483647 w 907"/>
              <a:gd name="T69" fmla="*/ 2147483647 h 151"/>
              <a:gd name="T70" fmla="*/ 0 w 907"/>
              <a:gd name="T71" fmla="*/ 2147483647 h 151"/>
              <a:gd name="T72" fmla="*/ 2147483647 w 907"/>
              <a:gd name="T73" fmla="*/ 0 h 15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07"/>
              <a:gd name="T112" fmla="*/ 0 h 151"/>
              <a:gd name="T113" fmla="*/ 907 w 907"/>
              <a:gd name="T114" fmla="*/ 151 h 15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07" h="151">
                <a:moveTo>
                  <a:pt x="7" y="0"/>
                </a:moveTo>
                <a:lnTo>
                  <a:pt x="158" y="69"/>
                </a:lnTo>
                <a:lnTo>
                  <a:pt x="302" y="117"/>
                </a:lnTo>
                <a:lnTo>
                  <a:pt x="296" y="117"/>
                </a:lnTo>
                <a:lnTo>
                  <a:pt x="447" y="138"/>
                </a:lnTo>
                <a:lnTo>
                  <a:pt x="598" y="138"/>
                </a:lnTo>
                <a:lnTo>
                  <a:pt x="742" y="110"/>
                </a:lnTo>
                <a:lnTo>
                  <a:pt x="900" y="62"/>
                </a:lnTo>
                <a:lnTo>
                  <a:pt x="907" y="76"/>
                </a:lnTo>
                <a:lnTo>
                  <a:pt x="749" y="124"/>
                </a:lnTo>
                <a:lnTo>
                  <a:pt x="742" y="124"/>
                </a:lnTo>
                <a:lnTo>
                  <a:pt x="598" y="151"/>
                </a:lnTo>
                <a:lnTo>
                  <a:pt x="447" y="151"/>
                </a:lnTo>
                <a:lnTo>
                  <a:pt x="296" y="131"/>
                </a:lnTo>
                <a:lnTo>
                  <a:pt x="151" y="83"/>
                </a:lnTo>
                <a:lnTo>
                  <a:pt x="0" y="14"/>
                </a:lnTo>
                <a:lnTo>
                  <a:pt x="7"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01" name="Freeform 36"/>
          <p:cNvSpPr>
            <a:spLocks/>
          </p:cNvSpPr>
          <p:nvPr/>
        </p:nvSpPr>
        <p:spPr bwMode="auto">
          <a:xfrm>
            <a:off x="4584701" y="5067300"/>
            <a:ext cx="250825" cy="153988"/>
          </a:xfrm>
          <a:custGeom>
            <a:avLst/>
            <a:gdLst>
              <a:gd name="T0" fmla="*/ 0 w 158"/>
              <a:gd name="T1" fmla="*/ 2147483647 h 97"/>
              <a:gd name="T2" fmla="*/ 2147483647 w 158"/>
              <a:gd name="T3" fmla="*/ 0 h 97"/>
              <a:gd name="T4" fmla="*/ 2147483647 w 158"/>
              <a:gd name="T5" fmla="*/ 0 h 97"/>
              <a:gd name="T6" fmla="*/ 2147483647 w 158"/>
              <a:gd name="T7" fmla="*/ 2147483647 h 97"/>
              <a:gd name="T8" fmla="*/ 2147483647 w 158"/>
              <a:gd name="T9" fmla="*/ 2147483647 h 97"/>
              <a:gd name="T10" fmla="*/ 2147483647 w 158"/>
              <a:gd name="T11" fmla="*/ 2147483647 h 97"/>
              <a:gd name="T12" fmla="*/ 0 w 158"/>
              <a:gd name="T13" fmla="*/ 2147483647 h 97"/>
              <a:gd name="T14" fmla="*/ 0 60000 65536"/>
              <a:gd name="T15" fmla="*/ 0 60000 65536"/>
              <a:gd name="T16" fmla="*/ 0 60000 65536"/>
              <a:gd name="T17" fmla="*/ 0 60000 65536"/>
              <a:gd name="T18" fmla="*/ 0 60000 65536"/>
              <a:gd name="T19" fmla="*/ 0 60000 65536"/>
              <a:gd name="T20" fmla="*/ 0 60000 65536"/>
              <a:gd name="T21" fmla="*/ 0 w 158"/>
              <a:gd name="T22" fmla="*/ 0 h 97"/>
              <a:gd name="T23" fmla="*/ 158 w 158"/>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97">
                <a:moveTo>
                  <a:pt x="0" y="83"/>
                </a:moveTo>
                <a:lnTo>
                  <a:pt x="151" y="0"/>
                </a:lnTo>
                <a:lnTo>
                  <a:pt x="158" y="14"/>
                </a:lnTo>
                <a:lnTo>
                  <a:pt x="7" y="97"/>
                </a:lnTo>
                <a:lnTo>
                  <a:pt x="0" y="83"/>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02" name="Freeform 37"/>
          <p:cNvSpPr>
            <a:spLocks/>
          </p:cNvSpPr>
          <p:nvPr/>
        </p:nvSpPr>
        <p:spPr bwMode="auto">
          <a:xfrm>
            <a:off x="5086351" y="4892676"/>
            <a:ext cx="22225" cy="22225"/>
          </a:xfrm>
          <a:custGeom>
            <a:avLst/>
            <a:gdLst>
              <a:gd name="T0" fmla="*/ 0 w 14"/>
              <a:gd name="T1" fmla="*/ 0 h 14"/>
              <a:gd name="T2" fmla="*/ 2147483647 w 14"/>
              <a:gd name="T3" fmla="*/ 0 h 14"/>
              <a:gd name="T4" fmla="*/ 2147483647 w 14"/>
              <a:gd name="T5" fmla="*/ 2147483647 h 14"/>
              <a:gd name="T6" fmla="*/ 2147483647 w 14"/>
              <a:gd name="T7" fmla="*/ 2147483647 h 14"/>
              <a:gd name="T8" fmla="*/ 0 w 14"/>
              <a:gd name="T9" fmla="*/ 0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0" y="0"/>
                </a:moveTo>
                <a:lnTo>
                  <a:pt x="7" y="0"/>
                </a:lnTo>
                <a:lnTo>
                  <a:pt x="14" y="14"/>
                </a:lnTo>
                <a:lnTo>
                  <a:pt x="7" y="14"/>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03" name="Freeform 38"/>
          <p:cNvSpPr>
            <a:spLocks/>
          </p:cNvSpPr>
          <p:nvPr/>
        </p:nvSpPr>
        <p:spPr bwMode="auto">
          <a:xfrm>
            <a:off x="4824413" y="4892675"/>
            <a:ext cx="273050" cy="196850"/>
          </a:xfrm>
          <a:custGeom>
            <a:avLst/>
            <a:gdLst>
              <a:gd name="T0" fmla="*/ 0 w 172"/>
              <a:gd name="T1" fmla="*/ 2147483647 h 124"/>
              <a:gd name="T2" fmla="*/ 2147483647 w 172"/>
              <a:gd name="T3" fmla="*/ 2147483647 h 124"/>
              <a:gd name="T4" fmla="*/ 2147483647 w 172"/>
              <a:gd name="T5" fmla="*/ 2147483647 h 124"/>
              <a:gd name="T6" fmla="*/ 2147483647 w 172"/>
              <a:gd name="T7" fmla="*/ 0 h 124"/>
              <a:gd name="T8" fmla="*/ 0 w 172"/>
              <a:gd name="T9" fmla="*/ 2147483647 h 124"/>
              <a:gd name="T10" fmla="*/ 0 60000 65536"/>
              <a:gd name="T11" fmla="*/ 0 60000 65536"/>
              <a:gd name="T12" fmla="*/ 0 60000 65536"/>
              <a:gd name="T13" fmla="*/ 0 60000 65536"/>
              <a:gd name="T14" fmla="*/ 0 60000 65536"/>
              <a:gd name="T15" fmla="*/ 0 w 172"/>
              <a:gd name="T16" fmla="*/ 0 h 124"/>
              <a:gd name="T17" fmla="*/ 172 w 172"/>
              <a:gd name="T18" fmla="*/ 124 h 124"/>
            </a:gdLst>
            <a:ahLst/>
            <a:cxnLst>
              <a:cxn ang="T10">
                <a:pos x="T0" y="T1"/>
              </a:cxn>
              <a:cxn ang="T11">
                <a:pos x="T2" y="T3"/>
              </a:cxn>
              <a:cxn ang="T12">
                <a:pos x="T4" y="T5"/>
              </a:cxn>
              <a:cxn ang="T13">
                <a:pos x="T6" y="T7"/>
              </a:cxn>
              <a:cxn ang="T14">
                <a:pos x="T8" y="T9"/>
              </a:cxn>
            </a:cxnLst>
            <a:rect l="T15" t="T16" r="T17" b="T18"/>
            <a:pathLst>
              <a:path w="172" h="124">
                <a:moveTo>
                  <a:pt x="0" y="110"/>
                </a:moveTo>
                <a:lnTo>
                  <a:pt x="7" y="124"/>
                </a:lnTo>
                <a:lnTo>
                  <a:pt x="172" y="14"/>
                </a:lnTo>
                <a:lnTo>
                  <a:pt x="165" y="0"/>
                </a:lnTo>
                <a:lnTo>
                  <a:pt x="0" y="11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04" name="Freeform 39"/>
          <p:cNvSpPr>
            <a:spLocks/>
          </p:cNvSpPr>
          <p:nvPr/>
        </p:nvSpPr>
        <p:spPr bwMode="auto">
          <a:xfrm>
            <a:off x="5075239" y="4892676"/>
            <a:ext cx="22225" cy="22225"/>
          </a:xfrm>
          <a:custGeom>
            <a:avLst/>
            <a:gdLst>
              <a:gd name="T0" fmla="*/ 2147483647 w 14"/>
              <a:gd name="T1" fmla="*/ 2147483647 h 14"/>
              <a:gd name="T2" fmla="*/ 2147483647 w 14"/>
              <a:gd name="T3" fmla="*/ 0 h 14"/>
              <a:gd name="T4" fmla="*/ 0 w 14"/>
              <a:gd name="T5" fmla="*/ 2147483647 h 14"/>
              <a:gd name="T6" fmla="*/ 0 w 14"/>
              <a:gd name="T7" fmla="*/ 2147483647 h 14"/>
              <a:gd name="T8" fmla="*/ 2147483647 w 14"/>
              <a:gd name="T9" fmla="*/ 2147483647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14" y="7"/>
                </a:moveTo>
                <a:lnTo>
                  <a:pt x="14" y="0"/>
                </a:lnTo>
                <a:lnTo>
                  <a:pt x="0" y="7"/>
                </a:lnTo>
                <a:lnTo>
                  <a:pt x="0" y="14"/>
                </a:lnTo>
                <a:lnTo>
                  <a:pt x="14"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05" name="Freeform 40"/>
          <p:cNvSpPr>
            <a:spLocks/>
          </p:cNvSpPr>
          <p:nvPr/>
        </p:nvSpPr>
        <p:spPr bwMode="auto">
          <a:xfrm>
            <a:off x="5075239" y="4903788"/>
            <a:ext cx="1385887" cy="906462"/>
          </a:xfrm>
          <a:custGeom>
            <a:avLst/>
            <a:gdLst>
              <a:gd name="T0" fmla="*/ 2147483647 w 873"/>
              <a:gd name="T1" fmla="*/ 0 h 571"/>
              <a:gd name="T2" fmla="*/ 2147483647 w 873"/>
              <a:gd name="T3" fmla="*/ 2147483647 h 571"/>
              <a:gd name="T4" fmla="*/ 2147483647 w 873"/>
              <a:gd name="T5" fmla="*/ 2147483647 h 571"/>
              <a:gd name="T6" fmla="*/ 2147483647 w 873"/>
              <a:gd name="T7" fmla="*/ 2147483647 h 571"/>
              <a:gd name="T8" fmla="*/ 2147483647 w 873"/>
              <a:gd name="T9" fmla="*/ 2147483647 h 571"/>
              <a:gd name="T10" fmla="*/ 2147483647 w 873"/>
              <a:gd name="T11" fmla="*/ 2147483647 h 571"/>
              <a:gd name="T12" fmla="*/ 2147483647 w 873"/>
              <a:gd name="T13" fmla="*/ 2147483647 h 571"/>
              <a:gd name="T14" fmla="*/ 2147483647 w 873"/>
              <a:gd name="T15" fmla="*/ 2147483647 h 571"/>
              <a:gd name="T16" fmla="*/ 2147483647 w 873"/>
              <a:gd name="T17" fmla="*/ 2147483647 h 571"/>
              <a:gd name="T18" fmla="*/ 2147483647 w 873"/>
              <a:gd name="T19" fmla="*/ 2147483647 h 571"/>
              <a:gd name="T20" fmla="*/ 2147483647 w 873"/>
              <a:gd name="T21" fmla="*/ 2147483647 h 571"/>
              <a:gd name="T22" fmla="*/ 2147483647 w 873"/>
              <a:gd name="T23" fmla="*/ 2147483647 h 571"/>
              <a:gd name="T24" fmla="*/ 2147483647 w 873"/>
              <a:gd name="T25" fmla="*/ 2147483647 h 571"/>
              <a:gd name="T26" fmla="*/ 2147483647 w 873"/>
              <a:gd name="T27" fmla="*/ 2147483647 h 571"/>
              <a:gd name="T28" fmla="*/ 2147483647 w 873"/>
              <a:gd name="T29" fmla="*/ 2147483647 h 571"/>
              <a:gd name="T30" fmla="*/ 2147483647 w 873"/>
              <a:gd name="T31" fmla="*/ 2147483647 h 571"/>
              <a:gd name="T32" fmla="*/ 2147483647 w 873"/>
              <a:gd name="T33" fmla="*/ 2147483647 h 571"/>
              <a:gd name="T34" fmla="*/ 2147483647 w 873"/>
              <a:gd name="T35" fmla="*/ 2147483647 h 571"/>
              <a:gd name="T36" fmla="*/ 2147483647 w 873"/>
              <a:gd name="T37" fmla="*/ 2147483647 h 571"/>
              <a:gd name="T38" fmla="*/ 2147483647 w 873"/>
              <a:gd name="T39" fmla="*/ 2147483647 h 571"/>
              <a:gd name="T40" fmla="*/ 2147483647 w 873"/>
              <a:gd name="T41" fmla="*/ 2147483647 h 571"/>
              <a:gd name="T42" fmla="*/ 2147483647 w 873"/>
              <a:gd name="T43" fmla="*/ 2147483647 h 571"/>
              <a:gd name="T44" fmla="*/ 2147483647 w 873"/>
              <a:gd name="T45" fmla="*/ 2147483647 h 571"/>
              <a:gd name="T46" fmla="*/ 2147483647 w 873"/>
              <a:gd name="T47" fmla="*/ 2147483647 h 571"/>
              <a:gd name="T48" fmla="*/ 2147483647 w 873"/>
              <a:gd name="T49" fmla="*/ 2147483647 h 571"/>
              <a:gd name="T50" fmla="*/ 2147483647 w 873"/>
              <a:gd name="T51" fmla="*/ 2147483647 h 571"/>
              <a:gd name="T52" fmla="*/ 2147483647 w 873"/>
              <a:gd name="T53" fmla="*/ 2147483647 h 571"/>
              <a:gd name="T54" fmla="*/ 2147483647 w 873"/>
              <a:gd name="T55" fmla="*/ 2147483647 h 571"/>
              <a:gd name="T56" fmla="*/ 2147483647 w 873"/>
              <a:gd name="T57" fmla="*/ 2147483647 h 571"/>
              <a:gd name="T58" fmla="*/ 2147483647 w 873"/>
              <a:gd name="T59" fmla="*/ 2147483647 h 571"/>
              <a:gd name="T60" fmla="*/ 2147483647 w 873"/>
              <a:gd name="T61" fmla="*/ 2147483647 h 571"/>
              <a:gd name="T62" fmla="*/ 2147483647 w 873"/>
              <a:gd name="T63" fmla="*/ 2147483647 h 571"/>
              <a:gd name="T64" fmla="*/ 2147483647 w 873"/>
              <a:gd name="T65" fmla="*/ 2147483647 h 571"/>
              <a:gd name="T66" fmla="*/ 2147483647 w 873"/>
              <a:gd name="T67" fmla="*/ 2147483647 h 571"/>
              <a:gd name="T68" fmla="*/ 2147483647 w 873"/>
              <a:gd name="T69" fmla="*/ 2147483647 h 571"/>
              <a:gd name="T70" fmla="*/ 0 w 873"/>
              <a:gd name="T71" fmla="*/ 2147483647 h 571"/>
              <a:gd name="T72" fmla="*/ 2147483647 w 873"/>
              <a:gd name="T73" fmla="*/ 0 h 57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73"/>
              <a:gd name="T112" fmla="*/ 0 h 571"/>
              <a:gd name="T113" fmla="*/ 873 w 873"/>
              <a:gd name="T114" fmla="*/ 571 h 57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73" h="571">
                <a:moveTo>
                  <a:pt x="14" y="0"/>
                </a:moveTo>
                <a:lnTo>
                  <a:pt x="90" y="165"/>
                </a:lnTo>
                <a:lnTo>
                  <a:pt x="193" y="296"/>
                </a:lnTo>
                <a:lnTo>
                  <a:pt x="193" y="289"/>
                </a:lnTo>
                <a:lnTo>
                  <a:pt x="323" y="399"/>
                </a:lnTo>
                <a:lnTo>
                  <a:pt x="481" y="475"/>
                </a:lnTo>
                <a:lnTo>
                  <a:pt x="660" y="530"/>
                </a:lnTo>
                <a:lnTo>
                  <a:pt x="653" y="530"/>
                </a:lnTo>
                <a:lnTo>
                  <a:pt x="873" y="557"/>
                </a:lnTo>
                <a:lnTo>
                  <a:pt x="873" y="571"/>
                </a:lnTo>
                <a:lnTo>
                  <a:pt x="653" y="543"/>
                </a:lnTo>
                <a:lnTo>
                  <a:pt x="474" y="488"/>
                </a:lnTo>
                <a:lnTo>
                  <a:pt x="316" y="413"/>
                </a:lnTo>
                <a:lnTo>
                  <a:pt x="186" y="303"/>
                </a:lnTo>
                <a:lnTo>
                  <a:pt x="179" y="303"/>
                </a:lnTo>
                <a:lnTo>
                  <a:pt x="76" y="172"/>
                </a:lnTo>
                <a:lnTo>
                  <a:pt x="0" y="7"/>
                </a:lnTo>
                <a:lnTo>
                  <a:pt x="1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06" name="Freeform 41"/>
          <p:cNvSpPr>
            <a:spLocks/>
          </p:cNvSpPr>
          <p:nvPr/>
        </p:nvSpPr>
        <p:spPr bwMode="auto">
          <a:xfrm>
            <a:off x="6461126" y="5788026"/>
            <a:ext cx="403225" cy="22225"/>
          </a:xfrm>
          <a:custGeom>
            <a:avLst/>
            <a:gdLst>
              <a:gd name="T0" fmla="*/ 0 w 254"/>
              <a:gd name="T1" fmla="*/ 0 h 14"/>
              <a:gd name="T2" fmla="*/ 2147483647 w 254"/>
              <a:gd name="T3" fmla="*/ 0 h 14"/>
              <a:gd name="T4" fmla="*/ 2147483647 w 254"/>
              <a:gd name="T5" fmla="*/ 0 h 14"/>
              <a:gd name="T6" fmla="*/ 2147483647 w 254"/>
              <a:gd name="T7" fmla="*/ 2147483647 h 14"/>
              <a:gd name="T8" fmla="*/ 2147483647 w 254"/>
              <a:gd name="T9" fmla="*/ 2147483647 h 14"/>
              <a:gd name="T10" fmla="*/ 0 w 254"/>
              <a:gd name="T11" fmla="*/ 2147483647 h 14"/>
              <a:gd name="T12" fmla="*/ 0 w 254"/>
              <a:gd name="T13" fmla="*/ 0 h 14"/>
              <a:gd name="T14" fmla="*/ 0 60000 65536"/>
              <a:gd name="T15" fmla="*/ 0 60000 65536"/>
              <a:gd name="T16" fmla="*/ 0 60000 65536"/>
              <a:gd name="T17" fmla="*/ 0 60000 65536"/>
              <a:gd name="T18" fmla="*/ 0 60000 65536"/>
              <a:gd name="T19" fmla="*/ 0 60000 65536"/>
              <a:gd name="T20" fmla="*/ 0 60000 65536"/>
              <a:gd name="T21" fmla="*/ 0 w 254"/>
              <a:gd name="T22" fmla="*/ 0 h 14"/>
              <a:gd name="T23" fmla="*/ 254 w 254"/>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4" h="14">
                <a:moveTo>
                  <a:pt x="0" y="0"/>
                </a:moveTo>
                <a:lnTo>
                  <a:pt x="254" y="0"/>
                </a:lnTo>
                <a:lnTo>
                  <a:pt x="254" y="14"/>
                </a:lnTo>
                <a:lnTo>
                  <a:pt x="0" y="14"/>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07" name="Rectangle 42"/>
          <p:cNvSpPr>
            <a:spLocks noChangeArrowheads="1"/>
          </p:cNvSpPr>
          <p:nvPr/>
        </p:nvSpPr>
        <p:spPr bwMode="auto">
          <a:xfrm>
            <a:off x="7321551" y="5745164"/>
            <a:ext cx="11113" cy="20637"/>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32808" name="Freeform 43"/>
          <p:cNvSpPr>
            <a:spLocks/>
          </p:cNvSpPr>
          <p:nvPr/>
        </p:nvSpPr>
        <p:spPr bwMode="auto">
          <a:xfrm>
            <a:off x="6864350" y="5745164"/>
            <a:ext cx="457200" cy="65087"/>
          </a:xfrm>
          <a:custGeom>
            <a:avLst/>
            <a:gdLst>
              <a:gd name="T0" fmla="*/ 0 w 288"/>
              <a:gd name="T1" fmla="*/ 2147483647 h 41"/>
              <a:gd name="T2" fmla="*/ 0 w 288"/>
              <a:gd name="T3" fmla="*/ 2147483647 h 41"/>
              <a:gd name="T4" fmla="*/ 2147483647 w 288"/>
              <a:gd name="T5" fmla="*/ 2147483647 h 41"/>
              <a:gd name="T6" fmla="*/ 2147483647 w 288"/>
              <a:gd name="T7" fmla="*/ 0 h 41"/>
              <a:gd name="T8" fmla="*/ 0 w 288"/>
              <a:gd name="T9" fmla="*/ 2147483647 h 41"/>
              <a:gd name="T10" fmla="*/ 0 60000 65536"/>
              <a:gd name="T11" fmla="*/ 0 60000 65536"/>
              <a:gd name="T12" fmla="*/ 0 60000 65536"/>
              <a:gd name="T13" fmla="*/ 0 60000 65536"/>
              <a:gd name="T14" fmla="*/ 0 60000 65536"/>
              <a:gd name="T15" fmla="*/ 0 w 288"/>
              <a:gd name="T16" fmla="*/ 0 h 41"/>
              <a:gd name="T17" fmla="*/ 288 w 288"/>
              <a:gd name="T18" fmla="*/ 41 h 41"/>
            </a:gdLst>
            <a:ahLst/>
            <a:cxnLst>
              <a:cxn ang="T10">
                <a:pos x="T0" y="T1"/>
              </a:cxn>
              <a:cxn ang="T11">
                <a:pos x="T2" y="T3"/>
              </a:cxn>
              <a:cxn ang="T12">
                <a:pos x="T4" y="T5"/>
              </a:cxn>
              <a:cxn ang="T13">
                <a:pos x="T6" y="T7"/>
              </a:cxn>
              <a:cxn ang="T14">
                <a:pos x="T8" y="T9"/>
              </a:cxn>
            </a:cxnLst>
            <a:rect l="T15" t="T16" r="T17" b="T18"/>
            <a:pathLst>
              <a:path w="288" h="41">
                <a:moveTo>
                  <a:pt x="0" y="27"/>
                </a:moveTo>
                <a:lnTo>
                  <a:pt x="0" y="41"/>
                </a:lnTo>
                <a:lnTo>
                  <a:pt x="288" y="13"/>
                </a:lnTo>
                <a:lnTo>
                  <a:pt x="288" y="0"/>
                </a:lnTo>
                <a:lnTo>
                  <a:pt x="0" y="2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09" name="Freeform 44"/>
          <p:cNvSpPr>
            <a:spLocks/>
          </p:cNvSpPr>
          <p:nvPr/>
        </p:nvSpPr>
        <p:spPr bwMode="auto">
          <a:xfrm>
            <a:off x="7312025" y="5745164"/>
            <a:ext cx="20638" cy="20637"/>
          </a:xfrm>
          <a:custGeom>
            <a:avLst/>
            <a:gdLst>
              <a:gd name="T0" fmla="*/ 2147483647 w 13"/>
              <a:gd name="T1" fmla="*/ 0 h 13"/>
              <a:gd name="T2" fmla="*/ 0 w 13"/>
              <a:gd name="T3" fmla="*/ 0 h 13"/>
              <a:gd name="T4" fmla="*/ 2147483647 w 13"/>
              <a:gd name="T5" fmla="*/ 2147483647 h 13"/>
              <a:gd name="T6" fmla="*/ 2147483647 w 13"/>
              <a:gd name="T7" fmla="*/ 2147483647 h 13"/>
              <a:gd name="T8" fmla="*/ 2147483647 w 13"/>
              <a:gd name="T9" fmla="*/ 0 h 13"/>
              <a:gd name="T10" fmla="*/ 0 60000 65536"/>
              <a:gd name="T11" fmla="*/ 0 60000 65536"/>
              <a:gd name="T12" fmla="*/ 0 60000 65536"/>
              <a:gd name="T13" fmla="*/ 0 60000 65536"/>
              <a:gd name="T14" fmla="*/ 0 60000 65536"/>
              <a:gd name="T15" fmla="*/ 0 w 13"/>
              <a:gd name="T16" fmla="*/ 0 h 13"/>
              <a:gd name="T17" fmla="*/ 13 w 13"/>
              <a:gd name="T18" fmla="*/ 13 h 13"/>
            </a:gdLst>
            <a:ahLst/>
            <a:cxnLst>
              <a:cxn ang="T10">
                <a:pos x="T0" y="T1"/>
              </a:cxn>
              <a:cxn ang="T11">
                <a:pos x="T2" y="T3"/>
              </a:cxn>
              <a:cxn ang="T12">
                <a:pos x="T4" y="T5"/>
              </a:cxn>
              <a:cxn ang="T13">
                <a:pos x="T6" y="T7"/>
              </a:cxn>
              <a:cxn ang="T14">
                <a:pos x="T8" y="T9"/>
              </a:cxn>
            </a:cxnLst>
            <a:rect l="T15" t="T16" r="T17" b="T18"/>
            <a:pathLst>
              <a:path w="13" h="13">
                <a:moveTo>
                  <a:pt x="6" y="0"/>
                </a:moveTo>
                <a:lnTo>
                  <a:pt x="0" y="0"/>
                </a:lnTo>
                <a:lnTo>
                  <a:pt x="6" y="13"/>
                </a:lnTo>
                <a:lnTo>
                  <a:pt x="13" y="13"/>
                </a:lnTo>
                <a:lnTo>
                  <a:pt x="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10" name="Freeform 45"/>
          <p:cNvSpPr>
            <a:spLocks/>
          </p:cNvSpPr>
          <p:nvPr/>
        </p:nvSpPr>
        <p:spPr bwMode="auto">
          <a:xfrm>
            <a:off x="7321550" y="3551238"/>
            <a:ext cx="819150" cy="2214562"/>
          </a:xfrm>
          <a:custGeom>
            <a:avLst/>
            <a:gdLst>
              <a:gd name="T0" fmla="*/ 2147483647 w 516"/>
              <a:gd name="T1" fmla="*/ 2147483647 h 1395"/>
              <a:gd name="T2" fmla="*/ 2147483647 w 516"/>
              <a:gd name="T3" fmla="*/ 2147483647 h 1395"/>
              <a:gd name="T4" fmla="*/ 2147483647 w 516"/>
              <a:gd name="T5" fmla="*/ 2147483647 h 1395"/>
              <a:gd name="T6" fmla="*/ 2147483647 w 516"/>
              <a:gd name="T7" fmla="*/ 2147483647 h 1395"/>
              <a:gd name="T8" fmla="*/ 2147483647 w 516"/>
              <a:gd name="T9" fmla="*/ 2147483647 h 1395"/>
              <a:gd name="T10" fmla="*/ 2147483647 w 516"/>
              <a:gd name="T11" fmla="*/ 2147483647 h 1395"/>
              <a:gd name="T12" fmla="*/ 2147483647 w 516"/>
              <a:gd name="T13" fmla="*/ 2147483647 h 1395"/>
              <a:gd name="T14" fmla="*/ 2147483647 w 516"/>
              <a:gd name="T15" fmla="*/ 2147483647 h 1395"/>
              <a:gd name="T16" fmla="*/ 2147483647 w 516"/>
              <a:gd name="T17" fmla="*/ 2147483647 h 1395"/>
              <a:gd name="T18" fmla="*/ 2147483647 w 516"/>
              <a:gd name="T19" fmla="*/ 2147483647 h 1395"/>
              <a:gd name="T20" fmla="*/ 2147483647 w 516"/>
              <a:gd name="T21" fmla="*/ 2147483647 h 1395"/>
              <a:gd name="T22" fmla="*/ 2147483647 w 516"/>
              <a:gd name="T23" fmla="*/ 2147483647 h 1395"/>
              <a:gd name="T24" fmla="*/ 2147483647 w 516"/>
              <a:gd name="T25" fmla="*/ 2147483647 h 1395"/>
              <a:gd name="T26" fmla="*/ 2147483647 w 516"/>
              <a:gd name="T27" fmla="*/ 2147483647 h 1395"/>
              <a:gd name="T28" fmla="*/ 2147483647 w 516"/>
              <a:gd name="T29" fmla="*/ 2147483647 h 1395"/>
              <a:gd name="T30" fmla="*/ 2147483647 w 516"/>
              <a:gd name="T31" fmla="*/ 2147483647 h 1395"/>
              <a:gd name="T32" fmla="*/ 2147483647 w 516"/>
              <a:gd name="T33" fmla="*/ 2147483647 h 1395"/>
              <a:gd name="T34" fmla="*/ 2147483647 w 516"/>
              <a:gd name="T35" fmla="*/ 2147483647 h 1395"/>
              <a:gd name="T36" fmla="*/ 2147483647 w 516"/>
              <a:gd name="T37" fmla="*/ 2147483647 h 1395"/>
              <a:gd name="T38" fmla="*/ 2147483647 w 516"/>
              <a:gd name="T39" fmla="*/ 2147483647 h 1395"/>
              <a:gd name="T40" fmla="*/ 2147483647 w 516"/>
              <a:gd name="T41" fmla="*/ 2147483647 h 1395"/>
              <a:gd name="T42" fmla="*/ 2147483647 w 516"/>
              <a:gd name="T43" fmla="*/ 2147483647 h 1395"/>
              <a:gd name="T44" fmla="*/ 2147483647 w 516"/>
              <a:gd name="T45" fmla="*/ 2147483647 h 1395"/>
              <a:gd name="T46" fmla="*/ 2147483647 w 516"/>
              <a:gd name="T47" fmla="*/ 2147483647 h 1395"/>
              <a:gd name="T48" fmla="*/ 2147483647 w 516"/>
              <a:gd name="T49" fmla="*/ 2147483647 h 1395"/>
              <a:gd name="T50" fmla="*/ 2147483647 w 516"/>
              <a:gd name="T51" fmla="*/ 2147483647 h 1395"/>
              <a:gd name="T52" fmla="*/ 2147483647 w 516"/>
              <a:gd name="T53" fmla="*/ 2147483647 h 1395"/>
              <a:gd name="T54" fmla="*/ 2147483647 w 516"/>
              <a:gd name="T55" fmla="*/ 2147483647 h 1395"/>
              <a:gd name="T56" fmla="*/ 2147483647 w 516"/>
              <a:gd name="T57" fmla="*/ 2147483647 h 1395"/>
              <a:gd name="T58" fmla="*/ 2147483647 w 516"/>
              <a:gd name="T59" fmla="*/ 2147483647 h 1395"/>
              <a:gd name="T60" fmla="*/ 2147483647 w 516"/>
              <a:gd name="T61" fmla="*/ 2147483647 h 1395"/>
              <a:gd name="T62" fmla="*/ 2147483647 w 516"/>
              <a:gd name="T63" fmla="*/ 2147483647 h 1395"/>
              <a:gd name="T64" fmla="*/ 2147483647 w 516"/>
              <a:gd name="T65" fmla="*/ 2147483647 h 1395"/>
              <a:gd name="T66" fmla="*/ 2147483647 w 516"/>
              <a:gd name="T67" fmla="*/ 2147483647 h 1395"/>
              <a:gd name="T68" fmla="*/ 2147483647 w 516"/>
              <a:gd name="T69" fmla="*/ 2147483647 h 1395"/>
              <a:gd name="T70" fmla="*/ 2147483647 w 516"/>
              <a:gd name="T71" fmla="*/ 2147483647 h 1395"/>
              <a:gd name="T72" fmla="*/ 2147483647 w 516"/>
              <a:gd name="T73" fmla="*/ 2147483647 h 1395"/>
              <a:gd name="T74" fmla="*/ 2147483647 w 516"/>
              <a:gd name="T75" fmla="*/ 2147483647 h 1395"/>
              <a:gd name="T76" fmla="*/ 2147483647 w 516"/>
              <a:gd name="T77" fmla="*/ 2147483647 h 1395"/>
              <a:gd name="T78" fmla="*/ 2147483647 w 516"/>
              <a:gd name="T79" fmla="*/ 2147483647 h 1395"/>
              <a:gd name="T80" fmla="*/ 2147483647 w 516"/>
              <a:gd name="T81" fmla="*/ 2147483647 h 1395"/>
              <a:gd name="T82" fmla="*/ 2147483647 w 516"/>
              <a:gd name="T83" fmla="*/ 2147483647 h 139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16"/>
              <a:gd name="T127" fmla="*/ 0 h 1395"/>
              <a:gd name="T128" fmla="*/ 516 w 516"/>
              <a:gd name="T129" fmla="*/ 1395 h 139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16" h="1395">
                <a:moveTo>
                  <a:pt x="0" y="1382"/>
                </a:moveTo>
                <a:lnTo>
                  <a:pt x="110" y="1292"/>
                </a:lnTo>
                <a:lnTo>
                  <a:pt x="110" y="1299"/>
                </a:lnTo>
                <a:lnTo>
                  <a:pt x="206" y="1203"/>
                </a:lnTo>
                <a:lnTo>
                  <a:pt x="200" y="1203"/>
                </a:lnTo>
                <a:lnTo>
                  <a:pt x="282" y="1100"/>
                </a:lnTo>
                <a:lnTo>
                  <a:pt x="358" y="997"/>
                </a:lnTo>
                <a:lnTo>
                  <a:pt x="413" y="887"/>
                </a:lnTo>
                <a:lnTo>
                  <a:pt x="454" y="783"/>
                </a:lnTo>
                <a:lnTo>
                  <a:pt x="488" y="673"/>
                </a:lnTo>
                <a:lnTo>
                  <a:pt x="502" y="570"/>
                </a:lnTo>
                <a:lnTo>
                  <a:pt x="502" y="467"/>
                </a:lnTo>
                <a:lnTo>
                  <a:pt x="481" y="364"/>
                </a:lnTo>
                <a:lnTo>
                  <a:pt x="481" y="371"/>
                </a:lnTo>
                <a:lnTo>
                  <a:pt x="454" y="275"/>
                </a:lnTo>
                <a:lnTo>
                  <a:pt x="406" y="178"/>
                </a:lnTo>
                <a:lnTo>
                  <a:pt x="344" y="96"/>
                </a:lnTo>
                <a:lnTo>
                  <a:pt x="351" y="96"/>
                </a:lnTo>
                <a:lnTo>
                  <a:pt x="275" y="13"/>
                </a:lnTo>
                <a:lnTo>
                  <a:pt x="282" y="0"/>
                </a:lnTo>
                <a:lnTo>
                  <a:pt x="282" y="6"/>
                </a:lnTo>
                <a:lnTo>
                  <a:pt x="358" y="89"/>
                </a:lnTo>
                <a:lnTo>
                  <a:pt x="419" y="171"/>
                </a:lnTo>
                <a:lnTo>
                  <a:pt x="468" y="268"/>
                </a:lnTo>
                <a:lnTo>
                  <a:pt x="495" y="364"/>
                </a:lnTo>
                <a:lnTo>
                  <a:pt x="516" y="467"/>
                </a:lnTo>
                <a:lnTo>
                  <a:pt x="516" y="570"/>
                </a:lnTo>
                <a:lnTo>
                  <a:pt x="502" y="673"/>
                </a:lnTo>
                <a:lnTo>
                  <a:pt x="502" y="680"/>
                </a:lnTo>
                <a:lnTo>
                  <a:pt x="468" y="790"/>
                </a:lnTo>
                <a:lnTo>
                  <a:pt x="426" y="894"/>
                </a:lnTo>
                <a:lnTo>
                  <a:pt x="371" y="1004"/>
                </a:lnTo>
                <a:lnTo>
                  <a:pt x="296" y="1107"/>
                </a:lnTo>
                <a:lnTo>
                  <a:pt x="213" y="1210"/>
                </a:lnTo>
                <a:lnTo>
                  <a:pt x="117" y="1306"/>
                </a:lnTo>
                <a:lnTo>
                  <a:pt x="7" y="1395"/>
                </a:lnTo>
                <a:lnTo>
                  <a:pt x="0" y="1382"/>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11" name="Freeform 46"/>
          <p:cNvSpPr>
            <a:spLocks/>
          </p:cNvSpPr>
          <p:nvPr/>
        </p:nvSpPr>
        <p:spPr bwMode="auto">
          <a:xfrm>
            <a:off x="7616825" y="3430589"/>
            <a:ext cx="152400" cy="141287"/>
          </a:xfrm>
          <a:custGeom>
            <a:avLst/>
            <a:gdLst>
              <a:gd name="T0" fmla="*/ 2147483647 w 96"/>
              <a:gd name="T1" fmla="*/ 2147483647 h 89"/>
              <a:gd name="T2" fmla="*/ 0 w 96"/>
              <a:gd name="T3" fmla="*/ 2147483647 h 89"/>
              <a:gd name="T4" fmla="*/ 0 w 96"/>
              <a:gd name="T5" fmla="*/ 2147483647 h 89"/>
              <a:gd name="T6" fmla="*/ 2147483647 w 96"/>
              <a:gd name="T7" fmla="*/ 0 h 89"/>
              <a:gd name="T8" fmla="*/ 2147483647 w 96"/>
              <a:gd name="T9" fmla="*/ 0 h 89"/>
              <a:gd name="T10" fmla="*/ 2147483647 w 96"/>
              <a:gd name="T11" fmla="*/ 2147483647 h 89"/>
              <a:gd name="T12" fmla="*/ 2147483647 w 96"/>
              <a:gd name="T13" fmla="*/ 2147483647 h 89"/>
              <a:gd name="T14" fmla="*/ 0 60000 65536"/>
              <a:gd name="T15" fmla="*/ 0 60000 65536"/>
              <a:gd name="T16" fmla="*/ 0 60000 65536"/>
              <a:gd name="T17" fmla="*/ 0 60000 65536"/>
              <a:gd name="T18" fmla="*/ 0 60000 65536"/>
              <a:gd name="T19" fmla="*/ 0 60000 65536"/>
              <a:gd name="T20" fmla="*/ 0 60000 65536"/>
              <a:gd name="T21" fmla="*/ 0 w 96"/>
              <a:gd name="T22" fmla="*/ 0 h 89"/>
              <a:gd name="T23" fmla="*/ 96 w 96"/>
              <a:gd name="T24" fmla="*/ 89 h 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 h="89">
                <a:moveTo>
                  <a:pt x="89" y="89"/>
                </a:moveTo>
                <a:lnTo>
                  <a:pt x="0" y="14"/>
                </a:lnTo>
                <a:lnTo>
                  <a:pt x="7" y="0"/>
                </a:lnTo>
                <a:lnTo>
                  <a:pt x="96" y="76"/>
                </a:lnTo>
                <a:lnTo>
                  <a:pt x="89" y="89"/>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12" name="Freeform 47"/>
          <p:cNvSpPr>
            <a:spLocks/>
          </p:cNvSpPr>
          <p:nvPr/>
        </p:nvSpPr>
        <p:spPr bwMode="auto">
          <a:xfrm>
            <a:off x="7431089" y="3321051"/>
            <a:ext cx="22225" cy="22225"/>
          </a:xfrm>
          <a:custGeom>
            <a:avLst/>
            <a:gdLst>
              <a:gd name="T0" fmla="*/ 2147483647 w 14"/>
              <a:gd name="T1" fmla="*/ 2147483647 h 14"/>
              <a:gd name="T2" fmla="*/ 0 w 14"/>
              <a:gd name="T3" fmla="*/ 2147483647 h 14"/>
              <a:gd name="T4" fmla="*/ 2147483647 w 14"/>
              <a:gd name="T5" fmla="*/ 0 h 14"/>
              <a:gd name="T6" fmla="*/ 2147483647 w 14"/>
              <a:gd name="T7" fmla="*/ 0 h 14"/>
              <a:gd name="T8" fmla="*/ 2147483647 w 14"/>
              <a:gd name="T9" fmla="*/ 2147483647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7" y="14"/>
                </a:moveTo>
                <a:lnTo>
                  <a:pt x="0" y="14"/>
                </a:lnTo>
                <a:lnTo>
                  <a:pt x="7" y="0"/>
                </a:lnTo>
                <a:lnTo>
                  <a:pt x="14" y="0"/>
                </a:lnTo>
                <a:lnTo>
                  <a:pt x="7" y="1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13" name="Freeform 48"/>
          <p:cNvSpPr>
            <a:spLocks/>
          </p:cNvSpPr>
          <p:nvPr/>
        </p:nvSpPr>
        <p:spPr bwMode="auto">
          <a:xfrm>
            <a:off x="7442200" y="3321051"/>
            <a:ext cx="185738" cy="131763"/>
          </a:xfrm>
          <a:custGeom>
            <a:avLst/>
            <a:gdLst>
              <a:gd name="T0" fmla="*/ 2147483647 w 117"/>
              <a:gd name="T1" fmla="*/ 2147483647 h 83"/>
              <a:gd name="T2" fmla="*/ 2147483647 w 117"/>
              <a:gd name="T3" fmla="*/ 2147483647 h 83"/>
              <a:gd name="T4" fmla="*/ 2147483647 w 117"/>
              <a:gd name="T5" fmla="*/ 0 h 83"/>
              <a:gd name="T6" fmla="*/ 0 w 117"/>
              <a:gd name="T7" fmla="*/ 2147483647 h 83"/>
              <a:gd name="T8" fmla="*/ 2147483647 w 117"/>
              <a:gd name="T9" fmla="*/ 2147483647 h 83"/>
              <a:gd name="T10" fmla="*/ 0 60000 65536"/>
              <a:gd name="T11" fmla="*/ 0 60000 65536"/>
              <a:gd name="T12" fmla="*/ 0 60000 65536"/>
              <a:gd name="T13" fmla="*/ 0 60000 65536"/>
              <a:gd name="T14" fmla="*/ 0 60000 65536"/>
              <a:gd name="T15" fmla="*/ 0 w 117"/>
              <a:gd name="T16" fmla="*/ 0 h 83"/>
              <a:gd name="T17" fmla="*/ 117 w 117"/>
              <a:gd name="T18" fmla="*/ 83 h 83"/>
            </a:gdLst>
            <a:ahLst/>
            <a:cxnLst>
              <a:cxn ang="T10">
                <a:pos x="T0" y="T1"/>
              </a:cxn>
              <a:cxn ang="T11">
                <a:pos x="T2" y="T3"/>
              </a:cxn>
              <a:cxn ang="T12">
                <a:pos x="T4" y="T5"/>
              </a:cxn>
              <a:cxn ang="T13">
                <a:pos x="T6" y="T7"/>
              </a:cxn>
              <a:cxn ang="T14">
                <a:pos x="T8" y="T9"/>
              </a:cxn>
            </a:cxnLst>
            <a:rect l="T15" t="T16" r="T17" b="T18"/>
            <a:pathLst>
              <a:path w="117" h="83">
                <a:moveTo>
                  <a:pt x="110" y="83"/>
                </a:moveTo>
                <a:lnTo>
                  <a:pt x="117" y="69"/>
                </a:lnTo>
                <a:lnTo>
                  <a:pt x="7" y="0"/>
                </a:lnTo>
                <a:lnTo>
                  <a:pt x="0" y="14"/>
                </a:lnTo>
                <a:lnTo>
                  <a:pt x="110" y="83"/>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14" name="Freeform 49"/>
          <p:cNvSpPr>
            <a:spLocks/>
          </p:cNvSpPr>
          <p:nvPr/>
        </p:nvSpPr>
        <p:spPr bwMode="auto">
          <a:xfrm>
            <a:off x="7442201" y="3321051"/>
            <a:ext cx="22225" cy="22225"/>
          </a:xfrm>
          <a:custGeom>
            <a:avLst/>
            <a:gdLst>
              <a:gd name="T0" fmla="*/ 2147483647 w 14"/>
              <a:gd name="T1" fmla="*/ 2147483647 h 14"/>
              <a:gd name="T2" fmla="*/ 2147483647 w 14"/>
              <a:gd name="T3" fmla="*/ 2147483647 h 14"/>
              <a:gd name="T4" fmla="*/ 2147483647 w 14"/>
              <a:gd name="T5" fmla="*/ 0 h 14"/>
              <a:gd name="T6" fmla="*/ 0 w 14"/>
              <a:gd name="T7" fmla="*/ 0 h 14"/>
              <a:gd name="T8" fmla="*/ 2147483647 w 14"/>
              <a:gd name="T9" fmla="*/ 2147483647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7" y="14"/>
                </a:moveTo>
                <a:lnTo>
                  <a:pt x="14" y="14"/>
                </a:lnTo>
                <a:lnTo>
                  <a:pt x="7" y="0"/>
                </a:lnTo>
                <a:lnTo>
                  <a:pt x="0" y="0"/>
                </a:lnTo>
                <a:lnTo>
                  <a:pt x="7" y="1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15" name="Freeform 50"/>
          <p:cNvSpPr>
            <a:spLocks/>
          </p:cNvSpPr>
          <p:nvPr/>
        </p:nvSpPr>
        <p:spPr bwMode="auto">
          <a:xfrm>
            <a:off x="5621339" y="3321051"/>
            <a:ext cx="1831975" cy="993775"/>
          </a:xfrm>
          <a:custGeom>
            <a:avLst/>
            <a:gdLst>
              <a:gd name="T0" fmla="*/ 2147483647 w 1154"/>
              <a:gd name="T1" fmla="*/ 2147483647 h 626"/>
              <a:gd name="T2" fmla="*/ 2147483647 w 1154"/>
              <a:gd name="T3" fmla="*/ 2147483647 h 626"/>
              <a:gd name="T4" fmla="*/ 2147483647 w 1154"/>
              <a:gd name="T5" fmla="*/ 2147483647 h 626"/>
              <a:gd name="T6" fmla="*/ 2147483647 w 1154"/>
              <a:gd name="T7" fmla="*/ 2147483647 h 626"/>
              <a:gd name="T8" fmla="*/ 2147483647 w 1154"/>
              <a:gd name="T9" fmla="*/ 2147483647 h 626"/>
              <a:gd name="T10" fmla="*/ 2147483647 w 1154"/>
              <a:gd name="T11" fmla="*/ 2147483647 h 626"/>
              <a:gd name="T12" fmla="*/ 2147483647 w 1154"/>
              <a:gd name="T13" fmla="*/ 2147483647 h 626"/>
              <a:gd name="T14" fmla="*/ 2147483647 w 1154"/>
              <a:gd name="T15" fmla="*/ 2147483647 h 626"/>
              <a:gd name="T16" fmla="*/ 2147483647 w 1154"/>
              <a:gd name="T17" fmla="*/ 2147483647 h 626"/>
              <a:gd name="T18" fmla="*/ 2147483647 w 1154"/>
              <a:gd name="T19" fmla="*/ 2147483647 h 626"/>
              <a:gd name="T20" fmla="*/ 2147483647 w 1154"/>
              <a:gd name="T21" fmla="*/ 2147483647 h 626"/>
              <a:gd name="T22" fmla="*/ 2147483647 w 1154"/>
              <a:gd name="T23" fmla="*/ 2147483647 h 626"/>
              <a:gd name="T24" fmla="*/ 2147483647 w 1154"/>
              <a:gd name="T25" fmla="*/ 2147483647 h 626"/>
              <a:gd name="T26" fmla="*/ 2147483647 w 1154"/>
              <a:gd name="T27" fmla="*/ 2147483647 h 626"/>
              <a:gd name="T28" fmla="*/ 2147483647 w 1154"/>
              <a:gd name="T29" fmla="*/ 2147483647 h 626"/>
              <a:gd name="T30" fmla="*/ 0 w 1154"/>
              <a:gd name="T31" fmla="*/ 2147483647 h 626"/>
              <a:gd name="T32" fmla="*/ 0 w 1154"/>
              <a:gd name="T33" fmla="*/ 2147483647 h 626"/>
              <a:gd name="T34" fmla="*/ 2147483647 w 1154"/>
              <a:gd name="T35" fmla="*/ 2147483647 h 626"/>
              <a:gd name="T36" fmla="*/ 2147483647 w 1154"/>
              <a:gd name="T37" fmla="*/ 2147483647 h 626"/>
              <a:gd name="T38" fmla="*/ 2147483647 w 1154"/>
              <a:gd name="T39" fmla="*/ 2147483647 h 626"/>
              <a:gd name="T40" fmla="*/ 2147483647 w 1154"/>
              <a:gd name="T41" fmla="*/ 2147483647 h 626"/>
              <a:gd name="T42" fmla="*/ 2147483647 w 1154"/>
              <a:gd name="T43" fmla="*/ 2147483647 h 626"/>
              <a:gd name="T44" fmla="*/ 2147483647 w 1154"/>
              <a:gd name="T45" fmla="*/ 2147483647 h 626"/>
              <a:gd name="T46" fmla="*/ 2147483647 w 1154"/>
              <a:gd name="T47" fmla="*/ 2147483647 h 626"/>
              <a:gd name="T48" fmla="*/ 2147483647 w 1154"/>
              <a:gd name="T49" fmla="*/ 2147483647 h 626"/>
              <a:gd name="T50" fmla="*/ 2147483647 w 1154"/>
              <a:gd name="T51" fmla="*/ 2147483647 h 626"/>
              <a:gd name="T52" fmla="*/ 2147483647 w 1154"/>
              <a:gd name="T53" fmla="*/ 2147483647 h 626"/>
              <a:gd name="T54" fmla="*/ 2147483647 w 1154"/>
              <a:gd name="T55" fmla="*/ 2147483647 h 626"/>
              <a:gd name="T56" fmla="*/ 2147483647 w 1154"/>
              <a:gd name="T57" fmla="*/ 2147483647 h 626"/>
              <a:gd name="T58" fmla="*/ 2147483647 w 1154"/>
              <a:gd name="T59" fmla="*/ 0 h 626"/>
              <a:gd name="T60" fmla="*/ 2147483647 w 1154"/>
              <a:gd name="T61" fmla="*/ 2147483647 h 62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154"/>
              <a:gd name="T94" fmla="*/ 0 h 626"/>
              <a:gd name="T95" fmla="*/ 1154 w 1154"/>
              <a:gd name="T96" fmla="*/ 626 h 62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154" h="626">
                <a:moveTo>
                  <a:pt x="1154" y="14"/>
                </a:moveTo>
                <a:lnTo>
                  <a:pt x="783" y="158"/>
                </a:lnTo>
                <a:lnTo>
                  <a:pt x="590" y="248"/>
                </a:lnTo>
                <a:lnTo>
                  <a:pt x="391" y="351"/>
                </a:lnTo>
                <a:lnTo>
                  <a:pt x="199" y="475"/>
                </a:lnTo>
                <a:lnTo>
                  <a:pt x="7" y="626"/>
                </a:lnTo>
                <a:lnTo>
                  <a:pt x="0" y="619"/>
                </a:lnTo>
                <a:lnTo>
                  <a:pt x="0" y="612"/>
                </a:lnTo>
                <a:lnTo>
                  <a:pt x="192" y="461"/>
                </a:lnTo>
                <a:lnTo>
                  <a:pt x="384" y="337"/>
                </a:lnTo>
                <a:lnTo>
                  <a:pt x="584" y="234"/>
                </a:lnTo>
                <a:lnTo>
                  <a:pt x="776" y="145"/>
                </a:lnTo>
                <a:lnTo>
                  <a:pt x="1147" y="0"/>
                </a:lnTo>
                <a:lnTo>
                  <a:pt x="1154" y="1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16" name="Freeform 51"/>
          <p:cNvSpPr>
            <a:spLocks/>
          </p:cNvSpPr>
          <p:nvPr/>
        </p:nvSpPr>
        <p:spPr bwMode="auto">
          <a:xfrm>
            <a:off x="5326064" y="4303713"/>
            <a:ext cx="306387" cy="284162"/>
          </a:xfrm>
          <a:custGeom>
            <a:avLst/>
            <a:gdLst>
              <a:gd name="T0" fmla="*/ 2147483647 w 193"/>
              <a:gd name="T1" fmla="*/ 2147483647 h 179"/>
              <a:gd name="T2" fmla="*/ 2147483647 w 193"/>
              <a:gd name="T3" fmla="*/ 2147483647 h 179"/>
              <a:gd name="T4" fmla="*/ 2147483647 w 193"/>
              <a:gd name="T5" fmla="*/ 2147483647 h 179"/>
              <a:gd name="T6" fmla="*/ 0 w 193"/>
              <a:gd name="T7" fmla="*/ 2147483647 h 179"/>
              <a:gd name="T8" fmla="*/ 2147483647 w 193"/>
              <a:gd name="T9" fmla="*/ 2147483647 h 179"/>
              <a:gd name="T10" fmla="*/ 2147483647 w 193"/>
              <a:gd name="T11" fmla="*/ 0 h 179"/>
              <a:gd name="T12" fmla="*/ 2147483647 w 193"/>
              <a:gd name="T13" fmla="*/ 2147483647 h 179"/>
              <a:gd name="T14" fmla="*/ 0 60000 65536"/>
              <a:gd name="T15" fmla="*/ 0 60000 65536"/>
              <a:gd name="T16" fmla="*/ 0 60000 65536"/>
              <a:gd name="T17" fmla="*/ 0 60000 65536"/>
              <a:gd name="T18" fmla="*/ 0 60000 65536"/>
              <a:gd name="T19" fmla="*/ 0 60000 65536"/>
              <a:gd name="T20" fmla="*/ 0 60000 65536"/>
              <a:gd name="T21" fmla="*/ 0 w 193"/>
              <a:gd name="T22" fmla="*/ 0 h 179"/>
              <a:gd name="T23" fmla="*/ 193 w 193"/>
              <a:gd name="T24" fmla="*/ 179 h 1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3" h="179">
                <a:moveTo>
                  <a:pt x="193" y="7"/>
                </a:moveTo>
                <a:lnTo>
                  <a:pt x="14" y="179"/>
                </a:lnTo>
                <a:lnTo>
                  <a:pt x="0" y="172"/>
                </a:lnTo>
                <a:lnTo>
                  <a:pt x="7" y="172"/>
                </a:lnTo>
                <a:lnTo>
                  <a:pt x="186" y="0"/>
                </a:lnTo>
                <a:lnTo>
                  <a:pt x="193"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17" name="Freeform 52"/>
          <p:cNvSpPr>
            <a:spLocks/>
          </p:cNvSpPr>
          <p:nvPr/>
        </p:nvSpPr>
        <p:spPr bwMode="auto">
          <a:xfrm>
            <a:off x="5075239" y="4903789"/>
            <a:ext cx="22225" cy="22225"/>
          </a:xfrm>
          <a:custGeom>
            <a:avLst/>
            <a:gdLst>
              <a:gd name="T0" fmla="*/ 2147483647 w 14"/>
              <a:gd name="T1" fmla="*/ 2147483647 h 14"/>
              <a:gd name="T2" fmla="*/ 2147483647 w 14"/>
              <a:gd name="T3" fmla="*/ 2147483647 h 14"/>
              <a:gd name="T4" fmla="*/ 0 w 14"/>
              <a:gd name="T5" fmla="*/ 2147483647 h 14"/>
              <a:gd name="T6" fmla="*/ 0 w 14"/>
              <a:gd name="T7" fmla="*/ 0 h 14"/>
              <a:gd name="T8" fmla="*/ 2147483647 w 14"/>
              <a:gd name="T9" fmla="*/ 2147483647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14" y="7"/>
                </a:moveTo>
                <a:lnTo>
                  <a:pt x="14" y="14"/>
                </a:lnTo>
                <a:lnTo>
                  <a:pt x="0" y="7"/>
                </a:lnTo>
                <a:lnTo>
                  <a:pt x="0" y="0"/>
                </a:lnTo>
                <a:lnTo>
                  <a:pt x="14"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18" name="Freeform 53"/>
          <p:cNvSpPr>
            <a:spLocks/>
          </p:cNvSpPr>
          <p:nvPr/>
        </p:nvSpPr>
        <p:spPr bwMode="auto">
          <a:xfrm>
            <a:off x="5075238" y="4576764"/>
            <a:ext cx="273050" cy="338137"/>
          </a:xfrm>
          <a:custGeom>
            <a:avLst/>
            <a:gdLst>
              <a:gd name="T0" fmla="*/ 2147483647 w 172"/>
              <a:gd name="T1" fmla="*/ 2147483647 h 213"/>
              <a:gd name="T2" fmla="*/ 2147483647 w 172"/>
              <a:gd name="T3" fmla="*/ 0 h 213"/>
              <a:gd name="T4" fmla="*/ 0 w 172"/>
              <a:gd name="T5" fmla="*/ 2147483647 h 213"/>
              <a:gd name="T6" fmla="*/ 2147483647 w 172"/>
              <a:gd name="T7" fmla="*/ 2147483647 h 213"/>
              <a:gd name="T8" fmla="*/ 2147483647 w 172"/>
              <a:gd name="T9" fmla="*/ 2147483647 h 213"/>
              <a:gd name="T10" fmla="*/ 0 60000 65536"/>
              <a:gd name="T11" fmla="*/ 0 60000 65536"/>
              <a:gd name="T12" fmla="*/ 0 60000 65536"/>
              <a:gd name="T13" fmla="*/ 0 60000 65536"/>
              <a:gd name="T14" fmla="*/ 0 60000 65536"/>
              <a:gd name="T15" fmla="*/ 0 w 172"/>
              <a:gd name="T16" fmla="*/ 0 h 213"/>
              <a:gd name="T17" fmla="*/ 172 w 172"/>
              <a:gd name="T18" fmla="*/ 213 h 213"/>
            </a:gdLst>
            <a:ahLst/>
            <a:cxnLst>
              <a:cxn ang="T10">
                <a:pos x="T0" y="T1"/>
              </a:cxn>
              <a:cxn ang="T11">
                <a:pos x="T2" y="T3"/>
              </a:cxn>
              <a:cxn ang="T12">
                <a:pos x="T4" y="T5"/>
              </a:cxn>
              <a:cxn ang="T13">
                <a:pos x="T6" y="T7"/>
              </a:cxn>
              <a:cxn ang="T14">
                <a:pos x="T8" y="T9"/>
              </a:cxn>
            </a:cxnLst>
            <a:rect l="T15" t="T16" r="T17" b="T18"/>
            <a:pathLst>
              <a:path w="172" h="213">
                <a:moveTo>
                  <a:pt x="172" y="7"/>
                </a:moveTo>
                <a:lnTo>
                  <a:pt x="158" y="0"/>
                </a:lnTo>
                <a:lnTo>
                  <a:pt x="0" y="206"/>
                </a:lnTo>
                <a:lnTo>
                  <a:pt x="14" y="213"/>
                </a:lnTo>
                <a:lnTo>
                  <a:pt x="172"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19" name="Rectangle 54"/>
          <p:cNvSpPr>
            <a:spLocks noChangeArrowheads="1"/>
          </p:cNvSpPr>
          <p:nvPr/>
        </p:nvSpPr>
        <p:spPr bwMode="auto">
          <a:xfrm>
            <a:off x="5075239" y="4903788"/>
            <a:ext cx="22225" cy="11112"/>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32820" name="Freeform 55"/>
          <p:cNvSpPr>
            <a:spLocks/>
          </p:cNvSpPr>
          <p:nvPr/>
        </p:nvSpPr>
        <p:spPr bwMode="auto">
          <a:xfrm>
            <a:off x="5064125" y="3309938"/>
            <a:ext cx="458788" cy="1593850"/>
          </a:xfrm>
          <a:custGeom>
            <a:avLst/>
            <a:gdLst>
              <a:gd name="T0" fmla="*/ 2147483647 w 289"/>
              <a:gd name="T1" fmla="*/ 2147483647 h 1004"/>
              <a:gd name="T2" fmla="*/ 0 w 289"/>
              <a:gd name="T3" fmla="*/ 2147483647 h 1004"/>
              <a:gd name="T4" fmla="*/ 0 w 289"/>
              <a:gd name="T5" fmla="*/ 2147483647 h 1004"/>
              <a:gd name="T6" fmla="*/ 0 w 289"/>
              <a:gd name="T7" fmla="*/ 2147483647 h 1004"/>
              <a:gd name="T8" fmla="*/ 2147483647 w 289"/>
              <a:gd name="T9" fmla="*/ 2147483647 h 1004"/>
              <a:gd name="T10" fmla="*/ 2147483647 w 289"/>
              <a:gd name="T11" fmla="*/ 2147483647 h 1004"/>
              <a:gd name="T12" fmla="*/ 2147483647 w 289"/>
              <a:gd name="T13" fmla="*/ 2147483647 h 1004"/>
              <a:gd name="T14" fmla="*/ 2147483647 w 289"/>
              <a:gd name="T15" fmla="*/ 2147483647 h 1004"/>
              <a:gd name="T16" fmla="*/ 2147483647 w 289"/>
              <a:gd name="T17" fmla="*/ 2147483647 h 1004"/>
              <a:gd name="T18" fmla="*/ 2147483647 w 289"/>
              <a:gd name="T19" fmla="*/ 2147483647 h 1004"/>
              <a:gd name="T20" fmla="*/ 2147483647 w 289"/>
              <a:gd name="T21" fmla="*/ 2147483647 h 1004"/>
              <a:gd name="T22" fmla="*/ 2147483647 w 289"/>
              <a:gd name="T23" fmla="*/ 2147483647 h 1004"/>
              <a:gd name="T24" fmla="*/ 2147483647 w 289"/>
              <a:gd name="T25" fmla="*/ 2147483647 h 1004"/>
              <a:gd name="T26" fmla="*/ 2147483647 w 289"/>
              <a:gd name="T27" fmla="*/ 2147483647 h 1004"/>
              <a:gd name="T28" fmla="*/ 2147483647 w 289"/>
              <a:gd name="T29" fmla="*/ 2147483647 h 1004"/>
              <a:gd name="T30" fmla="*/ 2147483647 w 289"/>
              <a:gd name="T31" fmla="*/ 2147483647 h 1004"/>
              <a:gd name="T32" fmla="*/ 2147483647 w 289"/>
              <a:gd name="T33" fmla="*/ 0 h 1004"/>
              <a:gd name="T34" fmla="*/ 2147483647 w 289"/>
              <a:gd name="T35" fmla="*/ 0 h 1004"/>
              <a:gd name="T36" fmla="*/ 2147483647 w 289"/>
              <a:gd name="T37" fmla="*/ 2147483647 h 1004"/>
              <a:gd name="T38" fmla="*/ 2147483647 w 289"/>
              <a:gd name="T39" fmla="*/ 2147483647 h 1004"/>
              <a:gd name="T40" fmla="*/ 2147483647 w 289"/>
              <a:gd name="T41" fmla="*/ 2147483647 h 1004"/>
              <a:gd name="T42" fmla="*/ 2147483647 w 289"/>
              <a:gd name="T43" fmla="*/ 2147483647 h 1004"/>
              <a:gd name="T44" fmla="*/ 2147483647 w 289"/>
              <a:gd name="T45" fmla="*/ 2147483647 h 1004"/>
              <a:gd name="T46" fmla="*/ 2147483647 w 289"/>
              <a:gd name="T47" fmla="*/ 2147483647 h 1004"/>
              <a:gd name="T48" fmla="*/ 2147483647 w 289"/>
              <a:gd name="T49" fmla="*/ 2147483647 h 1004"/>
              <a:gd name="T50" fmla="*/ 2147483647 w 289"/>
              <a:gd name="T51" fmla="*/ 2147483647 h 1004"/>
              <a:gd name="T52" fmla="*/ 2147483647 w 289"/>
              <a:gd name="T53" fmla="*/ 2147483647 h 1004"/>
              <a:gd name="T54" fmla="*/ 2147483647 w 289"/>
              <a:gd name="T55" fmla="*/ 2147483647 h 1004"/>
              <a:gd name="T56" fmla="*/ 2147483647 w 289"/>
              <a:gd name="T57" fmla="*/ 2147483647 h 1004"/>
              <a:gd name="T58" fmla="*/ 2147483647 w 289"/>
              <a:gd name="T59" fmla="*/ 2147483647 h 1004"/>
              <a:gd name="T60" fmla="*/ 2147483647 w 289"/>
              <a:gd name="T61" fmla="*/ 2147483647 h 1004"/>
              <a:gd name="T62" fmla="*/ 2147483647 w 289"/>
              <a:gd name="T63" fmla="*/ 2147483647 h 1004"/>
              <a:gd name="T64" fmla="*/ 2147483647 w 289"/>
              <a:gd name="T65" fmla="*/ 2147483647 h 1004"/>
              <a:gd name="T66" fmla="*/ 2147483647 w 289"/>
              <a:gd name="T67" fmla="*/ 2147483647 h 1004"/>
              <a:gd name="T68" fmla="*/ 2147483647 w 289"/>
              <a:gd name="T69" fmla="*/ 2147483647 h 1004"/>
              <a:gd name="T70" fmla="*/ 2147483647 w 289"/>
              <a:gd name="T71" fmla="*/ 2147483647 h 1004"/>
              <a:gd name="T72" fmla="*/ 2147483647 w 289"/>
              <a:gd name="T73" fmla="*/ 2147483647 h 100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9"/>
              <a:gd name="T112" fmla="*/ 0 h 1004"/>
              <a:gd name="T113" fmla="*/ 289 w 289"/>
              <a:gd name="T114" fmla="*/ 1004 h 100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9" h="1004">
                <a:moveTo>
                  <a:pt x="7" y="1004"/>
                </a:moveTo>
                <a:lnTo>
                  <a:pt x="0" y="839"/>
                </a:lnTo>
                <a:lnTo>
                  <a:pt x="21" y="667"/>
                </a:lnTo>
                <a:lnTo>
                  <a:pt x="55" y="489"/>
                </a:lnTo>
                <a:lnTo>
                  <a:pt x="117" y="317"/>
                </a:lnTo>
                <a:lnTo>
                  <a:pt x="186" y="152"/>
                </a:lnTo>
                <a:lnTo>
                  <a:pt x="275" y="0"/>
                </a:lnTo>
                <a:lnTo>
                  <a:pt x="289" y="7"/>
                </a:lnTo>
                <a:lnTo>
                  <a:pt x="200" y="158"/>
                </a:lnTo>
                <a:lnTo>
                  <a:pt x="131" y="323"/>
                </a:lnTo>
                <a:lnTo>
                  <a:pt x="69" y="495"/>
                </a:lnTo>
                <a:lnTo>
                  <a:pt x="69" y="489"/>
                </a:lnTo>
                <a:lnTo>
                  <a:pt x="35" y="667"/>
                </a:lnTo>
                <a:lnTo>
                  <a:pt x="14" y="839"/>
                </a:lnTo>
                <a:lnTo>
                  <a:pt x="21" y="1004"/>
                </a:lnTo>
                <a:lnTo>
                  <a:pt x="7" y="100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21" name="Freeform 56"/>
          <p:cNvSpPr>
            <a:spLocks/>
          </p:cNvSpPr>
          <p:nvPr/>
        </p:nvSpPr>
        <p:spPr bwMode="auto">
          <a:xfrm>
            <a:off x="5500689" y="3092450"/>
            <a:ext cx="174625" cy="228600"/>
          </a:xfrm>
          <a:custGeom>
            <a:avLst/>
            <a:gdLst>
              <a:gd name="T0" fmla="*/ 0 w 110"/>
              <a:gd name="T1" fmla="*/ 2147483647 h 144"/>
              <a:gd name="T2" fmla="*/ 2147483647 w 110"/>
              <a:gd name="T3" fmla="*/ 0 h 144"/>
              <a:gd name="T4" fmla="*/ 2147483647 w 110"/>
              <a:gd name="T5" fmla="*/ 0 h 144"/>
              <a:gd name="T6" fmla="*/ 2147483647 w 110"/>
              <a:gd name="T7" fmla="*/ 2147483647 h 144"/>
              <a:gd name="T8" fmla="*/ 2147483647 w 110"/>
              <a:gd name="T9" fmla="*/ 2147483647 h 144"/>
              <a:gd name="T10" fmla="*/ 2147483647 w 110"/>
              <a:gd name="T11" fmla="*/ 2147483647 h 144"/>
              <a:gd name="T12" fmla="*/ 0 w 110"/>
              <a:gd name="T13" fmla="*/ 2147483647 h 144"/>
              <a:gd name="T14" fmla="*/ 0 60000 65536"/>
              <a:gd name="T15" fmla="*/ 0 60000 65536"/>
              <a:gd name="T16" fmla="*/ 0 60000 65536"/>
              <a:gd name="T17" fmla="*/ 0 60000 65536"/>
              <a:gd name="T18" fmla="*/ 0 60000 65536"/>
              <a:gd name="T19" fmla="*/ 0 60000 65536"/>
              <a:gd name="T20" fmla="*/ 0 60000 65536"/>
              <a:gd name="T21" fmla="*/ 0 w 110"/>
              <a:gd name="T22" fmla="*/ 0 h 144"/>
              <a:gd name="T23" fmla="*/ 110 w 110"/>
              <a:gd name="T24" fmla="*/ 144 h 1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 h="144">
                <a:moveTo>
                  <a:pt x="0" y="137"/>
                </a:moveTo>
                <a:lnTo>
                  <a:pt x="96" y="0"/>
                </a:lnTo>
                <a:lnTo>
                  <a:pt x="103" y="0"/>
                </a:lnTo>
                <a:lnTo>
                  <a:pt x="110" y="7"/>
                </a:lnTo>
                <a:lnTo>
                  <a:pt x="14" y="144"/>
                </a:lnTo>
                <a:lnTo>
                  <a:pt x="0" y="13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22" name="Freeform 57"/>
          <p:cNvSpPr>
            <a:spLocks/>
          </p:cNvSpPr>
          <p:nvPr/>
        </p:nvSpPr>
        <p:spPr bwMode="auto">
          <a:xfrm>
            <a:off x="5827713" y="2906713"/>
            <a:ext cx="11112" cy="11112"/>
          </a:xfrm>
          <a:custGeom>
            <a:avLst/>
            <a:gdLst>
              <a:gd name="T0" fmla="*/ 0 w 7"/>
              <a:gd name="T1" fmla="*/ 0 h 7"/>
              <a:gd name="T2" fmla="*/ 0 w 7"/>
              <a:gd name="T3" fmla="*/ 0 h 7"/>
              <a:gd name="T4" fmla="*/ 2147483647 w 7"/>
              <a:gd name="T5" fmla="*/ 2147483647 h 7"/>
              <a:gd name="T6" fmla="*/ 2147483647 w 7"/>
              <a:gd name="T7" fmla="*/ 2147483647 h 7"/>
              <a:gd name="T8" fmla="*/ 0 w 7"/>
              <a:gd name="T9" fmla="*/ 0 h 7"/>
              <a:gd name="T10" fmla="*/ 0 60000 65536"/>
              <a:gd name="T11" fmla="*/ 0 60000 65536"/>
              <a:gd name="T12" fmla="*/ 0 60000 65536"/>
              <a:gd name="T13" fmla="*/ 0 60000 65536"/>
              <a:gd name="T14" fmla="*/ 0 60000 65536"/>
              <a:gd name="T15" fmla="*/ 0 w 7"/>
              <a:gd name="T16" fmla="*/ 0 h 7"/>
              <a:gd name="T17" fmla="*/ 7 w 7"/>
              <a:gd name="T18" fmla="*/ 7 h 7"/>
            </a:gdLst>
            <a:ahLst/>
            <a:cxnLst>
              <a:cxn ang="T10">
                <a:pos x="T0" y="T1"/>
              </a:cxn>
              <a:cxn ang="T11">
                <a:pos x="T2" y="T3"/>
              </a:cxn>
              <a:cxn ang="T12">
                <a:pos x="T4" y="T5"/>
              </a:cxn>
              <a:cxn ang="T13">
                <a:pos x="T6" y="T7"/>
              </a:cxn>
              <a:cxn ang="T14">
                <a:pos x="T8" y="T9"/>
              </a:cxn>
            </a:cxnLst>
            <a:rect l="T15" t="T16" r="T17" b="T18"/>
            <a:pathLst>
              <a:path w="7" h="7">
                <a:moveTo>
                  <a:pt x="0" y="0"/>
                </a:moveTo>
                <a:lnTo>
                  <a:pt x="0" y="0"/>
                </a:lnTo>
                <a:lnTo>
                  <a:pt x="7" y="7"/>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23" name="Freeform 58"/>
          <p:cNvSpPr>
            <a:spLocks/>
          </p:cNvSpPr>
          <p:nvPr/>
        </p:nvSpPr>
        <p:spPr bwMode="auto">
          <a:xfrm>
            <a:off x="5664201" y="2906713"/>
            <a:ext cx="174625" cy="196850"/>
          </a:xfrm>
          <a:custGeom>
            <a:avLst/>
            <a:gdLst>
              <a:gd name="T0" fmla="*/ 0 w 110"/>
              <a:gd name="T1" fmla="*/ 2147483647 h 124"/>
              <a:gd name="T2" fmla="*/ 2147483647 w 110"/>
              <a:gd name="T3" fmla="*/ 2147483647 h 124"/>
              <a:gd name="T4" fmla="*/ 2147483647 w 110"/>
              <a:gd name="T5" fmla="*/ 2147483647 h 124"/>
              <a:gd name="T6" fmla="*/ 2147483647 w 110"/>
              <a:gd name="T7" fmla="*/ 0 h 124"/>
              <a:gd name="T8" fmla="*/ 0 w 110"/>
              <a:gd name="T9" fmla="*/ 2147483647 h 124"/>
              <a:gd name="T10" fmla="*/ 0 60000 65536"/>
              <a:gd name="T11" fmla="*/ 0 60000 65536"/>
              <a:gd name="T12" fmla="*/ 0 60000 65536"/>
              <a:gd name="T13" fmla="*/ 0 60000 65536"/>
              <a:gd name="T14" fmla="*/ 0 60000 65536"/>
              <a:gd name="T15" fmla="*/ 0 w 110"/>
              <a:gd name="T16" fmla="*/ 0 h 124"/>
              <a:gd name="T17" fmla="*/ 110 w 110"/>
              <a:gd name="T18" fmla="*/ 124 h 124"/>
            </a:gdLst>
            <a:ahLst/>
            <a:cxnLst>
              <a:cxn ang="T10">
                <a:pos x="T0" y="T1"/>
              </a:cxn>
              <a:cxn ang="T11">
                <a:pos x="T2" y="T3"/>
              </a:cxn>
              <a:cxn ang="T12">
                <a:pos x="T4" y="T5"/>
              </a:cxn>
              <a:cxn ang="T13">
                <a:pos x="T6" y="T7"/>
              </a:cxn>
              <a:cxn ang="T14">
                <a:pos x="T8" y="T9"/>
              </a:cxn>
            </a:cxnLst>
            <a:rect l="T15" t="T16" r="T17" b="T18"/>
            <a:pathLst>
              <a:path w="110" h="124">
                <a:moveTo>
                  <a:pt x="0" y="117"/>
                </a:moveTo>
                <a:lnTo>
                  <a:pt x="7" y="124"/>
                </a:lnTo>
                <a:lnTo>
                  <a:pt x="110" y="7"/>
                </a:lnTo>
                <a:lnTo>
                  <a:pt x="103" y="0"/>
                </a:lnTo>
                <a:lnTo>
                  <a:pt x="0" y="11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24" name="Rectangle 59"/>
          <p:cNvSpPr>
            <a:spLocks noChangeArrowheads="1"/>
          </p:cNvSpPr>
          <p:nvPr/>
        </p:nvSpPr>
        <p:spPr bwMode="auto">
          <a:xfrm>
            <a:off x="3046413" y="3998914"/>
            <a:ext cx="11112" cy="20637"/>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32825" name="Freeform 60"/>
          <p:cNvSpPr>
            <a:spLocks/>
          </p:cNvSpPr>
          <p:nvPr/>
        </p:nvSpPr>
        <p:spPr bwMode="auto">
          <a:xfrm>
            <a:off x="3057525" y="3998913"/>
            <a:ext cx="1625600" cy="533400"/>
          </a:xfrm>
          <a:custGeom>
            <a:avLst/>
            <a:gdLst>
              <a:gd name="T0" fmla="*/ 0 w 1024"/>
              <a:gd name="T1" fmla="*/ 0 h 336"/>
              <a:gd name="T2" fmla="*/ 2147483647 w 1024"/>
              <a:gd name="T3" fmla="*/ 2147483647 h 336"/>
              <a:gd name="T4" fmla="*/ 2147483647 w 1024"/>
              <a:gd name="T5" fmla="*/ 2147483647 h 336"/>
              <a:gd name="T6" fmla="*/ 2147483647 w 1024"/>
              <a:gd name="T7" fmla="*/ 2147483647 h 336"/>
              <a:gd name="T8" fmla="*/ 2147483647 w 1024"/>
              <a:gd name="T9" fmla="*/ 2147483647 h 336"/>
              <a:gd name="T10" fmla="*/ 2147483647 w 1024"/>
              <a:gd name="T11" fmla="*/ 2147483647 h 336"/>
              <a:gd name="T12" fmla="*/ 2147483647 w 1024"/>
              <a:gd name="T13" fmla="*/ 2147483647 h 336"/>
              <a:gd name="T14" fmla="*/ 2147483647 w 1024"/>
              <a:gd name="T15" fmla="*/ 2147483647 h 336"/>
              <a:gd name="T16" fmla="*/ 2147483647 w 1024"/>
              <a:gd name="T17" fmla="*/ 2147483647 h 336"/>
              <a:gd name="T18" fmla="*/ 2147483647 w 1024"/>
              <a:gd name="T19" fmla="*/ 2147483647 h 336"/>
              <a:gd name="T20" fmla="*/ 2147483647 w 1024"/>
              <a:gd name="T21" fmla="*/ 2147483647 h 336"/>
              <a:gd name="T22" fmla="*/ 2147483647 w 1024"/>
              <a:gd name="T23" fmla="*/ 2147483647 h 336"/>
              <a:gd name="T24" fmla="*/ 2147483647 w 1024"/>
              <a:gd name="T25" fmla="*/ 2147483647 h 336"/>
              <a:gd name="T26" fmla="*/ 2147483647 w 1024"/>
              <a:gd name="T27" fmla="*/ 2147483647 h 336"/>
              <a:gd name="T28" fmla="*/ 2147483647 w 1024"/>
              <a:gd name="T29" fmla="*/ 2147483647 h 336"/>
              <a:gd name="T30" fmla="*/ 2147483647 w 1024"/>
              <a:gd name="T31" fmla="*/ 2147483647 h 336"/>
              <a:gd name="T32" fmla="*/ 2147483647 w 1024"/>
              <a:gd name="T33" fmla="*/ 2147483647 h 336"/>
              <a:gd name="T34" fmla="*/ 2147483647 w 1024"/>
              <a:gd name="T35" fmla="*/ 2147483647 h 336"/>
              <a:gd name="T36" fmla="*/ 2147483647 w 1024"/>
              <a:gd name="T37" fmla="*/ 2147483647 h 336"/>
              <a:gd name="T38" fmla="*/ 2147483647 w 1024"/>
              <a:gd name="T39" fmla="*/ 2147483647 h 336"/>
              <a:gd name="T40" fmla="*/ 2147483647 w 1024"/>
              <a:gd name="T41" fmla="*/ 2147483647 h 336"/>
              <a:gd name="T42" fmla="*/ 2147483647 w 1024"/>
              <a:gd name="T43" fmla="*/ 2147483647 h 336"/>
              <a:gd name="T44" fmla="*/ 2147483647 w 1024"/>
              <a:gd name="T45" fmla="*/ 2147483647 h 336"/>
              <a:gd name="T46" fmla="*/ 2147483647 w 1024"/>
              <a:gd name="T47" fmla="*/ 2147483647 h 336"/>
              <a:gd name="T48" fmla="*/ 2147483647 w 1024"/>
              <a:gd name="T49" fmla="*/ 2147483647 h 336"/>
              <a:gd name="T50" fmla="*/ 2147483647 w 1024"/>
              <a:gd name="T51" fmla="*/ 2147483647 h 336"/>
              <a:gd name="T52" fmla="*/ 2147483647 w 1024"/>
              <a:gd name="T53" fmla="*/ 2147483647 h 336"/>
              <a:gd name="T54" fmla="*/ 2147483647 w 1024"/>
              <a:gd name="T55" fmla="*/ 2147483647 h 336"/>
              <a:gd name="T56" fmla="*/ 2147483647 w 1024"/>
              <a:gd name="T57" fmla="*/ 2147483647 h 336"/>
              <a:gd name="T58" fmla="*/ 2147483647 w 1024"/>
              <a:gd name="T59" fmla="*/ 2147483647 h 336"/>
              <a:gd name="T60" fmla="*/ 2147483647 w 1024"/>
              <a:gd name="T61" fmla="*/ 2147483647 h 336"/>
              <a:gd name="T62" fmla="*/ 2147483647 w 1024"/>
              <a:gd name="T63" fmla="*/ 2147483647 h 336"/>
              <a:gd name="T64" fmla="*/ 2147483647 w 1024"/>
              <a:gd name="T65" fmla="*/ 2147483647 h 336"/>
              <a:gd name="T66" fmla="*/ 2147483647 w 1024"/>
              <a:gd name="T67" fmla="*/ 2147483647 h 336"/>
              <a:gd name="T68" fmla="*/ 2147483647 w 1024"/>
              <a:gd name="T69" fmla="*/ 2147483647 h 336"/>
              <a:gd name="T70" fmla="*/ 0 w 1024"/>
              <a:gd name="T71" fmla="*/ 2147483647 h 336"/>
              <a:gd name="T72" fmla="*/ 0 w 1024"/>
              <a:gd name="T73" fmla="*/ 0 h 3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24"/>
              <a:gd name="T112" fmla="*/ 0 h 336"/>
              <a:gd name="T113" fmla="*/ 1024 w 1024"/>
              <a:gd name="T114" fmla="*/ 336 h 3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24" h="336">
                <a:moveTo>
                  <a:pt x="0" y="0"/>
                </a:moveTo>
                <a:lnTo>
                  <a:pt x="186" y="13"/>
                </a:lnTo>
                <a:lnTo>
                  <a:pt x="371" y="48"/>
                </a:lnTo>
                <a:lnTo>
                  <a:pt x="550" y="89"/>
                </a:lnTo>
                <a:lnTo>
                  <a:pt x="557" y="89"/>
                </a:lnTo>
                <a:lnTo>
                  <a:pt x="722" y="151"/>
                </a:lnTo>
                <a:lnTo>
                  <a:pt x="880" y="226"/>
                </a:lnTo>
                <a:lnTo>
                  <a:pt x="1024" y="323"/>
                </a:lnTo>
                <a:lnTo>
                  <a:pt x="1017" y="336"/>
                </a:lnTo>
                <a:lnTo>
                  <a:pt x="873" y="240"/>
                </a:lnTo>
                <a:lnTo>
                  <a:pt x="715" y="165"/>
                </a:lnTo>
                <a:lnTo>
                  <a:pt x="550" y="103"/>
                </a:lnTo>
                <a:lnTo>
                  <a:pt x="371" y="61"/>
                </a:lnTo>
                <a:lnTo>
                  <a:pt x="186" y="27"/>
                </a:lnTo>
                <a:lnTo>
                  <a:pt x="0" y="13"/>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26" name="Freeform 61"/>
          <p:cNvSpPr>
            <a:spLocks/>
          </p:cNvSpPr>
          <p:nvPr/>
        </p:nvSpPr>
        <p:spPr bwMode="auto">
          <a:xfrm>
            <a:off x="4672013" y="4511676"/>
            <a:ext cx="228600" cy="195263"/>
          </a:xfrm>
          <a:custGeom>
            <a:avLst/>
            <a:gdLst>
              <a:gd name="T0" fmla="*/ 2147483647 w 144"/>
              <a:gd name="T1" fmla="*/ 0 h 123"/>
              <a:gd name="T2" fmla="*/ 2147483647 w 144"/>
              <a:gd name="T3" fmla="*/ 2147483647 h 123"/>
              <a:gd name="T4" fmla="*/ 2147483647 w 144"/>
              <a:gd name="T5" fmla="*/ 2147483647 h 123"/>
              <a:gd name="T6" fmla="*/ 2147483647 w 144"/>
              <a:gd name="T7" fmla="*/ 2147483647 h 123"/>
              <a:gd name="T8" fmla="*/ 2147483647 w 144"/>
              <a:gd name="T9" fmla="*/ 2147483647 h 123"/>
              <a:gd name="T10" fmla="*/ 0 w 144"/>
              <a:gd name="T11" fmla="*/ 2147483647 h 123"/>
              <a:gd name="T12" fmla="*/ 2147483647 w 144"/>
              <a:gd name="T13" fmla="*/ 0 h 123"/>
              <a:gd name="T14" fmla="*/ 0 60000 65536"/>
              <a:gd name="T15" fmla="*/ 0 60000 65536"/>
              <a:gd name="T16" fmla="*/ 0 60000 65536"/>
              <a:gd name="T17" fmla="*/ 0 60000 65536"/>
              <a:gd name="T18" fmla="*/ 0 60000 65536"/>
              <a:gd name="T19" fmla="*/ 0 60000 65536"/>
              <a:gd name="T20" fmla="*/ 0 60000 65536"/>
              <a:gd name="T21" fmla="*/ 0 w 144"/>
              <a:gd name="T22" fmla="*/ 0 h 123"/>
              <a:gd name="T23" fmla="*/ 144 w 144"/>
              <a:gd name="T24" fmla="*/ 123 h 1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 h="123">
                <a:moveTo>
                  <a:pt x="7" y="0"/>
                </a:moveTo>
                <a:lnTo>
                  <a:pt x="144" y="110"/>
                </a:lnTo>
                <a:lnTo>
                  <a:pt x="144" y="117"/>
                </a:lnTo>
                <a:lnTo>
                  <a:pt x="137" y="123"/>
                </a:lnTo>
                <a:lnTo>
                  <a:pt x="0" y="13"/>
                </a:lnTo>
                <a:lnTo>
                  <a:pt x="7"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27" name="Freeform 62"/>
          <p:cNvSpPr>
            <a:spLocks/>
          </p:cNvSpPr>
          <p:nvPr/>
        </p:nvSpPr>
        <p:spPr bwMode="auto">
          <a:xfrm>
            <a:off x="5086351" y="4903788"/>
            <a:ext cx="11113" cy="11112"/>
          </a:xfrm>
          <a:custGeom>
            <a:avLst/>
            <a:gdLst>
              <a:gd name="T0" fmla="*/ 2147483647 w 7"/>
              <a:gd name="T1" fmla="*/ 0 h 7"/>
              <a:gd name="T2" fmla="*/ 2147483647 w 7"/>
              <a:gd name="T3" fmla="*/ 0 h 7"/>
              <a:gd name="T4" fmla="*/ 0 w 7"/>
              <a:gd name="T5" fmla="*/ 2147483647 h 7"/>
              <a:gd name="T6" fmla="*/ 0 w 7"/>
              <a:gd name="T7" fmla="*/ 2147483647 h 7"/>
              <a:gd name="T8" fmla="*/ 2147483647 w 7"/>
              <a:gd name="T9" fmla="*/ 0 h 7"/>
              <a:gd name="T10" fmla="*/ 0 60000 65536"/>
              <a:gd name="T11" fmla="*/ 0 60000 65536"/>
              <a:gd name="T12" fmla="*/ 0 60000 65536"/>
              <a:gd name="T13" fmla="*/ 0 60000 65536"/>
              <a:gd name="T14" fmla="*/ 0 60000 65536"/>
              <a:gd name="T15" fmla="*/ 0 w 7"/>
              <a:gd name="T16" fmla="*/ 0 h 7"/>
              <a:gd name="T17" fmla="*/ 7 w 7"/>
              <a:gd name="T18" fmla="*/ 7 h 7"/>
            </a:gdLst>
            <a:ahLst/>
            <a:cxnLst>
              <a:cxn ang="T10">
                <a:pos x="T0" y="T1"/>
              </a:cxn>
              <a:cxn ang="T11">
                <a:pos x="T2" y="T3"/>
              </a:cxn>
              <a:cxn ang="T12">
                <a:pos x="T4" y="T5"/>
              </a:cxn>
              <a:cxn ang="T13">
                <a:pos x="T6" y="T7"/>
              </a:cxn>
              <a:cxn ang="T14">
                <a:pos x="T8" y="T9"/>
              </a:cxn>
            </a:cxnLst>
            <a:rect l="T15" t="T16" r="T17" b="T18"/>
            <a:pathLst>
              <a:path w="7" h="7">
                <a:moveTo>
                  <a:pt x="7" y="0"/>
                </a:moveTo>
                <a:lnTo>
                  <a:pt x="7" y="0"/>
                </a:lnTo>
                <a:lnTo>
                  <a:pt x="0" y="7"/>
                </a:lnTo>
                <a:lnTo>
                  <a:pt x="7"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28" name="Freeform 63"/>
          <p:cNvSpPr>
            <a:spLocks/>
          </p:cNvSpPr>
          <p:nvPr/>
        </p:nvSpPr>
        <p:spPr bwMode="auto">
          <a:xfrm>
            <a:off x="4889501" y="4697414"/>
            <a:ext cx="207963" cy="217487"/>
          </a:xfrm>
          <a:custGeom>
            <a:avLst/>
            <a:gdLst>
              <a:gd name="T0" fmla="*/ 2147483647 w 131"/>
              <a:gd name="T1" fmla="*/ 0 h 137"/>
              <a:gd name="T2" fmla="*/ 0 w 131"/>
              <a:gd name="T3" fmla="*/ 2147483647 h 137"/>
              <a:gd name="T4" fmla="*/ 2147483647 w 131"/>
              <a:gd name="T5" fmla="*/ 2147483647 h 137"/>
              <a:gd name="T6" fmla="*/ 2147483647 w 131"/>
              <a:gd name="T7" fmla="*/ 2147483647 h 137"/>
              <a:gd name="T8" fmla="*/ 2147483647 w 131"/>
              <a:gd name="T9" fmla="*/ 0 h 137"/>
              <a:gd name="T10" fmla="*/ 0 60000 65536"/>
              <a:gd name="T11" fmla="*/ 0 60000 65536"/>
              <a:gd name="T12" fmla="*/ 0 60000 65536"/>
              <a:gd name="T13" fmla="*/ 0 60000 65536"/>
              <a:gd name="T14" fmla="*/ 0 60000 65536"/>
              <a:gd name="T15" fmla="*/ 0 w 131"/>
              <a:gd name="T16" fmla="*/ 0 h 137"/>
              <a:gd name="T17" fmla="*/ 131 w 131"/>
              <a:gd name="T18" fmla="*/ 137 h 137"/>
            </a:gdLst>
            <a:ahLst/>
            <a:cxnLst>
              <a:cxn ang="T10">
                <a:pos x="T0" y="T1"/>
              </a:cxn>
              <a:cxn ang="T11">
                <a:pos x="T2" y="T3"/>
              </a:cxn>
              <a:cxn ang="T12">
                <a:pos x="T4" y="T5"/>
              </a:cxn>
              <a:cxn ang="T13">
                <a:pos x="T6" y="T7"/>
              </a:cxn>
              <a:cxn ang="T14">
                <a:pos x="T8" y="T9"/>
              </a:cxn>
            </a:cxnLst>
            <a:rect l="T15" t="T16" r="T17" b="T18"/>
            <a:pathLst>
              <a:path w="131" h="137">
                <a:moveTo>
                  <a:pt x="7" y="0"/>
                </a:moveTo>
                <a:lnTo>
                  <a:pt x="0" y="6"/>
                </a:lnTo>
                <a:lnTo>
                  <a:pt x="124" y="137"/>
                </a:lnTo>
                <a:lnTo>
                  <a:pt x="131" y="130"/>
                </a:lnTo>
                <a:lnTo>
                  <a:pt x="7"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29" name="Rectangle 64"/>
          <p:cNvSpPr>
            <a:spLocks noChangeArrowheads="1"/>
          </p:cNvSpPr>
          <p:nvPr/>
        </p:nvSpPr>
        <p:spPr bwMode="auto">
          <a:xfrm>
            <a:off x="8064501" y="2044700"/>
            <a:ext cx="9525" cy="20638"/>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32830" name="Freeform 65"/>
          <p:cNvSpPr>
            <a:spLocks/>
          </p:cNvSpPr>
          <p:nvPr/>
        </p:nvSpPr>
        <p:spPr bwMode="auto">
          <a:xfrm>
            <a:off x="6286500" y="1957388"/>
            <a:ext cx="1778000" cy="436562"/>
          </a:xfrm>
          <a:custGeom>
            <a:avLst/>
            <a:gdLst>
              <a:gd name="T0" fmla="*/ 2147483647 w 1120"/>
              <a:gd name="T1" fmla="*/ 2147483647 h 275"/>
              <a:gd name="T2" fmla="*/ 2147483647 w 1120"/>
              <a:gd name="T3" fmla="*/ 2147483647 h 275"/>
              <a:gd name="T4" fmla="*/ 2147483647 w 1120"/>
              <a:gd name="T5" fmla="*/ 2147483647 h 275"/>
              <a:gd name="T6" fmla="*/ 2147483647 w 1120"/>
              <a:gd name="T7" fmla="*/ 2147483647 h 275"/>
              <a:gd name="T8" fmla="*/ 2147483647 w 1120"/>
              <a:gd name="T9" fmla="*/ 2147483647 h 275"/>
              <a:gd name="T10" fmla="*/ 2147483647 w 1120"/>
              <a:gd name="T11" fmla="*/ 2147483647 h 275"/>
              <a:gd name="T12" fmla="*/ 2147483647 w 1120"/>
              <a:gd name="T13" fmla="*/ 2147483647 h 275"/>
              <a:gd name="T14" fmla="*/ 2147483647 w 1120"/>
              <a:gd name="T15" fmla="*/ 2147483647 h 275"/>
              <a:gd name="T16" fmla="*/ 2147483647 w 1120"/>
              <a:gd name="T17" fmla="*/ 2147483647 h 275"/>
              <a:gd name="T18" fmla="*/ 2147483647 w 1120"/>
              <a:gd name="T19" fmla="*/ 2147483647 h 275"/>
              <a:gd name="T20" fmla="*/ 2147483647 w 1120"/>
              <a:gd name="T21" fmla="*/ 2147483647 h 275"/>
              <a:gd name="T22" fmla="*/ 2147483647 w 1120"/>
              <a:gd name="T23" fmla="*/ 2147483647 h 275"/>
              <a:gd name="T24" fmla="*/ 2147483647 w 1120"/>
              <a:gd name="T25" fmla="*/ 2147483647 h 275"/>
              <a:gd name="T26" fmla="*/ 2147483647 w 1120"/>
              <a:gd name="T27" fmla="*/ 2147483647 h 275"/>
              <a:gd name="T28" fmla="*/ 2147483647 w 1120"/>
              <a:gd name="T29" fmla="*/ 2147483647 h 275"/>
              <a:gd name="T30" fmla="*/ 2147483647 w 1120"/>
              <a:gd name="T31" fmla="*/ 2147483647 h 275"/>
              <a:gd name="T32" fmla="*/ 2147483647 w 1120"/>
              <a:gd name="T33" fmla="*/ 2147483647 h 275"/>
              <a:gd name="T34" fmla="*/ 2147483647 w 1120"/>
              <a:gd name="T35" fmla="*/ 2147483647 h 275"/>
              <a:gd name="T36" fmla="*/ 0 w 1120"/>
              <a:gd name="T37" fmla="*/ 2147483647 h 275"/>
              <a:gd name="T38" fmla="*/ 0 w 1120"/>
              <a:gd name="T39" fmla="*/ 2147483647 h 275"/>
              <a:gd name="T40" fmla="*/ 2147483647 w 1120"/>
              <a:gd name="T41" fmla="*/ 2147483647 h 275"/>
              <a:gd name="T42" fmla="*/ 2147483647 w 1120"/>
              <a:gd name="T43" fmla="*/ 2147483647 h 275"/>
              <a:gd name="T44" fmla="*/ 2147483647 w 1120"/>
              <a:gd name="T45" fmla="*/ 2147483647 h 275"/>
              <a:gd name="T46" fmla="*/ 2147483647 w 1120"/>
              <a:gd name="T47" fmla="*/ 2147483647 h 275"/>
              <a:gd name="T48" fmla="*/ 2147483647 w 1120"/>
              <a:gd name="T49" fmla="*/ 2147483647 h 275"/>
              <a:gd name="T50" fmla="*/ 2147483647 w 1120"/>
              <a:gd name="T51" fmla="*/ 2147483647 h 275"/>
              <a:gd name="T52" fmla="*/ 2147483647 w 1120"/>
              <a:gd name="T53" fmla="*/ 2147483647 h 275"/>
              <a:gd name="T54" fmla="*/ 2147483647 w 1120"/>
              <a:gd name="T55" fmla="*/ 2147483647 h 275"/>
              <a:gd name="T56" fmla="*/ 2147483647 w 1120"/>
              <a:gd name="T57" fmla="*/ 2147483647 h 275"/>
              <a:gd name="T58" fmla="*/ 2147483647 w 1120"/>
              <a:gd name="T59" fmla="*/ 0 h 275"/>
              <a:gd name="T60" fmla="*/ 2147483647 w 1120"/>
              <a:gd name="T61" fmla="*/ 0 h 275"/>
              <a:gd name="T62" fmla="*/ 2147483647 w 1120"/>
              <a:gd name="T63" fmla="*/ 0 h 275"/>
              <a:gd name="T64" fmla="*/ 2147483647 w 1120"/>
              <a:gd name="T65" fmla="*/ 2147483647 h 275"/>
              <a:gd name="T66" fmla="*/ 2147483647 w 1120"/>
              <a:gd name="T67" fmla="*/ 2147483647 h 275"/>
              <a:gd name="T68" fmla="*/ 2147483647 w 1120"/>
              <a:gd name="T69" fmla="*/ 2147483647 h 275"/>
              <a:gd name="T70" fmla="*/ 2147483647 w 1120"/>
              <a:gd name="T71" fmla="*/ 2147483647 h 275"/>
              <a:gd name="T72" fmla="*/ 2147483647 w 1120"/>
              <a:gd name="T73" fmla="*/ 2147483647 h 27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120"/>
              <a:gd name="T112" fmla="*/ 0 h 275"/>
              <a:gd name="T113" fmla="*/ 1120 w 1120"/>
              <a:gd name="T114" fmla="*/ 275 h 275"/>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120" h="275">
                <a:moveTo>
                  <a:pt x="1120" y="68"/>
                </a:moveTo>
                <a:lnTo>
                  <a:pt x="907" y="27"/>
                </a:lnTo>
                <a:lnTo>
                  <a:pt x="707" y="13"/>
                </a:lnTo>
                <a:lnTo>
                  <a:pt x="515" y="34"/>
                </a:lnTo>
                <a:lnTo>
                  <a:pt x="336" y="75"/>
                </a:lnTo>
                <a:lnTo>
                  <a:pt x="343" y="75"/>
                </a:lnTo>
                <a:lnTo>
                  <a:pt x="171" y="158"/>
                </a:lnTo>
                <a:lnTo>
                  <a:pt x="7" y="275"/>
                </a:lnTo>
                <a:lnTo>
                  <a:pt x="0" y="268"/>
                </a:lnTo>
                <a:lnTo>
                  <a:pt x="0" y="261"/>
                </a:lnTo>
                <a:lnTo>
                  <a:pt x="165" y="144"/>
                </a:lnTo>
                <a:lnTo>
                  <a:pt x="336" y="62"/>
                </a:lnTo>
                <a:lnTo>
                  <a:pt x="515" y="20"/>
                </a:lnTo>
                <a:lnTo>
                  <a:pt x="707" y="0"/>
                </a:lnTo>
                <a:lnTo>
                  <a:pt x="907" y="13"/>
                </a:lnTo>
                <a:lnTo>
                  <a:pt x="1120" y="55"/>
                </a:lnTo>
                <a:lnTo>
                  <a:pt x="1120" y="6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31" name="Freeform 66"/>
          <p:cNvSpPr>
            <a:spLocks/>
          </p:cNvSpPr>
          <p:nvPr/>
        </p:nvSpPr>
        <p:spPr bwMode="auto">
          <a:xfrm>
            <a:off x="6035675" y="2382838"/>
            <a:ext cx="261938" cy="239712"/>
          </a:xfrm>
          <a:custGeom>
            <a:avLst/>
            <a:gdLst>
              <a:gd name="T0" fmla="*/ 2147483647 w 165"/>
              <a:gd name="T1" fmla="*/ 2147483647 h 151"/>
              <a:gd name="T2" fmla="*/ 2147483647 w 165"/>
              <a:gd name="T3" fmla="*/ 2147483647 h 151"/>
              <a:gd name="T4" fmla="*/ 2147483647 w 165"/>
              <a:gd name="T5" fmla="*/ 2147483647 h 151"/>
              <a:gd name="T6" fmla="*/ 0 w 165"/>
              <a:gd name="T7" fmla="*/ 2147483647 h 151"/>
              <a:gd name="T8" fmla="*/ 2147483647 w 165"/>
              <a:gd name="T9" fmla="*/ 2147483647 h 151"/>
              <a:gd name="T10" fmla="*/ 2147483647 w 165"/>
              <a:gd name="T11" fmla="*/ 0 h 151"/>
              <a:gd name="T12" fmla="*/ 2147483647 w 165"/>
              <a:gd name="T13" fmla="*/ 2147483647 h 151"/>
              <a:gd name="T14" fmla="*/ 0 60000 65536"/>
              <a:gd name="T15" fmla="*/ 0 60000 65536"/>
              <a:gd name="T16" fmla="*/ 0 60000 65536"/>
              <a:gd name="T17" fmla="*/ 0 60000 65536"/>
              <a:gd name="T18" fmla="*/ 0 60000 65536"/>
              <a:gd name="T19" fmla="*/ 0 60000 65536"/>
              <a:gd name="T20" fmla="*/ 0 60000 65536"/>
              <a:gd name="T21" fmla="*/ 0 w 165"/>
              <a:gd name="T22" fmla="*/ 0 h 151"/>
              <a:gd name="T23" fmla="*/ 165 w 165"/>
              <a:gd name="T24" fmla="*/ 151 h 1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5" h="151">
                <a:moveTo>
                  <a:pt x="165" y="7"/>
                </a:moveTo>
                <a:lnTo>
                  <a:pt x="13" y="151"/>
                </a:lnTo>
                <a:lnTo>
                  <a:pt x="0" y="144"/>
                </a:lnTo>
                <a:lnTo>
                  <a:pt x="7" y="144"/>
                </a:lnTo>
                <a:lnTo>
                  <a:pt x="158" y="0"/>
                </a:lnTo>
                <a:lnTo>
                  <a:pt x="165"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32" name="Freeform 67"/>
          <p:cNvSpPr>
            <a:spLocks/>
          </p:cNvSpPr>
          <p:nvPr/>
        </p:nvSpPr>
        <p:spPr bwMode="auto">
          <a:xfrm>
            <a:off x="5816601" y="2895601"/>
            <a:ext cx="22225" cy="22225"/>
          </a:xfrm>
          <a:custGeom>
            <a:avLst/>
            <a:gdLst>
              <a:gd name="T0" fmla="*/ 2147483647 w 14"/>
              <a:gd name="T1" fmla="*/ 2147483647 h 14"/>
              <a:gd name="T2" fmla="*/ 2147483647 w 14"/>
              <a:gd name="T3" fmla="*/ 2147483647 h 14"/>
              <a:gd name="T4" fmla="*/ 0 w 14"/>
              <a:gd name="T5" fmla="*/ 2147483647 h 14"/>
              <a:gd name="T6" fmla="*/ 0 w 14"/>
              <a:gd name="T7" fmla="*/ 0 h 14"/>
              <a:gd name="T8" fmla="*/ 2147483647 w 14"/>
              <a:gd name="T9" fmla="*/ 2147483647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14" y="7"/>
                </a:moveTo>
                <a:lnTo>
                  <a:pt x="14" y="14"/>
                </a:lnTo>
                <a:lnTo>
                  <a:pt x="0" y="7"/>
                </a:lnTo>
                <a:lnTo>
                  <a:pt x="0" y="0"/>
                </a:lnTo>
                <a:lnTo>
                  <a:pt x="14"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33" name="Freeform 68"/>
          <p:cNvSpPr>
            <a:spLocks/>
          </p:cNvSpPr>
          <p:nvPr/>
        </p:nvSpPr>
        <p:spPr bwMode="auto">
          <a:xfrm>
            <a:off x="5816601" y="2611439"/>
            <a:ext cx="239713" cy="295275"/>
          </a:xfrm>
          <a:custGeom>
            <a:avLst/>
            <a:gdLst>
              <a:gd name="T0" fmla="*/ 2147483647 w 151"/>
              <a:gd name="T1" fmla="*/ 2147483647 h 186"/>
              <a:gd name="T2" fmla="*/ 2147483647 w 151"/>
              <a:gd name="T3" fmla="*/ 0 h 186"/>
              <a:gd name="T4" fmla="*/ 0 w 151"/>
              <a:gd name="T5" fmla="*/ 2147483647 h 186"/>
              <a:gd name="T6" fmla="*/ 2147483647 w 151"/>
              <a:gd name="T7" fmla="*/ 2147483647 h 186"/>
              <a:gd name="T8" fmla="*/ 2147483647 w 151"/>
              <a:gd name="T9" fmla="*/ 2147483647 h 186"/>
              <a:gd name="T10" fmla="*/ 0 60000 65536"/>
              <a:gd name="T11" fmla="*/ 0 60000 65536"/>
              <a:gd name="T12" fmla="*/ 0 60000 65536"/>
              <a:gd name="T13" fmla="*/ 0 60000 65536"/>
              <a:gd name="T14" fmla="*/ 0 60000 65536"/>
              <a:gd name="T15" fmla="*/ 0 w 151"/>
              <a:gd name="T16" fmla="*/ 0 h 186"/>
              <a:gd name="T17" fmla="*/ 151 w 151"/>
              <a:gd name="T18" fmla="*/ 186 h 186"/>
            </a:gdLst>
            <a:ahLst/>
            <a:cxnLst>
              <a:cxn ang="T10">
                <a:pos x="T0" y="T1"/>
              </a:cxn>
              <a:cxn ang="T11">
                <a:pos x="T2" y="T3"/>
              </a:cxn>
              <a:cxn ang="T12">
                <a:pos x="T4" y="T5"/>
              </a:cxn>
              <a:cxn ang="T13">
                <a:pos x="T6" y="T7"/>
              </a:cxn>
              <a:cxn ang="T14">
                <a:pos x="T8" y="T9"/>
              </a:cxn>
            </a:cxnLst>
            <a:rect l="T15" t="T16" r="T17" b="T18"/>
            <a:pathLst>
              <a:path w="151" h="186">
                <a:moveTo>
                  <a:pt x="151" y="7"/>
                </a:moveTo>
                <a:lnTo>
                  <a:pt x="138" y="0"/>
                </a:lnTo>
                <a:lnTo>
                  <a:pt x="0" y="179"/>
                </a:lnTo>
                <a:lnTo>
                  <a:pt x="14" y="186"/>
                </a:lnTo>
                <a:lnTo>
                  <a:pt x="151"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34" name="Freeform 69"/>
          <p:cNvSpPr>
            <a:spLocks/>
          </p:cNvSpPr>
          <p:nvPr/>
        </p:nvSpPr>
        <p:spPr bwMode="auto">
          <a:xfrm>
            <a:off x="7321551" y="5745164"/>
            <a:ext cx="22225" cy="20637"/>
          </a:xfrm>
          <a:custGeom>
            <a:avLst/>
            <a:gdLst>
              <a:gd name="T0" fmla="*/ 2147483647 w 14"/>
              <a:gd name="T1" fmla="*/ 2147483647 h 13"/>
              <a:gd name="T2" fmla="*/ 2147483647 w 14"/>
              <a:gd name="T3" fmla="*/ 2147483647 h 13"/>
              <a:gd name="T4" fmla="*/ 2147483647 w 14"/>
              <a:gd name="T5" fmla="*/ 0 h 13"/>
              <a:gd name="T6" fmla="*/ 0 w 14"/>
              <a:gd name="T7" fmla="*/ 0 h 13"/>
              <a:gd name="T8" fmla="*/ 2147483647 w 14"/>
              <a:gd name="T9" fmla="*/ 2147483647 h 13"/>
              <a:gd name="T10" fmla="*/ 0 60000 65536"/>
              <a:gd name="T11" fmla="*/ 0 60000 65536"/>
              <a:gd name="T12" fmla="*/ 0 60000 65536"/>
              <a:gd name="T13" fmla="*/ 0 60000 65536"/>
              <a:gd name="T14" fmla="*/ 0 60000 65536"/>
              <a:gd name="T15" fmla="*/ 0 w 14"/>
              <a:gd name="T16" fmla="*/ 0 h 13"/>
              <a:gd name="T17" fmla="*/ 14 w 14"/>
              <a:gd name="T18" fmla="*/ 13 h 13"/>
            </a:gdLst>
            <a:ahLst/>
            <a:cxnLst>
              <a:cxn ang="T10">
                <a:pos x="T0" y="T1"/>
              </a:cxn>
              <a:cxn ang="T11">
                <a:pos x="T2" y="T3"/>
              </a:cxn>
              <a:cxn ang="T12">
                <a:pos x="T4" y="T5"/>
              </a:cxn>
              <a:cxn ang="T13">
                <a:pos x="T6" y="T7"/>
              </a:cxn>
              <a:cxn ang="T14">
                <a:pos x="T8" y="T9"/>
              </a:cxn>
            </a:cxnLst>
            <a:rect l="T15" t="T16" r="T17" b="T18"/>
            <a:pathLst>
              <a:path w="14" h="13">
                <a:moveTo>
                  <a:pt x="7" y="13"/>
                </a:moveTo>
                <a:lnTo>
                  <a:pt x="14" y="13"/>
                </a:lnTo>
                <a:lnTo>
                  <a:pt x="7" y="0"/>
                </a:lnTo>
                <a:lnTo>
                  <a:pt x="0" y="0"/>
                </a:lnTo>
                <a:lnTo>
                  <a:pt x="7" y="13"/>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35" name="Freeform 70"/>
          <p:cNvSpPr>
            <a:spLocks/>
          </p:cNvSpPr>
          <p:nvPr/>
        </p:nvSpPr>
        <p:spPr bwMode="auto">
          <a:xfrm>
            <a:off x="3527425" y="5503863"/>
            <a:ext cx="3805238" cy="787400"/>
          </a:xfrm>
          <a:custGeom>
            <a:avLst/>
            <a:gdLst>
              <a:gd name="T0" fmla="*/ 2147483647 w 2397"/>
              <a:gd name="T1" fmla="*/ 2147483647 h 496"/>
              <a:gd name="T2" fmla="*/ 2147483647 w 2397"/>
              <a:gd name="T3" fmla="*/ 2147483647 h 496"/>
              <a:gd name="T4" fmla="*/ 2147483647 w 2397"/>
              <a:gd name="T5" fmla="*/ 2147483647 h 496"/>
              <a:gd name="T6" fmla="*/ 2147483647 w 2397"/>
              <a:gd name="T7" fmla="*/ 2147483647 h 496"/>
              <a:gd name="T8" fmla="*/ 2147483647 w 2397"/>
              <a:gd name="T9" fmla="*/ 2147483647 h 496"/>
              <a:gd name="T10" fmla="*/ 2147483647 w 2397"/>
              <a:gd name="T11" fmla="*/ 2147483647 h 496"/>
              <a:gd name="T12" fmla="*/ 2147483647 w 2397"/>
              <a:gd name="T13" fmla="*/ 2147483647 h 496"/>
              <a:gd name="T14" fmla="*/ 2147483647 w 2397"/>
              <a:gd name="T15" fmla="*/ 2147483647 h 496"/>
              <a:gd name="T16" fmla="*/ 2147483647 w 2397"/>
              <a:gd name="T17" fmla="*/ 2147483647 h 496"/>
              <a:gd name="T18" fmla="*/ 2147483647 w 2397"/>
              <a:gd name="T19" fmla="*/ 2147483647 h 496"/>
              <a:gd name="T20" fmla="*/ 2147483647 w 2397"/>
              <a:gd name="T21" fmla="*/ 2147483647 h 496"/>
              <a:gd name="T22" fmla="*/ 2147483647 w 2397"/>
              <a:gd name="T23" fmla="*/ 2147483647 h 496"/>
              <a:gd name="T24" fmla="*/ 2147483647 w 2397"/>
              <a:gd name="T25" fmla="*/ 2147483647 h 496"/>
              <a:gd name="T26" fmla="*/ 2147483647 w 2397"/>
              <a:gd name="T27" fmla="*/ 2147483647 h 496"/>
              <a:gd name="T28" fmla="*/ 2147483647 w 2397"/>
              <a:gd name="T29" fmla="*/ 2147483647 h 496"/>
              <a:gd name="T30" fmla="*/ 2147483647 w 2397"/>
              <a:gd name="T31" fmla="*/ 2147483647 h 496"/>
              <a:gd name="T32" fmla="*/ 2147483647 w 2397"/>
              <a:gd name="T33" fmla="*/ 2147483647 h 496"/>
              <a:gd name="T34" fmla="*/ 2147483647 w 2397"/>
              <a:gd name="T35" fmla="*/ 2147483647 h 496"/>
              <a:gd name="T36" fmla="*/ 2147483647 w 2397"/>
              <a:gd name="T37" fmla="*/ 2147483647 h 496"/>
              <a:gd name="T38" fmla="*/ 2147483647 w 2397"/>
              <a:gd name="T39" fmla="*/ 2147483647 h 496"/>
              <a:gd name="T40" fmla="*/ 0 w 2397"/>
              <a:gd name="T41" fmla="*/ 2147483647 h 496"/>
              <a:gd name="T42" fmla="*/ 2147483647 w 2397"/>
              <a:gd name="T43" fmla="*/ 0 h 496"/>
              <a:gd name="T44" fmla="*/ 2147483647 w 2397"/>
              <a:gd name="T45" fmla="*/ 2147483647 h 496"/>
              <a:gd name="T46" fmla="*/ 2147483647 w 2397"/>
              <a:gd name="T47" fmla="*/ 2147483647 h 496"/>
              <a:gd name="T48" fmla="*/ 2147483647 w 2397"/>
              <a:gd name="T49" fmla="*/ 2147483647 h 496"/>
              <a:gd name="T50" fmla="*/ 2147483647 w 2397"/>
              <a:gd name="T51" fmla="*/ 2147483647 h 496"/>
              <a:gd name="T52" fmla="*/ 2147483647 w 2397"/>
              <a:gd name="T53" fmla="*/ 2147483647 h 496"/>
              <a:gd name="T54" fmla="*/ 2147483647 w 2397"/>
              <a:gd name="T55" fmla="*/ 2147483647 h 496"/>
              <a:gd name="T56" fmla="*/ 2147483647 w 2397"/>
              <a:gd name="T57" fmla="*/ 2147483647 h 496"/>
              <a:gd name="T58" fmla="*/ 2147483647 w 2397"/>
              <a:gd name="T59" fmla="*/ 2147483647 h 496"/>
              <a:gd name="T60" fmla="*/ 2147483647 w 2397"/>
              <a:gd name="T61" fmla="*/ 2147483647 h 496"/>
              <a:gd name="T62" fmla="*/ 2147483647 w 2397"/>
              <a:gd name="T63" fmla="*/ 2147483647 h 496"/>
              <a:gd name="T64" fmla="*/ 2147483647 w 2397"/>
              <a:gd name="T65" fmla="*/ 2147483647 h 496"/>
              <a:gd name="T66" fmla="*/ 2147483647 w 2397"/>
              <a:gd name="T67" fmla="*/ 2147483647 h 496"/>
              <a:gd name="T68" fmla="*/ 2147483647 w 2397"/>
              <a:gd name="T69" fmla="*/ 2147483647 h 496"/>
              <a:gd name="T70" fmla="*/ 2147483647 w 2397"/>
              <a:gd name="T71" fmla="*/ 2147483647 h 496"/>
              <a:gd name="T72" fmla="*/ 2147483647 w 2397"/>
              <a:gd name="T73" fmla="*/ 2147483647 h 496"/>
              <a:gd name="T74" fmla="*/ 2147483647 w 2397"/>
              <a:gd name="T75" fmla="*/ 2147483647 h 496"/>
              <a:gd name="T76" fmla="*/ 2147483647 w 2397"/>
              <a:gd name="T77" fmla="*/ 2147483647 h 496"/>
              <a:gd name="T78" fmla="*/ 2147483647 w 2397"/>
              <a:gd name="T79" fmla="*/ 2147483647 h 496"/>
              <a:gd name="T80" fmla="*/ 2147483647 w 2397"/>
              <a:gd name="T81" fmla="*/ 2147483647 h 496"/>
              <a:gd name="T82" fmla="*/ 2147483647 w 2397"/>
              <a:gd name="T83" fmla="*/ 2147483647 h 49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397"/>
              <a:gd name="T127" fmla="*/ 0 h 496"/>
              <a:gd name="T128" fmla="*/ 2397 w 2397"/>
              <a:gd name="T129" fmla="*/ 496 h 49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397" h="496">
                <a:moveTo>
                  <a:pt x="2397" y="165"/>
                </a:moveTo>
                <a:lnTo>
                  <a:pt x="2212" y="269"/>
                </a:lnTo>
                <a:lnTo>
                  <a:pt x="2019" y="351"/>
                </a:lnTo>
                <a:lnTo>
                  <a:pt x="1834" y="413"/>
                </a:lnTo>
                <a:lnTo>
                  <a:pt x="1827" y="413"/>
                </a:lnTo>
                <a:lnTo>
                  <a:pt x="1642" y="454"/>
                </a:lnTo>
                <a:lnTo>
                  <a:pt x="1456" y="482"/>
                </a:lnTo>
                <a:lnTo>
                  <a:pt x="1277" y="496"/>
                </a:lnTo>
                <a:lnTo>
                  <a:pt x="1099" y="489"/>
                </a:lnTo>
                <a:lnTo>
                  <a:pt x="920" y="461"/>
                </a:lnTo>
                <a:lnTo>
                  <a:pt x="748" y="427"/>
                </a:lnTo>
                <a:lnTo>
                  <a:pt x="584" y="372"/>
                </a:lnTo>
                <a:lnTo>
                  <a:pt x="426" y="303"/>
                </a:lnTo>
                <a:lnTo>
                  <a:pt x="274" y="221"/>
                </a:lnTo>
                <a:lnTo>
                  <a:pt x="137" y="124"/>
                </a:lnTo>
                <a:lnTo>
                  <a:pt x="0" y="14"/>
                </a:lnTo>
                <a:lnTo>
                  <a:pt x="7" y="7"/>
                </a:lnTo>
                <a:lnTo>
                  <a:pt x="7" y="0"/>
                </a:lnTo>
                <a:lnTo>
                  <a:pt x="144" y="110"/>
                </a:lnTo>
                <a:lnTo>
                  <a:pt x="281" y="207"/>
                </a:lnTo>
                <a:lnTo>
                  <a:pt x="432" y="289"/>
                </a:lnTo>
                <a:lnTo>
                  <a:pt x="590" y="358"/>
                </a:lnTo>
                <a:lnTo>
                  <a:pt x="755" y="413"/>
                </a:lnTo>
                <a:lnTo>
                  <a:pt x="748" y="413"/>
                </a:lnTo>
                <a:lnTo>
                  <a:pt x="920" y="447"/>
                </a:lnTo>
                <a:lnTo>
                  <a:pt x="1099" y="475"/>
                </a:lnTo>
                <a:lnTo>
                  <a:pt x="1277" y="482"/>
                </a:lnTo>
                <a:lnTo>
                  <a:pt x="1456" y="468"/>
                </a:lnTo>
                <a:lnTo>
                  <a:pt x="1642" y="441"/>
                </a:lnTo>
                <a:lnTo>
                  <a:pt x="1827" y="399"/>
                </a:lnTo>
                <a:lnTo>
                  <a:pt x="2013" y="337"/>
                </a:lnTo>
                <a:lnTo>
                  <a:pt x="2205" y="255"/>
                </a:lnTo>
                <a:lnTo>
                  <a:pt x="2390" y="152"/>
                </a:lnTo>
                <a:lnTo>
                  <a:pt x="2397" y="165"/>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36" name="Freeform 71"/>
          <p:cNvSpPr>
            <a:spLocks/>
          </p:cNvSpPr>
          <p:nvPr/>
        </p:nvSpPr>
        <p:spPr bwMode="auto">
          <a:xfrm>
            <a:off x="3319464" y="5329238"/>
            <a:ext cx="219075" cy="196850"/>
          </a:xfrm>
          <a:custGeom>
            <a:avLst/>
            <a:gdLst>
              <a:gd name="T0" fmla="*/ 2147483647 w 138"/>
              <a:gd name="T1" fmla="*/ 2147483647 h 124"/>
              <a:gd name="T2" fmla="*/ 2147483647 w 138"/>
              <a:gd name="T3" fmla="*/ 2147483647 h 124"/>
              <a:gd name="T4" fmla="*/ 0 w 138"/>
              <a:gd name="T5" fmla="*/ 2147483647 h 124"/>
              <a:gd name="T6" fmla="*/ 2147483647 w 138"/>
              <a:gd name="T7" fmla="*/ 0 h 124"/>
              <a:gd name="T8" fmla="*/ 2147483647 w 138"/>
              <a:gd name="T9" fmla="*/ 0 h 124"/>
              <a:gd name="T10" fmla="*/ 2147483647 w 138"/>
              <a:gd name="T11" fmla="*/ 2147483647 h 124"/>
              <a:gd name="T12" fmla="*/ 2147483647 w 138"/>
              <a:gd name="T13" fmla="*/ 2147483647 h 124"/>
              <a:gd name="T14" fmla="*/ 0 60000 65536"/>
              <a:gd name="T15" fmla="*/ 0 60000 65536"/>
              <a:gd name="T16" fmla="*/ 0 60000 65536"/>
              <a:gd name="T17" fmla="*/ 0 60000 65536"/>
              <a:gd name="T18" fmla="*/ 0 60000 65536"/>
              <a:gd name="T19" fmla="*/ 0 60000 65536"/>
              <a:gd name="T20" fmla="*/ 0 60000 65536"/>
              <a:gd name="T21" fmla="*/ 0 w 138"/>
              <a:gd name="T22" fmla="*/ 0 h 124"/>
              <a:gd name="T23" fmla="*/ 138 w 138"/>
              <a:gd name="T24" fmla="*/ 124 h 1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124">
                <a:moveTo>
                  <a:pt x="131" y="124"/>
                </a:moveTo>
                <a:lnTo>
                  <a:pt x="7" y="7"/>
                </a:lnTo>
                <a:lnTo>
                  <a:pt x="0" y="7"/>
                </a:lnTo>
                <a:lnTo>
                  <a:pt x="14" y="0"/>
                </a:lnTo>
                <a:lnTo>
                  <a:pt x="138" y="117"/>
                </a:lnTo>
                <a:lnTo>
                  <a:pt x="131" y="12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37" name="Freeform 72"/>
          <p:cNvSpPr>
            <a:spLocks/>
          </p:cNvSpPr>
          <p:nvPr/>
        </p:nvSpPr>
        <p:spPr bwMode="auto">
          <a:xfrm>
            <a:off x="3144839" y="5100639"/>
            <a:ext cx="22225" cy="22225"/>
          </a:xfrm>
          <a:custGeom>
            <a:avLst/>
            <a:gdLst>
              <a:gd name="T0" fmla="*/ 0 w 14"/>
              <a:gd name="T1" fmla="*/ 2147483647 h 14"/>
              <a:gd name="T2" fmla="*/ 0 w 14"/>
              <a:gd name="T3" fmla="*/ 2147483647 h 14"/>
              <a:gd name="T4" fmla="*/ 2147483647 w 14"/>
              <a:gd name="T5" fmla="*/ 0 h 14"/>
              <a:gd name="T6" fmla="*/ 2147483647 w 14"/>
              <a:gd name="T7" fmla="*/ 2147483647 h 14"/>
              <a:gd name="T8" fmla="*/ 0 w 14"/>
              <a:gd name="T9" fmla="*/ 2147483647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0" y="14"/>
                </a:moveTo>
                <a:lnTo>
                  <a:pt x="0" y="7"/>
                </a:lnTo>
                <a:lnTo>
                  <a:pt x="14" y="0"/>
                </a:lnTo>
                <a:lnTo>
                  <a:pt x="14" y="7"/>
                </a:lnTo>
                <a:lnTo>
                  <a:pt x="0" y="1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38" name="Freeform 73"/>
          <p:cNvSpPr>
            <a:spLocks/>
          </p:cNvSpPr>
          <p:nvPr/>
        </p:nvSpPr>
        <p:spPr bwMode="auto">
          <a:xfrm>
            <a:off x="3144838" y="5111750"/>
            <a:ext cx="196850" cy="228600"/>
          </a:xfrm>
          <a:custGeom>
            <a:avLst/>
            <a:gdLst>
              <a:gd name="T0" fmla="*/ 2147483647 w 124"/>
              <a:gd name="T1" fmla="*/ 2147483647 h 144"/>
              <a:gd name="T2" fmla="*/ 2147483647 w 124"/>
              <a:gd name="T3" fmla="*/ 2147483647 h 144"/>
              <a:gd name="T4" fmla="*/ 2147483647 w 124"/>
              <a:gd name="T5" fmla="*/ 0 h 144"/>
              <a:gd name="T6" fmla="*/ 0 w 124"/>
              <a:gd name="T7" fmla="*/ 2147483647 h 144"/>
              <a:gd name="T8" fmla="*/ 2147483647 w 124"/>
              <a:gd name="T9" fmla="*/ 2147483647 h 144"/>
              <a:gd name="T10" fmla="*/ 0 60000 65536"/>
              <a:gd name="T11" fmla="*/ 0 60000 65536"/>
              <a:gd name="T12" fmla="*/ 0 60000 65536"/>
              <a:gd name="T13" fmla="*/ 0 60000 65536"/>
              <a:gd name="T14" fmla="*/ 0 60000 65536"/>
              <a:gd name="T15" fmla="*/ 0 w 124"/>
              <a:gd name="T16" fmla="*/ 0 h 144"/>
              <a:gd name="T17" fmla="*/ 124 w 124"/>
              <a:gd name="T18" fmla="*/ 144 h 144"/>
            </a:gdLst>
            <a:ahLst/>
            <a:cxnLst>
              <a:cxn ang="T10">
                <a:pos x="T0" y="T1"/>
              </a:cxn>
              <a:cxn ang="T11">
                <a:pos x="T2" y="T3"/>
              </a:cxn>
              <a:cxn ang="T12">
                <a:pos x="T4" y="T5"/>
              </a:cxn>
              <a:cxn ang="T13">
                <a:pos x="T6" y="T7"/>
              </a:cxn>
              <a:cxn ang="T14">
                <a:pos x="T8" y="T9"/>
              </a:cxn>
            </a:cxnLst>
            <a:rect l="T15" t="T16" r="T17" b="T18"/>
            <a:pathLst>
              <a:path w="124" h="144">
                <a:moveTo>
                  <a:pt x="110" y="144"/>
                </a:moveTo>
                <a:lnTo>
                  <a:pt x="124" y="137"/>
                </a:lnTo>
                <a:lnTo>
                  <a:pt x="14" y="0"/>
                </a:lnTo>
                <a:lnTo>
                  <a:pt x="0" y="7"/>
                </a:lnTo>
                <a:lnTo>
                  <a:pt x="110" y="14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39" name="Freeform 74"/>
          <p:cNvSpPr>
            <a:spLocks/>
          </p:cNvSpPr>
          <p:nvPr/>
        </p:nvSpPr>
        <p:spPr bwMode="auto">
          <a:xfrm>
            <a:off x="3046414" y="4008439"/>
            <a:ext cx="22225" cy="22225"/>
          </a:xfrm>
          <a:custGeom>
            <a:avLst/>
            <a:gdLst>
              <a:gd name="T0" fmla="*/ 0 w 14"/>
              <a:gd name="T1" fmla="*/ 0 h 14"/>
              <a:gd name="T2" fmla="*/ 0 w 14"/>
              <a:gd name="T3" fmla="*/ 2147483647 h 14"/>
              <a:gd name="T4" fmla="*/ 2147483647 w 14"/>
              <a:gd name="T5" fmla="*/ 2147483647 h 14"/>
              <a:gd name="T6" fmla="*/ 2147483647 w 14"/>
              <a:gd name="T7" fmla="*/ 2147483647 h 14"/>
              <a:gd name="T8" fmla="*/ 0 w 14"/>
              <a:gd name="T9" fmla="*/ 0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0" y="0"/>
                </a:moveTo>
                <a:lnTo>
                  <a:pt x="0" y="7"/>
                </a:lnTo>
                <a:lnTo>
                  <a:pt x="14" y="14"/>
                </a:lnTo>
                <a:lnTo>
                  <a:pt x="14" y="7"/>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40" name="Freeform 75"/>
          <p:cNvSpPr>
            <a:spLocks/>
          </p:cNvSpPr>
          <p:nvPr/>
        </p:nvSpPr>
        <p:spPr bwMode="auto">
          <a:xfrm>
            <a:off x="3046413" y="1541464"/>
            <a:ext cx="4494212" cy="2478087"/>
          </a:xfrm>
          <a:custGeom>
            <a:avLst/>
            <a:gdLst>
              <a:gd name="T0" fmla="*/ 2147483647 w 2831"/>
              <a:gd name="T1" fmla="*/ 2147483647 h 1561"/>
              <a:gd name="T2" fmla="*/ 2147483647 w 2831"/>
              <a:gd name="T3" fmla="*/ 2147483647 h 1561"/>
              <a:gd name="T4" fmla="*/ 2147483647 w 2831"/>
              <a:gd name="T5" fmla="*/ 2147483647 h 1561"/>
              <a:gd name="T6" fmla="*/ 2147483647 w 2831"/>
              <a:gd name="T7" fmla="*/ 2147483647 h 1561"/>
              <a:gd name="T8" fmla="*/ 2147483647 w 2831"/>
              <a:gd name="T9" fmla="*/ 2147483647 h 1561"/>
              <a:gd name="T10" fmla="*/ 2147483647 w 2831"/>
              <a:gd name="T11" fmla="*/ 2147483647 h 1561"/>
              <a:gd name="T12" fmla="*/ 2147483647 w 2831"/>
              <a:gd name="T13" fmla="*/ 2147483647 h 1561"/>
              <a:gd name="T14" fmla="*/ 2147483647 w 2831"/>
              <a:gd name="T15" fmla="*/ 2147483647 h 1561"/>
              <a:gd name="T16" fmla="*/ 2147483647 w 2831"/>
              <a:gd name="T17" fmla="*/ 2147483647 h 1561"/>
              <a:gd name="T18" fmla="*/ 2147483647 w 2831"/>
              <a:gd name="T19" fmla="*/ 2147483647 h 1561"/>
              <a:gd name="T20" fmla="*/ 2147483647 w 2831"/>
              <a:gd name="T21" fmla="*/ 2147483647 h 1561"/>
              <a:gd name="T22" fmla="*/ 2147483647 w 2831"/>
              <a:gd name="T23" fmla="*/ 2147483647 h 1561"/>
              <a:gd name="T24" fmla="*/ 2147483647 w 2831"/>
              <a:gd name="T25" fmla="*/ 2147483647 h 1561"/>
              <a:gd name="T26" fmla="*/ 2147483647 w 2831"/>
              <a:gd name="T27" fmla="*/ 2147483647 h 1561"/>
              <a:gd name="T28" fmla="*/ 2147483647 w 2831"/>
              <a:gd name="T29" fmla="*/ 2147483647 h 1561"/>
              <a:gd name="T30" fmla="*/ 2147483647 w 2831"/>
              <a:gd name="T31" fmla="*/ 0 h 1561"/>
              <a:gd name="T32" fmla="*/ 2147483647 w 2831"/>
              <a:gd name="T33" fmla="*/ 0 h 1561"/>
              <a:gd name="T34" fmla="*/ 2147483647 w 2831"/>
              <a:gd name="T35" fmla="*/ 2147483647 h 1561"/>
              <a:gd name="T36" fmla="*/ 2147483647 w 2831"/>
              <a:gd name="T37" fmla="*/ 2147483647 h 1561"/>
              <a:gd name="T38" fmla="*/ 2147483647 w 2831"/>
              <a:gd name="T39" fmla="*/ 2147483647 h 1561"/>
              <a:gd name="T40" fmla="*/ 2147483647 w 2831"/>
              <a:gd name="T41" fmla="*/ 2147483647 h 1561"/>
              <a:gd name="T42" fmla="*/ 2147483647 w 2831"/>
              <a:gd name="T43" fmla="*/ 2147483647 h 1561"/>
              <a:gd name="T44" fmla="*/ 2147483647 w 2831"/>
              <a:gd name="T45" fmla="*/ 2147483647 h 1561"/>
              <a:gd name="T46" fmla="*/ 2147483647 w 2831"/>
              <a:gd name="T47" fmla="*/ 2147483647 h 1561"/>
              <a:gd name="T48" fmla="*/ 2147483647 w 2831"/>
              <a:gd name="T49" fmla="*/ 2147483647 h 1561"/>
              <a:gd name="T50" fmla="*/ 2147483647 w 2831"/>
              <a:gd name="T51" fmla="*/ 2147483647 h 1561"/>
              <a:gd name="T52" fmla="*/ 2147483647 w 2831"/>
              <a:gd name="T53" fmla="*/ 2147483647 h 1561"/>
              <a:gd name="T54" fmla="*/ 2147483647 w 2831"/>
              <a:gd name="T55" fmla="*/ 2147483647 h 1561"/>
              <a:gd name="T56" fmla="*/ 2147483647 w 2831"/>
              <a:gd name="T57" fmla="*/ 2147483647 h 1561"/>
              <a:gd name="T58" fmla="*/ 2147483647 w 2831"/>
              <a:gd name="T59" fmla="*/ 2147483647 h 1561"/>
              <a:gd name="T60" fmla="*/ 2147483647 w 2831"/>
              <a:gd name="T61" fmla="*/ 2147483647 h 1561"/>
              <a:gd name="T62" fmla="*/ 2147483647 w 2831"/>
              <a:gd name="T63" fmla="*/ 2147483647 h 1561"/>
              <a:gd name="T64" fmla="*/ 2147483647 w 2831"/>
              <a:gd name="T65" fmla="*/ 2147483647 h 1561"/>
              <a:gd name="T66" fmla="*/ 2147483647 w 2831"/>
              <a:gd name="T67" fmla="*/ 2147483647 h 1561"/>
              <a:gd name="T68" fmla="*/ 2147483647 w 2831"/>
              <a:gd name="T69" fmla="*/ 2147483647 h 1561"/>
              <a:gd name="T70" fmla="*/ 2147483647 w 2831"/>
              <a:gd name="T71" fmla="*/ 2147483647 h 1561"/>
              <a:gd name="T72" fmla="*/ 2147483647 w 2831"/>
              <a:gd name="T73" fmla="*/ 2147483647 h 1561"/>
              <a:gd name="T74" fmla="*/ 2147483647 w 2831"/>
              <a:gd name="T75" fmla="*/ 2147483647 h 1561"/>
              <a:gd name="T76" fmla="*/ 2147483647 w 2831"/>
              <a:gd name="T77" fmla="*/ 2147483647 h 1561"/>
              <a:gd name="T78" fmla="*/ 2147483647 w 2831"/>
              <a:gd name="T79" fmla="*/ 2147483647 h 1561"/>
              <a:gd name="T80" fmla="*/ 2147483647 w 2831"/>
              <a:gd name="T81" fmla="*/ 2147483647 h 1561"/>
              <a:gd name="T82" fmla="*/ 2147483647 w 2831"/>
              <a:gd name="T83" fmla="*/ 2147483647 h 156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1"/>
              <a:gd name="T127" fmla="*/ 0 h 1561"/>
              <a:gd name="T128" fmla="*/ 2831 w 2831"/>
              <a:gd name="T129" fmla="*/ 1561 h 156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1" h="1561">
                <a:moveTo>
                  <a:pt x="0" y="1554"/>
                </a:moveTo>
                <a:lnTo>
                  <a:pt x="103" y="1272"/>
                </a:lnTo>
                <a:lnTo>
                  <a:pt x="241" y="1025"/>
                </a:lnTo>
                <a:lnTo>
                  <a:pt x="399" y="805"/>
                </a:lnTo>
                <a:lnTo>
                  <a:pt x="406" y="805"/>
                </a:lnTo>
                <a:lnTo>
                  <a:pt x="591" y="605"/>
                </a:lnTo>
                <a:lnTo>
                  <a:pt x="591" y="599"/>
                </a:lnTo>
                <a:lnTo>
                  <a:pt x="797" y="434"/>
                </a:lnTo>
                <a:lnTo>
                  <a:pt x="1010" y="296"/>
                </a:lnTo>
                <a:lnTo>
                  <a:pt x="1237" y="186"/>
                </a:lnTo>
                <a:lnTo>
                  <a:pt x="1477" y="103"/>
                </a:lnTo>
                <a:lnTo>
                  <a:pt x="1711" y="42"/>
                </a:lnTo>
                <a:lnTo>
                  <a:pt x="1951" y="7"/>
                </a:lnTo>
                <a:lnTo>
                  <a:pt x="2185" y="0"/>
                </a:lnTo>
                <a:lnTo>
                  <a:pt x="2412" y="21"/>
                </a:lnTo>
                <a:lnTo>
                  <a:pt x="2625" y="62"/>
                </a:lnTo>
                <a:lnTo>
                  <a:pt x="2632" y="62"/>
                </a:lnTo>
                <a:lnTo>
                  <a:pt x="2831" y="124"/>
                </a:lnTo>
                <a:lnTo>
                  <a:pt x="2824" y="138"/>
                </a:lnTo>
                <a:lnTo>
                  <a:pt x="2625" y="76"/>
                </a:lnTo>
                <a:lnTo>
                  <a:pt x="2412" y="35"/>
                </a:lnTo>
                <a:lnTo>
                  <a:pt x="2185" y="14"/>
                </a:lnTo>
                <a:lnTo>
                  <a:pt x="1951" y="21"/>
                </a:lnTo>
                <a:lnTo>
                  <a:pt x="1711" y="55"/>
                </a:lnTo>
                <a:lnTo>
                  <a:pt x="1718" y="55"/>
                </a:lnTo>
                <a:lnTo>
                  <a:pt x="1484" y="117"/>
                </a:lnTo>
                <a:lnTo>
                  <a:pt x="1244" y="200"/>
                </a:lnTo>
                <a:lnTo>
                  <a:pt x="1017" y="310"/>
                </a:lnTo>
                <a:lnTo>
                  <a:pt x="804" y="447"/>
                </a:lnTo>
                <a:lnTo>
                  <a:pt x="598" y="612"/>
                </a:lnTo>
                <a:lnTo>
                  <a:pt x="413" y="812"/>
                </a:lnTo>
                <a:lnTo>
                  <a:pt x="255" y="1032"/>
                </a:lnTo>
                <a:lnTo>
                  <a:pt x="117" y="1279"/>
                </a:lnTo>
                <a:lnTo>
                  <a:pt x="14" y="1561"/>
                </a:lnTo>
                <a:lnTo>
                  <a:pt x="0" y="155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41" name="Freeform 76"/>
          <p:cNvSpPr>
            <a:spLocks/>
          </p:cNvSpPr>
          <p:nvPr/>
        </p:nvSpPr>
        <p:spPr bwMode="auto">
          <a:xfrm>
            <a:off x="7529514" y="1738313"/>
            <a:ext cx="293687" cy="163512"/>
          </a:xfrm>
          <a:custGeom>
            <a:avLst/>
            <a:gdLst>
              <a:gd name="T0" fmla="*/ 2147483647 w 185"/>
              <a:gd name="T1" fmla="*/ 0 h 103"/>
              <a:gd name="T2" fmla="*/ 2147483647 w 185"/>
              <a:gd name="T3" fmla="*/ 2147483647 h 103"/>
              <a:gd name="T4" fmla="*/ 2147483647 w 185"/>
              <a:gd name="T5" fmla="*/ 2147483647 h 103"/>
              <a:gd name="T6" fmla="*/ 2147483647 w 185"/>
              <a:gd name="T7" fmla="*/ 2147483647 h 103"/>
              <a:gd name="T8" fmla="*/ 2147483647 w 185"/>
              <a:gd name="T9" fmla="*/ 2147483647 h 103"/>
              <a:gd name="T10" fmla="*/ 0 w 185"/>
              <a:gd name="T11" fmla="*/ 2147483647 h 103"/>
              <a:gd name="T12" fmla="*/ 2147483647 w 185"/>
              <a:gd name="T13" fmla="*/ 0 h 103"/>
              <a:gd name="T14" fmla="*/ 0 60000 65536"/>
              <a:gd name="T15" fmla="*/ 0 60000 65536"/>
              <a:gd name="T16" fmla="*/ 0 60000 65536"/>
              <a:gd name="T17" fmla="*/ 0 60000 65536"/>
              <a:gd name="T18" fmla="*/ 0 60000 65536"/>
              <a:gd name="T19" fmla="*/ 0 60000 65536"/>
              <a:gd name="T20" fmla="*/ 0 60000 65536"/>
              <a:gd name="T21" fmla="*/ 0 w 185"/>
              <a:gd name="T22" fmla="*/ 0 h 103"/>
              <a:gd name="T23" fmla="*/ 185 w 185"/>
              <a:gd name="T24" fmla="*/ 103 h 1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103">
                <a:moveTo>
                  <a:pt x="7" y="0"/>
                </a:moveTo>
                <a:lnTo>
                  <a:pt x="185" y="89"/>
                </a:lnTo>
                <a:lnTo>
                  <a:pt x="179" y="103"/>
                </a:lnTo>
                <a:lnTo>
                  <a:pt x="0" y="14"/>
                </a:lnTo>
                <a:lnTo>
                  <a:pt x="7"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42" name="Freeform 77"/>
          <p:cNvSpPr>
            <a:spLocks/>
          </p:cNvSpPr>
          <p:nvPr/>
        </p:nvSpPr>
        <p:spPr bwMode="auto">
          <a:xfrm>
            <a:off x="8064500" y="2044700"/>
            <a:ext cx="20638" cy="20638"/>
          </a:xfrm>
          <a:custGeom>
            <a:avLst/>
            <a:gdLst>
              <a:gd name="T0" fmla="*/ 2147483647 w 13"/>
              <a:gd name="T1" fmla="*/ 0 h 13"/>
              <a:gd name="T2" fmla="*/ 2147483647 w 13"/>
              <a:gd name="T3" fmla="*/ 0 h 13"/>
              <a:gd name="T4" fmla="*/ 2147483647 w 13"/>
              <a:gd name="T5" fmla="*/ 2147483647 h 13"/>
              <a:gd name="T6" fmla="*/ 0 w 13"/>
              <a:gd name="T7" fmla="*/ 2147483647 h 13"/>
              <a:gd name="T8" fmla="*/ 2147483647 w 13"/>
              <a:gd name="T9" fmla="*/ 0 h 13"/>
              <a:gd name="T10" fmla="*/ 0 60000 65536"/>
              <a:gd name="T11" fmla="*/ 0 60000 65536"/>
              <a:gd name="T12" fmla="*/ 0 60000 65536"/>
              <a:gd name="T13" fmla="*/ 0 60000 65536"/>
              <a:gd name="T14" fmla="*/ 0 60000 65536"/>
              <a:gd name="T15" fmla="*/ 0 w 13"/>
              <a:gd name="T16" fmla="*/ 0 h 13"/>
              <a:gd name="T17" fmla="*/ 13 w 13"/>
              <a:gd name="T18" fmla="*/ 13 h 13"/>
            </a:gdLst>
            <a:ahLst/>
            <a:cxnLst>
              <a:cxn ang="T10">
                <a:pos x="T0" y="T1"/>
              </a:cxn>
              <a:cxn ang="T11">
                <a:pos x="T2" y="T3"/>
              </a:cxn>
              <a:cxn ang="T12">
                <a:pos x="T4" y="T5"/>
              </a:cxn>
              <a:cxn ang="T13">
                <a:pos x="T6" y="T7"/>
              </a:cxn>
              <a:cxn ang="T14">
                <a:pos x="T8" y="T9"/>
              </a:cxn>
            </a:cxnLst>
            <a:rect l="T15" t="T16" r="T17" b="T18"/>
            <a:pathLst>
              <a:path w="13" h="13">
                <a:moveTo>
                  <a:pt x="6" y="0"/>
                </a:moveTo>
                <a:lnTo>
                  <a:pt x="13" y="0"/>
                </a:lnTo>
                <a:lnTo>
                  <a:pt x="6" y="13"/>
                </a:lnTo>
                <a:lnTo>
                  <a:pt x="0" y="13"/>
                </a:lnTo>
                <a:lnTo>
                  <a:pt x="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43" name="Freeform 78"/>
          <p:cNvSpPr>
            <a:spLocks/>
          </p:cNvSpPr>
          <p:nvPr/>
        </p:nvSpPr>
        <p:spPr bwMode="auto">
          <a:xfrm>
            <a:off x="7813675" y="1879600"/>
            <a:ext cx="260350" cy="185738"/>
          </a:xfrm>
          <a:custGeom>
            <a:avLst/>
            <a:gdLst>
              <a:gd name="T0" fmla="*/ 2147483647 w 164"/>
              <a:gd name="T1" fmla="*/ 0 h 117"/>
              <a:gd name="T2" fmla="*/ 0 w 164"/>
              <a:gd name="T3" fmla="*/ 2147483647 h 117"/>
              <a:gd name="T4" fmla="*/ 2147483647 w 164"/>
              <a:gd name="T5" fmla="*/ 2147483647 h 117"/>
              <a:gd name="T6" fmla="*/ 2147483647 w 164"/>
              <a:gd name="T7" fmla="*/ 2147483647 h 117"/>
              <a:gd name="T8" fmla="*/ 2147483647 w 164"/>
              <a:gd name="T9" fmla="*/ 0 h 117"/>
              <a:gd name="T10" fmla="*/ 0 60000 65536"/>
              <a:gd name="T11" fmla="*/ 0 60000 65536"/>
              <a:gd name="T12" fmla="*/ 0 60000 65536"/>
              <a:gd name="T13" fmla="*/ 0 60000 65536"/>
              <a:gd name="T14" fmla="*/ 0 60000 65536"/>
              <a:gd name="T15" fmla="*/ 0 w 164"/>
              <a:gd name="T16" fmla="*/ 0 h 117"/>
              <a:gd name="T17" fmla="*/ 164 w 164"/>
              <a:gd name="T18" fmla="*/ 117 h 117"/>
            </a:gdLst>
            <a:ahLst/>
            <a:cxnLst>
              <a:cxn ang="T10">
                <a:pos x="T0" y="T1"/>
              </a:cxn>
              <a:cxn ang="T11">
                <a:pos x="T2" y="T3"/>
              </a:cxn>
              <a:cxn ang="T12">
                <a:pos x="T4" y="T5"/>
              </a:cxn>
              <a:cxn ang="T13">
                <a:pos x="T6" y="T7"/>
              </a:cxn>
              <a:cxn ang="T14">
                <a:pos x="T8" y="T9"/>
              </a:cxn>
            </a:cxnLst>
            <a:rect l="T15" t="T16" r="T17" b="T18"/>
            <a:pathLst>
              <a:path w="164" h="117">
                <a:moveTo>
                  <a:pt x="6" y="0"/>
                </a:moveTo>
                <a:lnTo>
                  <a:pt x="0" y="14"/>
                </a:lnTo>
                <a:lnTo>
                  <a:pt x="158" y="117"/>
                </a:lnTo>
                <a:lnTo>
                  <a:pt x="164" y="104"/>
                </a:lnTo>
                <a:lnTo>
                  <a:pt x="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44" name="Freeform 79"/>
          <p:cNvSpPr>
            <a:spLocks/>
          </p:cNvSpPr>
          <p:nvPr/>
        </p:nvSpPr>
        <p:spPr bwMode="auto">
          <a:xfrm>
            <a:off x="8053389" y="2044700"/>
            <a:ext cx="20637" cy="20638"/>
          </a:xfrm>
          <a:custGeom>
            <a:avLst/>
            <a:gdLst>
              <a:gd name="T0" fmla="*/ 2147483647 w 13"/>
              <a:gd name="T1" fmla="*/ 0 h 13"/>
              <a:gd name="T2" fmla="*/ 2147483647 w 13"/>
              <a:gd name="T3" fmla="*/ 0 h 13"/>
              <a:gd name="T4" fmla="*/ 0 w 13"/>
              <a:gd name="T5" fmla="*/ 2147483647 h 13"/>
              <a:gd name="T6" fmla="*/ 2147483647 w 13"/>
              <a:gd name="T7" fmla="*/ 2147483647 h 13"/>
              <a:gd name="T8" fmla="*/ 2147483647 w 13"/>
              <a:gd name="T9" fmla="*/ 0 h 13"/>
              <a:gd name="T10" fmla="*/ 0 60000 65536"/>
              <a:gd name="T11" fmla="*/ 0 60000 65536"/>
              <a:gd name="T12" fmla="*/ 0 60000 65536"/>
              <a:gd name="T13" fmla="*/ 0 60000 65536"/>
              <a:gd name="T14" fmla="*/ 0 60000 65536"/>
              <a:gd name="T15" fmla="*/ 0 w 13"/>
              <a:gd name="T16" fmla="*/ 0 h 13"/>
              <a:gd name="T17" fmla="*/ 13 w 13"/>
              <a:gd name="T18" fmla="*/ 13 h 13"/>
            </a:gdLst>
            <a:ahLst/>
            <a:cxnLst>
              <a:cxn ang="T10">
                <a:pos x="T0" y="T1"/>
              </a:cxn>
              <a:cxn ang="T11">
                <a:pos x="T2" y="T3"/>
              </a:cxn>
              <a:cxn ang="T12">
                <a:pos x="T4" y="T5"/>
              </a:cxn>
              <a:cxn ang="T13">
                <a:pos x="T6" y="T7"/>
              </a:cxn>
              <a:cxn ang="T14">
                <a:pos x="T8" y="T9"/>
              </a:cxn>
            </a:cxnLst>
            <a:rect l="T15" t="T16" r="T17" b="T18"/>
            <a:pathLst>
              <a:path w="13" h="13">
                <a:moveTo>
                  <a:pt x="13" y="0"/>
                </a:moveTo>
                <a:lnTo>
                  <a:pt x="7" y="0"/>
                </a:lnTo>
                <a:lnTo>
                  <a:pt x="0" y="13"/>
                </a:lnTo>
                <a:lnTo>
                  <a:pt x="7" y="13"/>
                </a:lnTo>
                <a:lnTo>
                  <a:pt x="13"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45" name="Freeform 80"/>
          <p:cNvSpPr>
            <a:spLocks/>
          </p:cNvSpPr>
          <p:nvPr/>
        </p:nvSpPr>
        <p:spPr bwMode="auto">
          <a:xfrm>
            <a:off x="7899400" y="2044700"/>
            <a:ext cx="971550" cy="3525838"/>
          </a:xfrm>
          <a:custGeom>
            <a:avLst/>
            <a:gdLst>
              <a:gd name="T0" fmla="*/ 2147483647 w 612"/>
              <a:gd name="T1" fmla="*/ 2147483647 h 2221"/>
              <a:gd name="T2" fmla="*/ 2147483647 w 612"/>
              <a:gd name="T3" fmla="*/ 2147483647 h 2221"/>
              <a:gd name="T4" fmla="*/ 2147483647 w 612"/>
              <a:gd name="T5" fmla="*/ 2147483647 h 2221"/>
              <a:gd name="T6" fmla="*/ 2147483647 w 612"/>
              <a:gd name="T7" fmla="*/ 2147483647 h 2221"/>
              <a:gd name="T8" fmla="*/ 2147483647 w 612"/>
              <a:gd name="T9" fmla="*/ 2147483647 h 2221"/>
              <a:gd name="T10" fmla="*/ 2147483647 w 612"/>
              <a:gd name="T11" fmla="*/ 2147483647 h 2221"/>
              <a:gd name="T12" fmla="*/ 2147483647 w 612"/>
              <a:gd name="T13" fmla="*/ 2147483647 h 2221"/>
              <a:gd name="T14" fmla="*/ 2147483647 w 612"/>
              <a:gd name="T15" fmla="*/ 2147483647 h 2221"/>
              <a:gd name="T16" fmla="*/ 2147483647 w 612"/>
              <a:gd name="T17" fmla="*/ 2147483647 h 2221"/>
              <a:gd name="T18" fmla="*/ 2147483647 w 612"/>
              <a:gd name="T19" fmla="*/ 2147483647 h 2221"/>
              <a:gd name="T20" fmla="*/ 2147483647 w 612"/>
              <a:gd name="T21" fmla="*/ 2147483647 h 2221"/>
              <a:gd name="T22" fmla="*/ 2147483647 w 612"/>
              <a:gd name="T23" fmla="*/ 2147483647 h 2221"/>
              <a:gd name="T24" fmla="*/ 2147483647 w 612"/>
              <a:gd name="T25" fmla="*/ 2147483647 h 2221"/>
              <a:gd name="T26" fmla="*/ 2147483647 w 612"/>
              <a:gd name="T27" fmla="*/ 2147483647 h 2221"/>
              <a:gd name="T28" fmla="*/ 2147483647 w 612"/>
              <a:gd name="T29" fmla="*/ 2147483647 h 2221"/>
              <a:gd name="T30" fmla="*/ 2147483647 w 612"/>
              <a:gd name="T31" fmla="*/ 2147483647 h 2221"/>
              <a:gd name="T32" fmla="*/ 2147483647 w 612"/>
              <a:gd name="T33" fmla="*/ 2147483647 h 2221"/>
              <a:gd name="T34" fmla="*/ 2147483647 w 612"/>
              <a:gd name="T35" fmla="*/ 2147483647 h 2221"/>
              <a:gd name="T36" fmla="*/ 2147483647 w 612"/>
              <a:gd name="T37" fmla="*/ 2147483647 h 2221"/>
              <a:gd name="T38" fmla="*/ 2147483647 w 612"/>
              <a:gd name="T39" fmla="*/ 2147483647 h 2221"/>
              <a:gd name="T40" fmla="*/ 2147483647 w 612"/>
              <a:gd name="T41" fmla="*/ 2147483647 h 2221"/>
              <a:gd name="T42" fmla="*/ 0 w 612"/>
              <a:gd name="T43" fmla="*/ 2147483647 h 2221"/>
              <a:gd name="T44" fmla="*/ 2147483647 w 612"/>
              <a:gd name="T45" fmla="*/ 2147483647 h 2221"/>
              <a:gd name="T46" fmla="*/ 2147483647 w 612"/>
              <a:gd name="T47" fmla="*/ 2147483647 h 2221"/>
              <a:gd name="T48" fmla="*/ 2147483647 w 612"/>
              <a:gd name="T49" fmla="*/ 2147483647 h 2221"/>
              <a:gd name="T50" fmla="*/ 2147483647 w 612"/>
              <a:gd name="T51" fmla="*/ 2147483647 h 2221"/>
              <a:gd name="T52" fmla="*/ 2147483647 w 612"/>
              <a:gd name="T53" fmla="*/ 2147483647 h 2221"/>
              <a:gd name="T54" fmla="*/ 2147483647 w 612"/>
              <a:gd name="T55" fmla="*/ 2147483647 h 2221"/>
              <a:gd name="T56" fmla="*/ 2147483647 w 612"/>
              <a:gd name="T57" fmla="*/ 2147483647 h 2221"/>
              <a:gd name="T58" fmla="*/ 2147483647 w 612"/>
              <a:gd name="T59" fmla="*/ 2147483647 h 2221"/>
              <a:gd name="T60" fmla="*/ 2147483647 w 612"/>
              <a:gd name="T61" fmla="*/ 2147483647 h 2221"/>
              <a:gd name="T62" fmla="*/ 2147483647 w 612"/>
              <a:gd name="T63" fmla="*/ 2147483647 h 2221"/>
              <a:gd name="T64" fmla="*/ 2147483647 w 612"/>
              <a:gd name="T65" fmla="*/ 2147483647 h 2221"/>
              <a:gd name="T66" fmla="*/ 2147483647 w 612"/>
              <a:gd name="T67" fmla="*/ 2147483647 h 2221"/>
              <a:gd name="T68" fmla="*/ 2147483647 w 612"/>
              <a:gd name="T69" fmla="*/ 2147483647 h 2221"/>
              <a:gd name="T70" fmla="*/ 2147483647 w 612"/>
              <a:gd name="T71" fmla="*/ 2147483647 h 2221"/>
              <a:gd name="T72" fmla="*/ 2147483647 w 612"/>
              <a:gd name="T73" fmla="*/ 2147483647 h 2221"/>
              <a:gd name="T74" fmla="*/ 2147483647 w 612"/>
              <a:gd name="T75" fmla="*/ 2147483647 h 2221"/>
              <a:gd name="T76" fmla="*/ 2147483647 w 612"/>
              <a:gd name="T77" fmla="*/ 2147483647 h 2221"/>
              <a:gd name="T78" fmla="*/ 2147483647 w 612"/>
              <a:gd name="T79" fmla="*/ 2147483647 h 2221"/>
              <a:gd name="T80" fmla="*/ 2147483647 w 612"/>
              <a:gd name="T81" fmla="*/ 2147483647 h 2221"/>
              <a:gd name="T82" fmla="*/ 2147483647 w 612"/>
              <a:gd name="T83" fmla="*/ 2147483647 h 222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12"/>
              <a:gd name="T127" fmla="*/ 0 h 2221"/>
              <a:gd name="T128" fmla="*/ 612 w 612"/>
              <a:gd name="T129" fmla="*/ 2221 h 222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12" h="2221">
                <a:moveTo>
                  <a:pt x="110" y="0"/>
                </a:moveTo>
                <a:lnTo>
                  <a:pt x="248" y="103"/>
                </a:lnTo>
                <a:lnTo>
                  <a:pt x="248" y="110"/>
                </a:lnTo>
                <a:lnTo>
                  <a:pt x="371" y="233"/>
                </a:lnTo>
                <a:lnTo>
                  <a:pt x="461" y="378"/>
                </a:lnTo>
                <a:lnTo>
                  <a:pt x="536" y="536"/>
                </a:lnTo>
                <a:lnTo>
                  <a:pt x="584" y="715"/>
                </a:lnTo>
                <a:lnTo>
                  <a:pt x="612" y="900"/>
                </a:lnTo>
                <a:lnTo>
                  <a:pt x="612" y="1093"/>
                </a:lnTo>
                <a:lnTo>
                  <a:pt x="591" y="1279"/>
                </a:lnTo>
                <a:lnTo>
                  <a:pt x="550" y="1471"/>
                </a:lnTo>
                <a:lnTo>
                  <a:pt x="550" y="1478"/>
                </a:lnTo>
                <a:lnTo>
                  <a:pt x="488" y="1657"/>
                </a:lnTo>
                <a:lnTo>
                  <a:pt x="399" y="1822"/>
                </a:lnTo>
                <a:lnTo>
                  <a:pt x="289" y="1980"/>
                </a:lnTo>
                <a:lnTo>
                  <a:pt x="158" y="2111"/>
                </a:lnTo>
                <a:lnTo>
                  <a:pt x="7" y="2221"/>
                </a:lnTo>
                <a:lnTo>
                  <a:pt x="0" y="2207"/>
                </a:lnTo>
                <a:lnTo>
                  <a:pt x="152" y="2097"/>
                </a:lnTo>
                <a:lnTo>
                  <a:pt x="152" y="2104"/>
                </a:lnTo>
                <a:lnTo>
                  <a:pt x="282" y="1973"/>
                </a:lnTo>
                <a:lnTo>
                  <a:pt x="275" y="1973"/>
                </a:lnTo>
                <a:lnTo>
                  <a:pt x="385" y="1815"/>
                </a:lnTo>
                <a:lnTo>
                  <a:pt x="475" y="1650"/>
                </a:lnTo>
                <a:lnTo>
                  <a:pt x="536" y="1471"/>
                </a:lnTo>
                <a:lnTo>
                  <a:pt x="578" y="1279"/>
                </a:lnTo>
                <a:lnTo>
                  <a:pt x="598" y="1093"/>
                </a:lnTo>
                <a:lnTo>
                  <a:pt x="598" y="900"/>
                </a:lnTo>
                <a:lnTo>
                  <a:pt x="571" y="715"/>
                </a:lnTo>
                <a:lnTo>
                  <a:pt x="571" y="722"/>
                </a:lnTo>
                <a:lnTo>
                  <a:pt x="523" y="543"/>
                </a:lnTo>
                <a:lnTo>
                  <a:pt x="447" y="385"/>
                </a:lnTo>
                <a:lnTo>
                  <a:pt x="358" y="240"/>
                </a:lnTo>
                <a:lnTo>
                  <a:pt x="365" y="240"/>
                </a:lnTo>
                <a:lnTo>
                  <a:pt x="241" y="117"/>
                </a:lnTo>
                <a:lnTo>
                  <a:pt x="104" y="13"/>
                </a:lnTo>
                <a:lnTo>
                  <a:pt x="11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46" name="Freeform 81"/>
          <p:cNvSpPr>
            <a:spLocks/>
          </p:cNvSpPr>
          <p:nvPr/>
        </p:nvSpPr>
        <p:spPr bwMode="auto">
          <a:xfrm>
            <a:off x="7627939" y="5548314"/>
            <a:ext cx="282575" cy="141287"/>
          </a:xfrm>
          <a:custGeom>
            <a:avLst/>
            <a:gdLst>
              <a:gd name="T0" fmla="*/ 2147483647 w 178"/>
              <a:gd name="T1" fmla="*/ 2147483647 h 89"/>
              <a:gd name="T2" fmla="*/ 2147483647 w 178"/>
              <a:gd name="T3" fmla="*/ 2147483647 h 89"/>
              <a:gd name="T4" fmla="*/ 0 w 178"/>
              <a:gd name="T5" fmla="*/ 2147483647 h 89"/>
              <a:gd name="T6" fmla="*/ 0 w 178"/>
              <a:gd name="T7" fmla="*/ 2147483647 h 89"/>
              <a:gd name="T8" fmla="*/ 0 w 178"/>
              <a:gd name="T9" fmla="*/ 2147483647 h 89"/>
              <a:gd name="T10" fmla="*/ 2147483647 w 178"/>
              <a:gd name="T11" fmla="*/ 0 h 89"/>
              <a:gd name="T12" fmla="*/ 2147483647 w 178"/>
              <a:gd name="T13" fmla="*/ 2147483647 h 89"/>
              <a:gd name="T14" fmla="*/ 0 60000 65536"/>
              <a:gd name="T15" fmla="*/ 0 60000 65536"/>
              <a:gd name="T16" fmla="*/ 0 60000 65536"/>
              <a:gd name="T17" fmla="*/ 0 60000 65536"/>
              <a:gd name="T18" fmla="*/ 0 60000 65536"/>
              <a:gd name="T19" fmla="*/ 0 60000 65536"/>
              <a:gd name="T20" fmla="*/ 0 60000 65536"/>
              <a:gd name="T21" fmla="*/ 0 w 178"/>
              <a:gd name="T22" fmla="*/ 0 h 89"/>
              <a:gd name="T23" fmla="*/ 178 w 178"/>
              <a:gd name="T24" fmla="*/ 89 h 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 h="89">
                <a:moveTo>
                  <a:pt x="178" y="14"/>
                </a:moveTo>
                <a:lnTo>
                  <a:pt x="7" y="89"/>
                </a:lnTo>
                <a:lnTo>
                  <a:pt x="0" y="89"/>
                </a:lnTo>
                <a:lnTo>
                  <a:pt x="0" y="76"/>
                </a:lnTo>
                <a:lnTo>
                  <a:pt x="171" y="0"/>
                </a:lnTo>
                <a:lnTo>
                  <a:pt x="178" y="1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47" name="Rectangle 82"/>
          <p:cNvSpPr>
            <a:spLocks noChangeArrowheads="1"/>
          </p:cNvSpPr>
          <p:nvPr/>
        </p:nvSpPr>
        <p:spPr bwMode="auto">
          <a:xfrm>
            <a:off x="7312026" y="5745164"/>
            <a:ext cx="9525" cy="20637"/>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32848" name="Freeform 83"/>
          <p:cNvSpPr>
            <a:spLocks/>
          </p:cNvSpPr>
          <p:nvPr/>
        </p:nvSpPr>
        <p:spPr bwMode="auto">
          <a:xfrm>
            <a:off x="7321550" y="5668964"/>
            <a:ext cx="306388" cy="96837"/>
          </a:xfrm>
          <a:custGeom>
            <a:avLst/>
            <a:gdLst>
              <a:gd name="T0" fmla="*/ 2147483647 w 193"/>
              <a:gd name="T1" fmla="*/ 2147483647 h 61"/>
              <a:gd name="T2" fmla="*/ 2147483647 w 193"/>
              <a:gd name="T3" fmla="*/ 0 h 61"/>
              <a:gd name="T4" fmla="*/ 0 w 193"/>
              <a:gd name="T5" fmla="*/ 2147483647 h 61"/>
              <a:gd name="T6" fmla="*/ 0 w 193"/>
              <a:gd name="T7" fmla="*/ 2147483647 h 61"/>
              <a:gd name="T8" fmla="*/ 2147483647 w 193"/>
              <a:gd name="T9" fmla="*/ 2147483647 h 61"/>
              <a:gd name="T10" fmla="*/ 0 60000 65536"/>
              <a:gd name="T11" fmla="*/ 0 60000 65536"/>
              <a:gd name="T12" fmla="*/ 0 60000 65536"/>
              <a:gd name="T13" fmla="*/ 0 60000 65536"/>
              <a:gd name="T14" fmla="*/ 0 60000 65536"/>
              <a:gd name="T15" fmla="*/ 0 w 193"/>
              <a:gd name="T16" fmla="*/ 0 h 61"/>
              <a:gd name="T17" fmla="*/ 193 w 193"/>
              <a:gd name="T18" fmla="*/ 61 h 61"/>
            </a:gdLst>
            <a:ahLst/>
            <a:cxnLst>
              <a:cxn ang="T10">
                <a:pos x="T0" y="T1"/>
              </a:cxn>
              <a:cxn ang="T11">
                <a:pos x="T2" y="T3"/>
              </a:cxn>
              <a:cxn ang="T12">
                <a:pos x="T4" y="T5"/>
              </a:cxn>
              <a:cxn ang="T13">
                <a:pos x="T6" y="T7"/>
              </a:cxn>
              <a:cxn ang="T14">
                <a:pos x="T8" y="T9"/>
              </a:cxn>
            </a:cxnLst>
            <a:rect l="T15" t="T16" r="T17" b="T18"/>
            <a:pathLst>
              <a:path w="193" h="61">
                <a:moveTo>
                  <a:pt x="193" y="13"/>
                </a:moveTo>
                <a:lnTo>
                  <a:pt x="193" y="0"/>
                </a:lnTo>
                <a:lnTo>
                  <a:pt x="0" y="48"/>
                </a:lnTo>
                <a:lnTo>
                  <a:pt x="0" y="61"/>
                </a:lnTo>
                <a:lnTo>
                  <a:pt x="193" y="13"/>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49" name="Freeform 84"/>
          <p:cNvSpPr>
            <a:spLocks/>
          </p:cNvSpPr>
          <p:nvPr/>
        </p:nvSpPr>
        <p:spPr bwMode="auto">
          <a:xfrm>
            <a:off x="8064500" y="2044700"/>
            <a:ext cx="20638" cy="20638"/>
          </a:xfrm>
          <a:custGeom>
            <a:avLst/>
            <a:gdLst>
              <a:gd name="T0" fmla="*/ 2147483647 w 13"/>
              <a:gd name="T1" fmla="*/ 2147483647 h 13"/>
              <a:gd name="T2" fmla="*/ 2147483647 w 13"/>
              <a:gd name="T3" fmla="*/ 2147483647 h 13"/>
              <a:gd name="T4" fmla="*/ 2147483647 w 13"/>
              <a:gd name="T5" fmla="*/ 0 h 13"/>
              <a:gd name="T6" fmla="*/ 0 w 13"/>
              <a:gd name="T7" fmla="*/ 0 h 13"/>
              <a:gd name="T8" fmla="*/ 2147483647 w 13"/>
              <a:gd name="T9" fmla="*/ 2147483647 h 13"/>
              <a:gd name="T10" fmla="*/ 0 60000 65536"/>
              <a:gd name="T11" fmla="*/ 0 60000 65536"/>
              <a:gd name="T12" fmla="*/ 0 60000 65536"/>
              <a:gd name="T13" fmla="*/ 0 60000 65536"/>
              <a:gd name="T14" fmla="*/ 0 60000 65536"/>
              <a:gd name="T15" fmla="*/ 0 w 13"/>
              <a:gd name="T16" fmla="*/ 0 h 13"/>
              <a:gd name="T17" fmla="*/ 13 w 13"/>
              <a:gd name="T18" fmla="*/ 13 h 13"/>
            </a:gdLst>
            <a:ahLst/>
            <a:cxnLst>
              <a:cxn ang="T10">
                <a:pos x="T0" y="T1"/>
              </a:cxn>
              <a:cxn ang="T11">
                <a:pos x="T2" y="T3"/>
              </a:cxn>
              <a:cxn ang="T12">
                <a:pos x="T4" y="T5"/>
              </a:cxn>
              <a:cxn ang="T13">
                <a:pos x="T6" y="T7"/>
              </a:cxn>
              <a:cxn ang="T14">
                <a:pos x="T8" y="T9"/>
              </a:cxn>
            </a:cxnLst>
            <a:rect l="T15" t="T16" r="T17" b="T18"/>
            <a:pathLst>
              <a:path w="13" h="13">
                <a:moveTo>
                  <a:pt x="6" y="13"/>
                </a:moveTo>
                <a:lnTo>
                  <a:pt x="13" y="13"/>
                </a:lnTo>
                <a:lnTo>
                  <a:pt x="6" y="0"/>
                </a:lnTo>
                <a:lnTo>
                  <a:pt x="0" y="0"/>
                </a:lnTo>
                <a:lnTo>
                  <a:pt x="6" y="13"/>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50" name="Freeform 85"/>
          <p:cNvSpPr>
            <a:spLocks/>
          </p:cNvSpPr>
          <p:nvPr/>
        </p:nvSpPr>
        <p:spPr bwMode="auto">
          <a:xfrm>
            <a:off x="7431089" y="2044701"/>
            <a:ext cx="642937" cy="862013"/>
          </a:xfrm>
          <a:custGeom>
            <a:avLst/>
            <a:gdLst>
              <a:gd name="T0" fmla="*/ 2147483647 w 405"/>
              <a:gd name="T1" fmla="*/ 2147483647 h 543"/>
              <a:gd name="T2" fmla="*/ 2147483647 w 405"/>
              <a:gd name="T3" fmla="*/ 2147483647 h 543"/>
              <a:gd name="T4" fmla="*/ 2147483647 w 405"/>
              <a:gd name="T5" fmla="*/ 2147483647 h 543"/>
              <a:gd name="T6" fmla="*/ 2147483647 w 405"/>
              <a:gd name="T7" fmla="*/ 2147483647 h 543"/>
              <a:gd name="T8" fmla="*/ 2147483647 w 405"/>
              <a:gd name="T9" fmla="*/ 2147483647 h 543"/>
              <a:gd name="T10" fmla="*/ 2147483647 w 405"/>
              <a:gd name="T11" fmla="*/ 2147483647 h 543"/>
              <a:gd name="T12" fmla="*/ 2147483647 w 405"/>
              <a:gd name="T13" fmla="*/ 2147483647 h 543"/>
              <a:gd name="T14" fmla="*/ 2147483647 w 405"/>
              <a:gd name="T15" fmla="*/ 2147483647 h 543"/>
              <a:gd name="T16" fmla="*/ 2147483647 w 405"/>
              <a:gd name="T17" fmla="*/ 2147483647 h 543"/>
              <a:gd name="T18" fmla="*/ 2147483647 w 405"/>
              <a:gd name="T19" fmla="*/ 2147483647 h 543"/>
              <a:gd name="T20" fmla="*/ 2147483647 w 405"/>
              <a:gd name="T21" fmla="*/ 2147483647 h 543"/>
              <a:gd name="T22" fmla="*/ 2147483647 w 405"/>
              <a:gd name="T23" fmla="*/ 2147483647 h 543"/>
              <a:gd name="T24" fmla="*/ 2147483647 w 405"/>
              <a:gd name="T25" fmla="*/ 2147483647 h 543"/>
              <a:gd name="T26" fmla="*/ 2147483647 w 405"/>
              <a:gd name="T27" fmla="*/ 2147483647 h 543"/>
              <a:gd name="T28" fmla="*/ 2147483647 w 405"/>
              <a:gd name="T29" fmla="*/ 2147483647 h 543"/>
              <a:gd name="T30" fmla="*/ 0 w 405"/>
              <a:gd name="T31" fmla="*/ 2147483647 h 543"/>
              <a:gd name="T32" fmla="*/ 0 w 405"/>
              <a:gd name="T33" fmla="*/ 2147483647 h 543"/>
              <a:gd name="T34" fmla="*/ 2147483647 w 405"/>
              <a:gd name="T35" fmla="*/ 2147483647 h 543"/>
              <a:gd name="T36" fmla="*/ 2147483647 w 405"/>
              <a:gd name="T37" fmla="*/ 2147483647 h 543"/>
              <a:gd name="T38" fmla="*/ 2147483647 w 405"/>
              <a:gd name="T39" fmla="*/ 2147483647 h 543"/>
              <a:gd name="T40" fmla="*/ 2147483647 w 405"/>
              <a:gd name="T41" fmla="*/ 2147483647 h 543"/>
              <a:gd name="T42" fmla="*/ 2147483647 w 405"/>
              <a:gd name="T43" fmla="*/ 2147483647 h 543"/>
              <a:gd name="T44" fmla="*/ 2147483647 w 405"/>
              <a:gd name="T45" fmla="*/ 2147483647 h 543"/>
              <a:gd name="T46" fmla="*/ 2147483647 w 405"/>
              <a:gd name="T47" fmla="*/ 2147483647 h 543"/>
              <a:gd name="T48" fmla="*/ 2147483647 w 405"/>
              <a:gd name="T49" fmla="*/ 2147483647 h 543"/>
              <a:gd name="T50" fmla="*/ 2147483647 w 405"/>
              <a:gd name="T51" fmla="*/ 2147483647 h 543"/>
              <a:gd name="T52" fmla="*/ 2147483647 w 405"/>
              <a:gd name="T53" fmla="*/ 2147483647 h 543"/>
              <a:gd name="T54" fmla="*/ 2147483647 w 405"/>
              <a:gd name="T55" fmla="*/ 2147483647 h 543"/>
              <a:gd name="T56" fmla="*/ 2147483647 w 405"/>
              <a:gd name="T57" fmla="*/ 2147483647 h 543"/>
              <a:gd name="T58" fmla="*/ 2147483647 w 405"/>
              <a:gd name="T59" fmla="*/ 0 h 543"/>
              <a:gd name="T60" fmla="*/ 2147483647 w 405"/>
              <a:gd name="T61" fmla="*/ 2147483647 h 54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05"/>
              <a:gd name="T94" fmla="*/ 0 h 543"/>
              <a:gd name="T95" fmla="*/ 405 w 405"/>
              <a:gd name="T96" fmla="*/ 543 h 543"/>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05" h="543">
                <a:moveTo>
                  <a:pt x="405" y="13"/>
                </a:moveTo>
                <a:lnTo>
                  <a:pt x="234" y="158"/>
                </a:lnTo>
                <a:lnTo>
                  <a:pt x="158" y="240"/>
                </a:lnTo>
                <a:lnTo>
                  <a:pt x="96" y="337"/>
                </a:lnTo>
                <a:lnTo>
                  <a:pt x="41" y="440"/>
                </a:lnTo>
                <a:lnTo>
                  <a:pt x="41" y="433"/>
                </a:lnTo>
                <a:lnTo>
                  <a:pt x="14" y="543"/>
                </a:lnTo>
                <a:lnTo>
                  <a:pt x="0" y="543"/>
                </a:lnTo>
                <a:lnTo>
                  <a:pt x="28" y="433"/>
                </a:lnTo>
                <a:lnTo>
                  <a:pt x="83" y="330"/>
                </a:lnTo>
                <a:lnTo>
                  <a:pt x="144" y="233"/>
                </a:lnTo>
                <a:lnTo>
                  <a:pt x="151" y="233"/>
                </a:lnTo>
                <a:lnTo>
                  <a:pt x="227" y="151"/>
                </a:lnTo>
                <a:lnTo>
                  <a:pt x="227" y="144"/>
                </a:lnTo>
                <a:lnTo>
                  <a:pt x="399" y="0"/>
                </a:lnTo>
                <a:lnTo>
                  <a:pt x="405" y="13"/>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51" name="Freeform 86"/>
          <p:cNvSpPr>
            <a:spLocks/>
          </p:cNvSpPr>
          <p:nvPr/>
        </p:nvSpPr>
        <p:spPr bwMode="auto">
          <a:xfrm>
            <a:off x="7408863" y="2906713"/>
            <a:ext cx="44450" cy="207962"/>
          </a:xfrm>
          <a:custGeom>
            <a:avLst/>
            <a:gdLst>
              <a:gd name="T0" fmla="*/ 2147483647 w 28"/>
              <a:gd name="T1" fmla="*/ 0 h 131"/>
              <a:gd name="T2" fmla="*/ 2147483647 w 28"/>
              <a:gd name="T3" fmla="*/ 2147483647 h 131"/>
              <a:gd name="T4" fmla="*/ 2147483647 w 28"/>
              <a:gd name="T5" fmla="*/ 2147483647 h 131"/>
              <a:gd name="T6" fmla="*/ 0 w 28"/>
              <a:gd name="T7" fmla="*/ 2147483647 h 131"/>
              <a:gd name="T8" fmla="*/ 0 w 28"/>
              <a:gd name="T9" fmla="*/ 2147483647 h 131"/>
              <a:gd name="T10" fmla="*/ 2147483647 w 28"/>
              <a:gd name="T11" fmla="*/ 0 h 131"/>
              <a:gd name="T12" fmla="*/ 2147483647 w 28"/>
              <a:gd name="T13" fmla="*/ 0 h 131"/>
              <a:gd name="T14" fmla="*/ 0 60000 65536"/>
              <a:gd name="T15" fmla="*/ 0 60000 65536"/>
              <a:gd name="T16" fmla="*/ 0 60000 65536"/>
              <a:gd name="T17" fmla="*/ 0 60000 65536"/>
              <a:gd name="T18" fmla="*/ 0 60000 65536"/>
              <a:gd name="T19" fmla="*/ 0 60000 65536"/>
              <a:gd name="T20" fmla="*/ 0 60000 65536"/>
              <a:gd name="T21" fmla="*/ 0 w 28"/>
              <a:gd name="T22" fmla="*/ 0 h 131"/>
              <a:gd name="T23" fmla="*/ 28 w 28"/>
              <a:gd name="T24" fmla="*/ 131 h 1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 h="131">
                <a:moveTo>
                  <a:pt x="28" y="0"/>
                </a:moveTo>
                <a:lnTo>
                  <a:pt x="14" y="131"/>
                </a:lnTo>
                <a:lnTo>
                  <a:pt x="0" y="131"/>
                </a:lnTo>
                <a:lnTo>
                  <a:pt x="14" y="0"/>
                </a:lnTo>
                <a:lnTo>
                  <a:pt x="2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52" name="Rectangle 87"/>
          <p:cNvSpPr>
            <a:spLocks noChangeArrowheads="1"/>
          </p:cNvSpPr>
          <p:nvPr/>
        </p:nvSpPr>
        <p:spPr bwMode="auto">
          <a:xfrm>
            <a:off x="7431089" y="3332163"/>
            <a:ext cx="22225" cy="11112"/>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32853" name="Freeform 88"/>
          <p:cNvSpPr>
            <a:spLocks/>
          </p:cNvSpPr>
          <p:nvPr/>
        </p:nvSpPr>
        <p:spPr bwMode="auto">
          <a:xfrm>
            <a:off x="7408863" y="3114675"/>
            <a:ext cx="44450" cy="217488"/>
          </a:xfrm>
          <a:custGeom>
            <a:avLst/>
            <a:gdLst>
              <a:gd name="T0" fmla="*/ 2147483647 w 28"/>
              <a:gd name="T1" fmla="*/ 0 h 137"/>
              <a:gd name="T2" fmla="*/ 0 w 28"/>
              <a:gd name="T3" fmla="*/ 0 h 137"/>
              <a:gd name="T4" fmla="*/ 2147483647 w 28"/>
              <a:gd name="T5" fmla="*/ 2147483647 h 137"/>
              <a:gd name="T6" fmla="*/ 2147483647 w 28"/>
              <a:gd name="T7" fmla="*/ 2147483647 h 137"/>
              <a:gd name="T8" fmla="*/ 2147483647 w 28"/>
              <a:gd name="T9" fmla="*/ 0 h 137"/>
              <a:gd name="T10" fmla="*/ 0 60000 65536"/>
              <a:gd name="T11" fmla="*/ 0 60000 65536"/>
              <a:gd name="T12" fmla="*/ 0 60000 65536"/>
              <a:gd name="T13" fmla="*/ 0 60000 65536"/>
              <a:gd name="T14" fmla="*/ 0 60000 65536"/>
              <a:gd name="T15" fmla="*/ 0 w 28"/>
              <a:gd name="T16" fmla="*/ 0 h 137"/>
              <a:gd name="T17" fmla="*/ 28 w 28"/>
              <a:gd name="T18" fmla="*/ 137 h 137"/>
            </a:gdLst>
            <a:ahLst/>
            <a:cxnLst>
              <a:cxn ang="T10">
                <a:pos x="T0" y="T1"/>
              </a:cxn>
              <a:cxn ang="T11">
                <a:pos x="T2" y="T3"/>
              </a:cxn>
              <a:cxn ang="T12">
                <a:pos x="T4" y="T5"/>
              </a:cxn>
              <a:cxn ang="T13">
                <a:pos x="T6" y="T7"/>
              </a:cxn>
              <a:cxn ang="T14">
                <a:pos x="T8" y="T9"/>
              </a:cxn>
            </a:cxnLst>
            <a:rect l="T15" t="T16" r="T17" b="T18"/>
            <a:pathLst>
              <a:path w="28" h="137">
                <a:moveTo>
                  <a:pt x="14" y="0"/>
                </a:moveTo>
                <a:lnTo>
                  <a:pt x="0" y="0"/>
                </a:lnTo>
                <a:lnTo>
                  <a:pt x="14" y="137"/>
                </a:lnTo>
                <a:lnTo>
                  <a:pt x="28" y="137"/>
                </a:lnTo>
                <a:lnTo>
                  <a:pt x="1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54" name="Freeform 89"/>
          <p:cNvSpPr>
            <a:spLocks/>
          </p:cNvSpPr>
          <p:nvPr/>
        </p:nvSpPr>
        <p:spPr bwMode="auto">
          <a:xfrm>
            <a:off x="7431089" y="3321051"/>
            <a:ext cx="22225" cy="22225"/>
          </a:xfrm>
          <a:custGeom>
            <a:avLst/>
            <a:gdLst>
              <a:gd name="T0" fmla="*/ 2147483647 w 14"/>
              <a:gd name="T1" fmla="*/ 2147483647 h 14"/>
              <a:gd name="T2" fmla="*/ 2147483647 w 14"/>
              <a:gd name="T3" fmla="*/ 0 h 14"/>
              <a:gd name="T4" fmla="*/ 0 w 14"/>
              <a:gd name="T5" fmla="*/ 2147483647 h 14"/>
              <a:gd name="T6" fmla="*/ 0 w 14"/>
              <a:gd name="T7" fmla="*/ 2147483647 h 14"/>
              <a:gd name="T8" fmla="*/ 2147483647 w 14"/>
              <a:gd name="T9" fmla="*/ 2147483647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14" y="7"/>
                </a:moveTo>
                <a:lnTo>
                  <a:pt x="14" y="0"/>
                </a:lnTo>
                <a:lnTo>
                  <a:pt x="0" y="7"/>
                </a:lnTo>
                <a:lnTo>
                  <a:pt x="0" y="14"/>
                </a:lnTo>
                <a:lnTo>
                  <a:pt x="14"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55" name="Freeform 90"/>
          <p:cNvSpPr>
            <a:spLocks/>
          </p:cNvSpPr>
          <p:nvPr/>
        </p:nvSpPr>
        <p:spPr bwMode="auto">
          <a:xfrm>
            <a:off x="7431089" y="3332164"/>
            <a:ext cx="185737" cy="644525"/>
          </a:xfrm>
          <a:custGeom>
            <a:avLst/>
            <a:gdLst>
              <a:gd name="T0" fmla="*/ 2147483647 w 117"/>
              <a:gd name="T1" fmla="*/ 0 h 406"/>
              <a:gd name="T2" fmla="*/ 2147483647 w 117"/>
              <a:gd name="T3" fmla="*/ 2147483647 h 406"/>
              <a:gd name="T4" fmla="*/ 2147483647 w 117"/>
              <a:gd name="T5" fmla="*/ 2147483647 h 406"/>
              <a:gd name="T6" fmla="*/ 2147483647 w 117"/>
              <a:gd name="T7" fmla="*/ 2147483647 h 406"/>
              <a:gd name="T8" fmla="*/ 2147483647 w 117"/>
              <a:gd name="T9" fmla="*/ 2147483647 h 406"/>
              <a:gd name="T10" fmla="*/ 2147483647 w 117"/>
              <a:gd name="T11" fmla="*/ 2147483647 h 406"/>
              <a:gd name="T12" fmla="*/ 2147483647 w 117"/>
              <a:gd name="T13" fmla="*/ 2147483647 h 406"/>
              <a:gd name="T14" fmla="*/ 2147483647 w 117"/>
              <a:gd name="T15" fmla="*/ 2147483647 h 406"/>
              <a:gd name="T16" fmla="*/ 2147483647 w 117"/>
              <a:gd name="T17" fmla="*/ 2147483647 h 406"/>
              <a:gd name="T18" fmla="*/ 2147483647 w 117"/>
              <a:gd name="T19" fmla="*/ 2147483647 h 406"/>
              <a:gd name="T20" fmla="*/ 2147483647 w 117"/>
              <a:gd name="T21" fmla="*/ 2147483647 h 406"/>
              <a:gd name="T22" fmla="*/ 2147483647 w 117"/>
              <a:gd name="T23" fmla="*/ 2147483647 h 406"/>
              <a:gd name="T24" fmla="*/ 2147483647 w 117"/>
              <a:gd name="T25" fmla="*/ 2147483647 h 406"/>
              <a:gd name="T26" fmla="*/ 2147483647 w 117"/>
              <a:gd name="T27" fmla="*/ 2147483647 h 406"/>
              <a:gd name="T28" fmla="*/ 2147483647 w 117"/>
              <a:gd name="T29" fmla="*/ 2147483647 h 406"/>
              <a:gd name="T30" fmla="*/ 2147483647 w 117"/>
              <a:gd name="T31" fmla="*/ 2147483647 h 406"/>
              <a:gd name="T32" fmla="*/ 2147483647 w 117"/>
              <a:gd name="T33" fmla="*/ 2147483647 h 406"/>
              <a:gd name="T34" fmla="*/ 2147483647 w 117"/>
              <a:gd name="T35" fmla="*/ 2147483647 h 406"/>
              <a:gd name="T36" fmla="*/ 2147483647 w 117"/>
              <a:gd name="T37" fmla="*/ 2147483647 h 406"/>
              <a:gd name="T38" fmla="*/ 2147483647 w 117"/>
              <a:gd name="T39" fmla="*/ 2147483647 h 406"/>
              <a:gd name="T40" fmla="*/ 2147483647 w 117"/>
              <a:gd name="T41" fmla="*/ 2147483647 h 406"/>
              <a:gd name="T42" fmla="*/ 2147483647 w 117"/>
              <a:gd name="T43" fmla="*/ 2147483647 h 406"/>
              <a:gd name="T44" fmla="*/ 2147483647 w 117"/>
              <a:gd name="T45" fmla="*/ 2147483647 h 406"/>
              <a:gd name="T46" fmla="*/ 2147483647 w 117"/>
              <a:gd name="T47" fmla="*/ 2147483647 h 406"/>
              <a:gd name="T48" fmla="*/ 2147483647 w 117"/>
              <a:gd name="T49" fmla="*/ 2147483647 h 406"/>
              <a:gd name="T50" fmla="*/ 2147483647 w 117"/>
              <a:gd name="T51" fmla="*/ 2147483647 h 406"/>
              <a:gd name="T52" fmla="*/ 2147483647 w 117"/>
              <a:gd name="T53" fmla="*/ 2147483647 h 406"/>
              <a:gd name="T54" fmla="*/ 2147483647 w 117"/>
              <a:gd name="T55" fmla="*/ 2147483647 h 406"/>
              <a:gd name="T56" fmla="*/ 2147483647 w 117"/>
              <a:gd name="T57" fmla="*/ 2147483647 h 406"/>
              <a:gd name="T58" fmla="*/ 0 w 117"/>
              <a:gd name="T59" fmla="*/ 2147483647 h 406"/>
              <a:gd name="T60" fmla="*/ 2147483647 w 117"/>
              <a:gd name="T61" fmla="*/ 0 h 40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17"/>
              <a:gd name="T94" fmla="*/ 0 h 406"/>
              <a:gd name="T95" fmla="*/ 117 w 117"/>
              <a:gd name="T96" fmla="*/ 406 h 40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17" h="406">
                <a:moveTo>
                  <a:pt x="14" y="0"/>
                </a:moveTo>
                <a:lnTo>
                  <a:pt x="62" y="76"/>
                </a:lnTo>
                <a:lnTo>
                  <a:pt x="96" y="151"/>
                </a:lnTo>
                <a:lnTo>
                  <a:pt x="117" y="220"/>
                </a:lnTo>
                <a:lnTo>
                  <a:pt x="117" y="289"/>
                </a:lnTo>
                <a:lnTo>
                  <a:pt x="89" y="399"/>
                </a:lnTo>
                <a:lnTo>
                  <a:pt x="89" y="406"/>
                </a:lnTo>
                <a:lnTo>
                  <a:pt x="76" y="399"/>
                </a:lnTo>
                <a:lnTo>
                  <a:pt x="103" y="289"/>
                </a:lnTo>
                <a:lnTo>
                  <a:pt x="103" y="220"/>
                </a:lnTo>
                <a:lnTo>
                  <a:pt x="103" y="227"/>
                </a:lnTo>
                <a:lnTo>
                  <a:pt x="83" y="158"/>
                </a:lnTo>
                <a:lnTo>
                  <a:pt x="48" y="83"/>
                </a:lnTo>
                <a:lnTo>
                  <a:pt x="0" y="7"/>
                </a:lnTo>
                <a:lnTo>
                  <a:pt x="1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56" name="Freeform 91"/>
          <p:cNvSpPr>
            <a:spLocks/>
          </p:cNvSpPr>
          <p:nvPr/>
        </p:nvSpPr>
        <p:spPr bwMode="auto">
          <a:xfrm>
            <a:off x="7496175" y="3965576"/>
            <a:ext cx="76200" cy="87313"/>
          </a:xfrm>
          <a:custGeom>
            <a:avLst/>
            <a:gdLst>
              <a:gd name="T0" fmla="*/ 2147483647 w 48"/>
              <a:gd name="T1" fmla="*/ 2147483647 h 55"/>
              <a:gd name="T2" fmla="*/ 2147483647 w 48"/>
              <a:gd name="T3" fmla="*/ 2147483647 h 55"/>
              <a:gd name="T4" fmla="*/ 2147483647 w 48"/>
              <a:gd name="T5" fmla="*/ 2147483647 h 55"/>
              <a:gd name="T6" fmla="*/ 2147483647 w 48"/>
              <a:gd name="T7" fmla="*/ 2147483647 h 55"/>
              <a:gd name="T8" fmla="*/ 0 w 48"/>
              <a:gd name="T9" fmla="*/ 2147483647 h 55"/>
              <a:gd name="T10" fmla="*/ 2147483647 w 48"/>
              <a:gd name="T11" fmla="*/ 0 h 55"/>
              <a:gd name="T12" fmla="*/ 2147483647 w 48"/>
              <a:gd name="T13" fmla="*/ 2147483647 h 55"/>
              <a:gd name="T14" fmla="*/ 0 60000 65536"/>
              <a:gd name="T15" fmla="*/ 0 60000 65536"/>
              <a:gd name="T16" fmla="*/ 0 60000 65536"/>
              <a:gd name="T17" fmla="*/ 0 60000 65536"/>
              <a:gd name="T18" fmla="*/ 0 60000 65536"/>
              <a:gd name="T19" fmla="*/ 0 60000 65536"/>
              <a:gd name="T20" fmla="*/ 0 60000 65536"/>
              <a:gd name="T21" fmla="*/ 0 w 48"/>
              <a:gd name="T22" fmla="*/ 0 h 55"/>
              <a:gd name="T23" fmla="*/ 48 w 48"/>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55">
                <a:moveTo>
                  <a:pt x="48" y="7"/>
                </a:moveTo>
                <a:lnTo>
                  <a:pt x="14" y="55"/>
                </a:lnTo>
                <a:lnTo>
                  <a:pt x="7" y="48"/>
                </a:lnTo>
                <a:lnTo>
                  <a:pt x="0" y="48"/>
                </a:lnTo>
                <a:lnTo>
                  <a:pt x="35" y="0"/>
                </a:lnTo>
                <a:lnTo>
                  <a:pt x="48"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57" name="Freeform 92"/>
          <p:cNvSpPr>
            <a:spLocks/>
          </p:cNvSpPr>
          <p:nvPr/>
        </p:nvSpPr>
        <p:spPr bwMode="auto">
          <a:xfrm>
            <a:off x="7453313" y="4095751"/>
            <a:ext cx="11112" cy="11113"/>
          </a:xfrm>
          <a:custGeom>
            <a:avLst/>
            <a:gdLst>
              <a:gd name="T0" fmla="*/ 2147483647 w 7"/>
              <a:gd name="T1" fmla="*/ 2147483647 h 7"/>
              <a:gd name="T2" fmla="*/ 2147483647 w 7"/>
              <a:gd name="T3" fmla="*/ 2147483647 h 7"/>
              <a:gd name="T4" fmla="*/ 0 w 7"/>
              <a:gd name="T5" fmla="*/ 0 h 7"/>
              <a:gd name="T6" fmla="*/ 0 w 7"/>
              <a:gd name="T7" fmla="*/ 0 h 7"/>
              <a:gd name="T8" fmla="*/ 2147483647 w 7"/>
              <a:gd name="T9" fmla="*/ 2147483647 h 7"/>
              <a:gd name="T10" fmla="*/ 0 60000 65536"/>
              <a:gd name="T11" fmla="*/ 0 60000 65536"/>
              <a:gd name="T12" fmla="*/ 0 60000 65536"/>
              <a:gd name="T13" fmla="*/ 0 60000 65536"/>
              <a:gd name="T14" fmla="*/ 0 60000 65536"/>
              <a:gd name="T15" fmla="*/ 0 w 7"/>
              <a:gd name="T16" fmla="*/ 0 h 7"/>
              <a:gd name="T17" fmla="*/ 7 w 7"/>
              <a:gd name="T18" fmla="*/ 7 h 7"/>
            </a:gdLst>
            <a:ahLst/>
            <a:cxnLst>
              <a:cxn ang="T10">
                <a:pos x="T0" y="T1"/>
              </a:cxn>
              <a:cxn ang="T11">
                <a:pos x="T2" y="T3"/>
              </a:cxn>
              <a:cxn ang="T12">
                <a:pos x="T4" y="T5"/>
              </a:cxn>
              <a:cxn ang="T13">
                <a:pos x="T6" y="T7"/>
              </a:cxn>
              <a:cxn ang="T14">
                <a:pos x="T8" y="T9"/>
              </a:cxn>
            </a:cxnLst>
            <a:rect l="T15" t="T16" r="T17" b="T18"/>
            <a:pathLst>
              <a:path w="7" h="7">
                <a:moveTo>
                  <a:pt x="7" y="7"/>
                </a:moveTo>
                <a:lnTo>
                  <a:pt x="7" y="7"/>
                </a:lnTo>
                <a:lnTo>
                  <a:pt x="0" y="0"/>
                </a:lnTo>
                <a:lnTo>
                  <a:pt x="7"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58" name="Freeform 93"/>
          <p:cNvSpPr>
            <a:spLocks/>
          </p:cNvSpPr>
          <p:nvPr/>
        </p:nvSpPr>
        <p:spPr bwMode="auto">
          <a:xfrm>
            <a:off x="7453314" y="4041775"/>
            <a:ext cx="65087" cy="65088"/>
          </a:xfrm>
          <a:custGeom>
            <a:avLst/>
            <a:gdLst>
              <a:gd name="T0" fmla="*/ 2147483647 w 41"/>
              <a:gd name="T1" fmla="*/ 2147483647 h 41"/>
              <a:gd name="T2" fmla="*/ 2147483647 w 41"/>
              <a:gd name="T3" fmla="*/ 0 h 41"/>
              <a:gd name="T4" fmla="*/ 0 w 41"/>
              <a:gd name="T5" fmla="*/ 2147483647 h 41"/>
              <a:gd name="T6" fmla="*/ 2147483647 w 41"/>
              <a:gd name="T7" fmla="*/ 2147483647 h 41"/>
              <a:gd name="T8" fmla="*/ 2147483647 w 41"/>
              <a:gd name="T9" fmla="*/ 2147483647 h 41"/>
              <a:gd name="T10" fmla="*/ 0 60000 65536"/>
              <a:gd name="T11" fmla="*/ 0 60000 65536"/>
              <a:gd name="T12" fmla="*/ 0 60000 65536"/>
              <a:gd name="T13" fmla="*/ 0 60000 65536"/>
              <a:gd name="T14" fmla="*/ 0 60000 65536"/>
              <a:gd name="T15" fmla="*/ 0 w 41"/>
              <a:gd name="T16" fmla="*/ 0 h 41"/>
              <a:gd name="T17" fmla="*/ 41 w 41"/>
              <a:gd name="T18" fmla="*/ 41 h 41"/>
            </a:gdLst>
            <a:ahLst/>
            <a:cxnLst>
              <a:cxn ang="T10">
                <a:pos x="T0" y="T1"/>
              </a:cxn>
              <a:cxn ang="T11">
                <a:pos x="T2" y="T3"/>
              </a:cxn>
              <a:cxn ang="T12">
                <a:pos x="T4" y="T5"/>
              </a:cxn>
              <a:cxn ang="T13">
                <a:pos x="T6" y="T7"/>
              </a:cxn>
              <a:cxn ang="T14">
                <a:pos x="T8" y="T9"/>
              </a:cxn>
            </a:cxnLst>
            <a:rect l="T15" t="T16" r="T17" b="T18"/>
            <a:pathLst>
              <a:path w="41" h="41">
                <a:moveTo>
                  <a:pt x="41" y="7"/>
                </a:moveTo>
                <a:lnTo>
                  <a:pt x="34" y="0"/>
                </a:lnTo>
                <a:lnTo>
                  <a:pt x="0" y="34"/>
                </a:lnTo>
                <a:lnTo>
                  <a:pt x="7" y="41"/>
                </a:lnTo>
                <a:lnTo>
                  <a:pt x="41"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59" name="Freeform 94"/>
          <p:cNvSpPr>
            <a:spLocks/>
          </p:cNvSpPr>
          <p:nvPr/>
        </p:nvSpPr>
        <p:spPr bwMode="auto">
          <a:xfrm>
            <a:off x="5816601" y="2884489"/>
            <a:ext cx="22225" cy="22225"/>
          </a:xfrm>
          <a:custGeom>
            <a:avLst/>
            <a:gdLst>
              <a:gd name="T0" fmla="*/ 2147483647 w 14"/>
              <a:gd name="T1" fmla="*/ 2147483647 h 14"/>
              <a:gd name="T2" fmla="*/ 2147483647 w 14"/>
              <a:gd name="T3" fmla="*/ 0 h 14"/>
              <a:gd name="T4" fmla="*/ 0 w 14"/>
              <a:gd name="T5" fmla="*/ 2147483647 h 14"/>
              <a:gd name="T6" fmla="*/ 0 w 14"/>
              <a:gd name="T7" fmla="*/ 2147483647 h 14"/>
              <a:gd name="T8" fmla="*/ 2147483647 w 14"/>
              <a:gd name="T9" fmla="*/ 2147483647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14" y="7"/>
                </a:moveTo>
                <a:lnTo>
                  <a:pt x="14" y="0"/>
                </a:lnTo>
                <a:lnTo>
                  <a:pt x="0" y="7"/>
                </a:lnTo>
                <a:lnTo>
                  <a:pt x="0" y="14"/>
                </a:lnTo>
                <a:lnTo>
                  <a:pt x="14"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60" name="Freeform 95"/>
          <p:cNvSpPr>
            <a:spLocks/>
          </p:cNvSpPr>
          <p:nvPr/>
        </p:nvSpPr>
        <p:spPr bwMode="auto">
          <a:xfrm>
            <a:off x="5816601" y="2895600"/>
            <a:ext cx="1135063" cy="1092200"/>
          </a:xfrm>
          <a:custGeom>
            <a:avLst/>
            <a:gdLst>
              <a:gd name="T0" fmla="*/ 2147483647 w 715"/>
              <a:gd name="T1" fmla="*/ 0 h 688"/>
              <a:gd name="T2" fmla="*/ 2147483647 w 715"/>
              <a:gd name="T3" fmla="*/ 2147483647 h 688"/>
              <a:gd name="T4" fmla="*/ 2147483647 w 715"/>
              <a:gd name="T5" fmla="*/ 2147483647 h 688"/>
              <a:gd name="T6" fmla="*/ 2147483647 w 715"/>
              <a:gd name="T7" fmla="*/ 2147483647 h 688"/>
              <a:gd name="T8" fmla="*/ 2147483647 w 715"/>
              <a:gd name="T9" fmla="*/ 2147483647 h 688"/>
              <a:gd name="T10" fmla="*/ 2147483647 w 715"/>
              <a:gd name="T11" fmla="*/ 2147483647 h 688"/>
              <a:gd name="T12" fmla="*/ 2147483647 w 715"/>
              <a:gd name="T13" fmla="*/ 2147483647 h 688"/>
              <a:gd name="T14" fmla="*/ 2147483647 w 715"/>
              <a:gd name="T15" fmla="*/ 2147483647 h 688"/>
              <a:gd name="T16" fmla="*/ 2147483647 w 715"/>
              <a:gd name="T17" fmla="*/ 2147483647 h 688"/>
              <a:gd name="T18" fmla="*/ 2147483647 w 715"/>
              <a:gd name="T19" fmla="*/ 2147483647 h 688"/>
              <a:gd name="T20" fmla="*/ 2147483647 w 715"/>
              <a:gd name="T21" fmla="*/ 2147483647 h 688"/>
              <a:gd name="T22" fmla="*/ 2147483647 w 715"/>
              <a:gd name="T23" fmla="*/ 2147483647 h 688"/>
              <a:gd name="T24" fmla="*/ 2147483647 w 715"/>
              <a:gd name="T25" fmla="*/ 2147483647 h 688"/>
              <a:gd name="T26" fmla="*/ 2147483647 w 715"/>
              <a:gd name="T27" fmla="*/ 2147483647 h 688"/>
              <a:gd name="T28" fmla="*/ 2147483647 w 715"/>
              <a:gd name="T29" fmla="*/ 2147483647 h 688"/>
              <a:gd name="T30" fmla="*/ 2147483647 w 715"/>
              <a:gd name="T31" fmla="*/ 2147483647 h 688"/>
              <a:gd name="T32" fmla="*/ 2147483647 w 715"/>
              <a:gd name="T33" fmla="*/ 2147483647 h 688"/>
              <a:gd name="T34" fmla="*/ 2147483647 w 715"/>
              <a:gd name="T35" fmla="*/ 2147483647 h 688"/>
              <a:gd name="T36" fmla="*/ 2147483647 w 715"/>
              <a:gd name="T37" fmla="*/ 2147483647 h 688"/>
              <a:gd name="T38" fmla="*/ 2147483647 w 715"/>
              <a:gd name="T39" fmla="*/ 2147483647 h 688"/>
              <a:gd name="T40" fmla="*/ 2147483647 w 715"/>
              <a:gd name="T41" fmla="*/ 2147483647 h 688"/>
              <a:gd name="T42" fmla="*/ 2147483647 w 715"/>
              <a:gd name="T43" fmla="*/ 2147483647 h 688"/>
              <a:gd name="T44" fmla="*/ 2147483647 w 715"/>
              <a:gd name="T45" fmla="*/ 2147483647 h 688"/>
              <a:gd name="T46" fmla="*/ 2147483647 w 715"/>
              <a:gd name="T47" fmla="*/ 2147483647 h 688"/>
              <a:gd name="T48" fmla="*/ 2147483647 w 715"/>
              <a:gd name="T49" fmla="*/ 2147483647 h 688"/>
              <a:gd name="T50" fmla="*/ 2147483647 w 715"/>
              <a:gd name="T51" fmla="*/ 2147483647 h 688"/>
              <a:gd name="T52" fmla="*/ 2147483647 w 715"/>
              <a:gd name="T53" fmla="*/ 2147483647 h 688"/>
              <a:gd name="T54" fmla="*/ 2147483647 w 715"/>
              <a:gd name="T55" fmla="*/ 2147483647 h 688"/>
              <a:gd name="T56" fmla="*/ 2147483647 w 715"/>
              <a:gd name="T57" fmla="*/ 2147483647 h 688"/>
              <a:gd name="T58" fmla="*/ 2147483647 w 715"/>
              <a:gd name="T59" fmla="*/ 2147483647 h 688"/>
              <a:gd name="T60" fmla="*/ 2147483647 w 715"/>
              <a:gd name="T61" fmla="*/ 2147483647 h 688"/>
              <a:gd name="T62" fmla="*/ 2147483647 w 715"/>
              <a:gd name="T63" fmla="*/ 2147483647 h 688"/>
              <a:gd name="T64" fmla="*/ 2147483647 w 715"/>
              <a:gd name="T65" fmla="*/ 2147483647 h 688"/>
              <a:gd name="T66" fmla="*/ 2147483647 w 715"/>
              <a:gd name="T67" fmla="*/ 2147483647 h 688"/>
              <a:gd name="T68" fmla="*/ 2147483647 w 715"/>
              <a:gd name="T69" fmla="*/ 2147483647 h 688"/>
              <a:gd name="T70" fmla="*/ 0 w 715"/>
              <a:gd name="T71" fmla="*/ 2147483647 h 688"/>
              <a:gd name="T72" fmla="*/ 2147483647 w 715"/>
              <a:gd name="T73" fmla="*/ 0 h 6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5"/>
              <a:gd name="T112" fmla="*/ 0 h 688"/>
              <a:gd name="T113" fmla="*/ 715 w 715"/>
              <a:gd name="T114" fmla="*/ 688 h 6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5" h="688">
                <a:moveTo>
                  <a:pt x="14" y="0"/>
                </a:moveTo>
                <a:lnTo>
                  <a:pt x="62" y="165"/>
                </a:lnTo>
                <a:lnTo>
                  <a:pt x="151" y="309"/>
                </a:lnTo>
                <a:lnTo>
                  <a:pt x="268" y="433"/>
                </a:lnTo>
                <a:lnTo>
                  <a:pt x="268" y="426"/>
                </a:lnTo>
                <a:lnTo>
                  <a:pt x="399" y="529"/>
                </a:lnTo>
                <a:lnTo>
                  <a:pt x="550" y="612"/>
                </a:lnTo>
                <a:lnTo>
                  <a:pt x="715" y="674"/>
                </a:lnTo>
                <a:lnTo>
                  <a:pt x="708" y="688"/>
                </a:lnTo>
                <a:lnTo>
                  <a:pt x="543" y="626"/>
                </a:lnTo>
                <a:lnTo>
                  <a:pt x="392" y="543"/>
                </a:lnTo>
                <a:lnTo>
                  <a:pt x="261" y="440"/>
                </a:lnTo>
                <a:lnTo>
                  <a:pt x="145" y="316"/>
                </a:lnTo>
                <a:lnTo>
                  <a:pt x="138" y="316"/>
                </a:lnTo>
                <a:lnTo>
                  <a:pt x="48" y="172"/>
                </a:lnTo>
                <a:lnTo>
                  <a:pt x="0" y="7"/>
                </a:lnTo>
                <a:lnTo>
                  <a:pt x="1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61" name="Freeform 96"/>
          <p:cNvSpPr>
            <a:spLocks/>
          </p:cNvSpPr>
          <p:nvPr/>
        </p:nvSpPr>
        <p:spPr bwMode="auto">
          <a:xfrm>
            <a:off x="6940550" y="3965576"/>
            <a:ext cx="261938" cy="98425"/>
          </a:xfrm>
          <a:custGeom>
            <a:avLst/>
            <a:gdLst>
              <a:gd name="T0" fmla="*/ 2147483647 w 165"/>
              <a:gd name="T1" fmla="*/ 0 h 62"/>
              <a:gd name="T2" fmla="*/ 2147483647 w 165"/>
              <a:gd name="T3" fmla="*/ 2147483647 h 62"/>
              <a:gd name="T4" fmla="*/ 2147483647 w 165"/>
              <a:gd name="T5" fmla="*/ 2147483647 h 62"/>
              <a:gd name="T6" fmla="*/ 2147483647 w 165"/>
              <a:gd name="T7" fmla="*/ 2147483647 h 62"/>
              <a:gd name="T8" fmla="*/ 2147483647 w 165"/>
              <a:gd name="T9" fmla="*/ 2147483647 h 62"/>
              <a:gd name="T10" fmla="*/ 0 w 165"/>
              <a:gd name="T11" fmla="*/ 2147483647 h 62"/>
              <a:gd name="T12" fmla="*/ 2147483647 w 165"/>
              <a:gd name="T13" fmla="*/ 0 h 62"/>
              <a:gd name="T14" fmla="*/ 0 60000 65536"/>
              <a:gd name="T15" fmla="*/ 0 60000 65536"/>
              <a:gd name="T16" fmla="*/ 0 60000 65536"/>
              <a:gd name="T17" fmla="*/ 0 60000 65536"/>
              <a:gd name="T18" fmla="*/ 0 60000 65536"/>
              <a:gd name="T19" fmla="*/ 0 60000 65536"/>
              <a:gd name="T20" fmla="*/ 0 60000 65536"/>
              <a:gd name="T21" fmla="*/ 0 w 165"/>
              <a:gd name="T22" fmla="*/ 0 h 62"/>
              <a:gd name="T23" fmla="*/ 165 w 165"/>
              <a:gd name="T24" fmla="*/ 62 h 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5" h="62">
                <a:moveTo>
                  <a:pt x="7" y="0"/>
                </a:moveTo>
                <a:lnTo>
                  <a:pt x="165" y="48"/>
                </a:lnTo>
                <a:lnTo>
                  <a:pt x="158" y="48"/>
                </a:lnTo>
                <a:lnTo>
                  <a:pt x="158" y="62"/>
                </a:lnTo>
                <a:lnTo>
                  <a:pt x="0" y="14"/>
                </a:lnTo>
                <a:lnTo>
                  <a:pt x="7"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62" name="Rectangle 97"/>
          <p:cNvSpPr>
            <a:spLocks noChangeArrowheads="1"/>
          </p:cNvSpPr>
          <p:nvPr/>
        </p:nvSpPr>
        <p:spPr bwMode="auto">
          <a:xfrm>
            <a:off x="7453313" y="4086225"/>
            <a:ext cx="11112" cy="20638"/>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32863" name="Freeform 98"/>
          <p:cNvSpPr>
            <a:spLocks/>
          </p:cNvSpPr>
          <p:nvPr/>
        </p:nvSpPr>
        <p:spPr bwMode="auto">
          <a:xfrm>
            <a:off x="7191375" y="4041775"/>
            <a:ext cx="261938" cy="65088"/>
          </a:xfrm>
          <a:custGeom>
            <a:avLst/>
            <a:gdLst>
              <a:gd name="T0" fmla="*/ 0 w 165"/>
              <a:gd name="T1" fmla="*/ 0 h 41"/>
              <a:gd name="T2" fmla="*/ 0 w 165"/>
              <a:gd name="T3" fmla="*/ 2147483647 h 41"/>
              <a:gd name="T4" fmla="*/ 2147483647 w 165"/>
              <a:gd name="T5" fmla="*/ 2147483647 h 41"/>
              <a:gd name="T6" fmla="*/ 2147483647 w 165"/>
              <a:gd name="T7" fmla="*/ 2147483647 h 41"/>
              <a:gd name="T8" fmla="*/ 0 w 165"/>
              <a:gd name="T9" fmla="*/ 0 h 41"/>
              <a:gd name="T10" fmla="*/ 0 60000 65536"/>
              <a:gd name="T11" fmla="*/ 0 60000 65536"/>
              <a:gd name="T12" fmla="*/ 0 60000 65536"/>
              <a:gd name="T13" fmla="*/ 0 60000 65536"/>
              <a:gd name="T14" fmla="*/ 0 60000 65536"/>
              <a:gd name="T15" fmla="*/ 0 w 165"/>
              <a:gd name="T16" fmla="*/ 0 h 41"/>
              <a:gd name="T17" fmla="*/ 165 w 165"/>
              <a:gd name="T18" fmla="*/ 41 h 41"/>
            </a:gdLst>
            <a:ahLst/>
            <a:cxnLst>
              <a:cxn ang="T10">
                <a:pos x="T0" y="T1"/>
              </a:cxn>
              <a:cxn ang="T11">
                <a:pos x="T2" y="T3"/>
              </a:cxn>
              <a:cxn ang="T12">
                <a:pos x="T4" y="T5"/>
              </a:cxn>
              <a:cxn ang="T13">
                <a:pos x="T6" y="T7"/>
              </a:cxn>
              <a:cxn ang="T14">
                <a:pos x="T8" y="T9"/>
              </a:cxn>
            </a:cxnLst>
            <a:rect l="T15" t="T16" r="T17" b="T18"/>
            <a:pathLst>
              <a:path w="165" h="41">
                <a:moveTo>
                  <a:pt x="0" y="0"/>
                </a:moveTo>
                <a:lnTo>
                  <a:pt x="0" y="14"/>
                </a:lnTo>
                <a:lnTo>
                  <a:pt x="165" y="41"/>
                </a:lnTo>
                <a:lnTo>
                  <a:pt x="165" y="28"/>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64" name="Freeform 99"/>
          <p:cNvSpPr>
            <a:spLocks/>
          </p:cNvSpPr>
          <p:nvPr/>
        </p:nvSpPr>
        <p:spPr bwMode="auto">
          <a:xfrm>
            <a:off x="8107364" y="2644776"/>
            <a:ext cx="22225" cy="22225"/>
          </a:xfrm>
          <a:custGeom>
            <a:avLst/>
            <a:gdLst>
              <a:gd name="T0" fmla="*/ 0 w 14"/>
              <a:gd name="T1" fmla="*/ 2147483647 h 14"/>
              <a:gd name="T2" fmla="*/ 2147483647 w 14"/>
              <a:gd name="T3" fmla="*/ 2147483647 h 14"/>
              <a:gd name="T4" fmla="*/ 2147483647 w 14"/>
              <a:gd name="T5" fmla="*/ 0 h 14"/>
              <a:gd name="T6" fmla="*/ 2147483647 w 14"/>
              <a:gd name="T7" fmla="*/ 0 h 14"/>
              <a:gd name="T8" fmla="*/ 0 w 14"/>
              <a:gd name="T9" fmla="*/ 2147483647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0" y="14"/>
                </a:moveTo>
                <a:lnTo>
                  <a:pt x="7" y="14"/>
                </a:lnTo>
                <a:lnTo>
                  <a:pt x="14" y="0"/>
                </a:lnTo>
                <a:lnTo>
                  <a:pt x="7" y="0"/>
                </a:lnTo>
                <a:lnTo>
                  <a:pt x="0" y="1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65" name="Freeform 100"/>
          <p:cNvSpPr>
            <a:spLocks/>
          </p:cNvSpPr>
          <p:nvPr/>
        </p:nvSpPr>
        <p:spPr bwMode="auto">
          <a:xfrm>
            <a:off x="6515101" y="2405064"/>
            <a:ext cx="1603375" cy="261937"/>
          </a:xfrm>
          <a:custGeom>
            <a:avLst/>
            <a:gdLst>
              <a:gd name="T0" fmla="*/ 2147483647 w 1010"/>
              <a:gd name="T1" fmla="*/ 2147483647 h 165"/>
              <a:gd name="T2" fmla="*/ 2147483647 w 1010"/>
              <a:gd name="T3" fmla="*/ 2147483647 h 165"/>
              <a:gd name="T4" fmla="*/ 2147483647 w 1010"/>
              <a:gd name="T5" fmla="*/ 2147483647 h 165"/>
              <a:gd name="T6" fmla="*/ 2147483647 w 1010"/>
              <a:gd name="T7" fmla="*/ 2147483647 h 165"/>
              <a:gd name="T8" fmla="*/ 2147483647 w 1010"/>
              <a:gd name="T9" fmla="*/ 2147483647 h 165"/>
              <a:gd name="T10" fmla="*/ 2147483647 w 1010"/>
              <a:gd name="T11" fmla="*/ 2147483647 h 165"/>
              <a:gd name="T12" fmla="*/ 2147483647 w 1010"/>
              <a:gd name="T13" fmla="*/ 2147483647 h 165"/>
              <a:gd name="T14" fmla="*/ 2147483647 w 1010"/>
              <a:gd name="T15" fmla="*/ 2147483647 h 165"/>
              <a:gd name="T16" fmla="*/ 2147483647 w 1010"/>
              <a:gd name="T17" fmla="*/ 2147483647 h 165"/>
              <a:gd name="T18" fmla="*/ 2147483647 w 1010"/>
              <a:gd name="T19" fmla="*/ 2147483647 h 165"/>
              <a:gd name="T20" fmla="*/ 2147483647 w 1010"/>
              <a:gd name="T21" fmla="*/ 2147483647 h 165"/>
              <a:gd name="T22" fmla="*/ 2147483647 w 1010"/>
              <a:gd name="T23" fmla="*/ 2147483647 h 165"/>
              <a:gd name="T24" fmla="*/ 2147483647 w 1010"/>
              <a:gd name="T25" fmla="*/ 2147483647 h 165"/>
              <a:gd name="T26" fmla="*/ 2147483647 w 1010"/>
              <a:gd name="T27" fmla="*/ 2147483647 h 165"/>
              <a:gd name="T28" fmla="*/ 2147483647 w 1010"/>
              <a:gd name="T29" fmla="*/ 2147483647 h 165"/>
              <a:gd name="T30" fmla="*/ 2147483647 w 1010"/>
              <a:gd name="T31" fmla="*/ 2147483647 h 165"/>
              <a:gd name="T32" fmla="*/ 2147483647 w 1010"/>
              <a:gd name="T33" fmla="*/ 2147483647 h 165"/>
              <a:gd name="T34" fmla="*/ 2147483647 w 1010"/>
              <a:gd name="T35" fmla="*/ 2147483647 h 165"/>
              <a:gd name="T36" fmla="*/ 0 w 1010"/>
              <a:gd name="T37" fmla="*/ 2147483647 h 165"/>
              <a:gd name="T38" fmla="*/ 0 w 1010"/>
              <a:gd name="T39" fmla="*/ 2147483647 h 165"/>
              <a:gd name="T40" fmla="*/ 2147483647 w 1010"/>
              <a:gd name="T41" fmla="*/ 2147483647 h 165"/>
              <a:gd name="T42" fmla="*/ 2147483647 w 1010"/>
              <a:gd name="T43" fmla="*/ 2147483647 h 165"/>
              <a:gd name="T44" fmla="*/ 2147483647 w 1010"/>
              <a:gd name="T45" fmla="*/ 2147483647 h 165"/>
              <a:gd name="T46" fmla="*/ 2147483647 w 1010"/>
              <a:gd name="T47" fmla="*/ 0 h 165"/>
              <a:gd name="T48" fmla="*/ 2147483647 w 1010"/>
              <a:gd name="T49" fmla="*/ 0 h 165"/>
              <a:gd name="T50" fmla="*/ 2147483647 w 1010"/>
              <a:gd name="T51" fmla="*/ 0 h 165"/>
              <a:gd name="T52" fmla="*/ 2147483647 w 1010"/>
              <a:gd name="T53" fmla="*/ 0 h 165"/>
              <a:gd name="T54" fmla="*/ 2147483647 w 1010"/>
              <a:gd name="T55" fmla="*/ 0 h 165"/>
              <a:gd name="T56" fmla="*/ 2147483647 w 1010"/>
              <a:gd name="T57" fmla="*/ 0 h 165"/>
              <a:gd name="T58" fmla="*/ 2147483647 w 1010"/>
              <a:gd name="T59" fmla="*/ 2147483647 h 165"/>
              <a:gd name="T60" fmla="*/ 2147483647 w 1010"/>
              <a:gd name="T61" fmla="*/ 2147483647 h 165"/>
              <a:gd name="T62" fmla="*/ 2147483647 w 1010"/>
              <a:gd name="T63" fmla="*/ 2147483647 h 165"/>
              <a:gd name="T64" fmla="*/ 2147483647 w 1010"/>
              <a:gd name="T65" fmla="*/ 2147483647 h 165"/>
              <a:gd name="T66" fmla="*/ 2147483647 w 1010"/>
              <a:gd name="T67" fmla="*/ 2147483647 h 165"/>
              <a:gd name="T68" fmla="*/ 2147483647 w 1010"/>
              <a:gd name="T69" fmla="*/ 2147483647 h 165"/>
              <a:gd name="T70" fmla="*/ 2147483647 w 1010"/>
              <a:gd name="T71" fmla="*/ 2147483647 h 165"/>
              <a:gd name="T72" fmla="*/ 2147483647 w 1010"/>
              <a:gd name="T73" fmla="*/ 2147483647 h 16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10"/>
              <a:gd name="T112" fmla="*/ 0 h 165"/>
              <a:gd name="T113" fmla="*/ 1010 w 1010"/>
              <a:gd name="T114" fmla="*/ 165 h 165"/>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10" h="165">
                <a:moveTo>
                  <a:pt x="1003" y="165"/>
                </a:moveTo>
                <a:lnTo>
                  <a:pt x="845" y="89"/>
                </a:lnTo>
                <a:lnTo>
                  <a:pt x="687" y="34"/>
                </a:lnTo>
                <a:lnTo>
                  <a:pt x="529" y="13"/>
                </a:lnTo>
                <a:lnTo>
                  <a:pt x="364" y="13"/>
                </a:lnTo>
                <a:lnTo>
                  <a:pt x="192" y="48"/>
                </a:lnTo>
                <a:lnTo>
                  <a:pt x="199" y="48"/>
                </a:lnTo>
                <a:lnTo>
                  <a:pt x="7" y="103"/>
                </a:lnTo>
                <a:lnTo>
                  <a:pt x="0" y="89"/>
                </a:lnTo>
                <a:lnTo>
                  <a:pt x="192" y="34"/>
                </a:lnTo>
                <a:lnTo>
                  <a:pt x="364" y="0"/>
                </a:lnTo>
                <a:lnTo>
                  <a:pt x="529" y="0"/>
                </a:lnTo>
                <a:lnTo>
                  <a:pt x="687" y="20"/>
                </a:lnTo>
                <a:lnTo>
                  <a:pt x="694" y="20"/>
                </a:lnTo>
                <a:lnTo>
                  <a:pt x="852" y="75"/>
                </a:lnTo>
                <a:lnTo>
                  <a:pt x="1010" y="151"/>
                </a:lnTo>
                <a:lnTo>
                  <a:pt x="1003" y="165"/>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66" name="Freeform 101"/>
          <p:cNvSpPr>
            <a:spLocks/>
          </p:cNvSpPr>
          <p:nvPr/>
        </p:nvSpPr>
        <p:spPr bwMode="auto">
          <a:xfrm>
            <a:off x="6188075" y="2546351"/>
            <a:ext cx="338138" cy="174625"/>
          </a:xfrm>
          <a:custGeom>
            <a:avLst/>
            <a:gdLst>
              <a:gd name="T0" fmla="*/ 2147483647 w 213"/>
              <a:gd name="T1" fmla="*/ 2147483647 h 110"/>
              <a:gd name="T2" fmla="*/ 2147483647 w 213"/>
              <a:gd name="T3" fmla="*/ 2147483647 h 110"/>
              <a:gd name="T4" fmla="*/ 2147483647 w 213"/>
              <a:gd name="T5" fmla="*/ 2147483647 h 110"/>
              <a:gd name="T6" fmla="*/ 0 w 213"/>
              <a:gd name="T7" fmla="*/ 2147483647 h 110"/>
              <a:gd name="T8" fmla="*/ 0 w 213"/>
              <a:gd name="T9" fmla="*/ 2147483647 h 110"/>
              <a:gd name="T10" fmla="*/ 2147483647 w 213"/>
              <a:gd name="T11" fmla="*/ 0 h 110"/>
              <a:gd name="T12" fmla="*/ 2147483647 w 213"/>
              <a:gd name="T13" fmla="*/ 2147483647 h 110"/>
              <a:gd name="T14" fmla="*/ 0 60000 65536"/>
              <a:gd name="T15" fmla="*/ 0 60000 65536"/>
              <a:gd name="T16" fmla="*/ 0 60000 65536"/>
              <a:gd name="T17" fmla="*/ 0 60000 65536"/>
              <a:gd name="T18" fmla="*/ 0 60000 65536"/>
              <a:gd name="T19" fmla="*/ 0 60000 65536"/>
              <a:gd name="T20" fmla="*/ 0 60000 65536"/>
              <a:gd name="T21" fmla="*/ 0 w 213"/>
              <a:gd name="T22" fmla="*/ 0 h 110"/>
              <a:gd name="T23" fmla="*/ 213 w 213"/>
              <a:gd name="T24" fmla="*/ 110 h 1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3" h="110">
                <a:moveTo>
                  <a:pt x="213" y="14"/>
                </a:moveTo>
                <a:lnTo>
                  <a:pt x="7" y="110"/>
                </a:lnTo>
                <a:lnTo>
                  <a:pt x="0" y="96"/>
                </a:lnTo>
                <a:lnTo>
                  <a:pt x="206" y="0"/>
                </a:lnTo>
                <a:lnTo>
                  <a:pt x="213" y="1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67" name="Freeform 102"/>
          <p:cNvSpPr>
            <a:spLocks/>
          </p:cNvSpPr>
          <p:nvPr/>
        </p:nvSpPr>
        <p:spPr bwMode="auto">
          <a:xfrm>
            <a:off x="5816601" y="2884489"/>
            <a:ext cx="22225" cy="22225"/>
          </a:xfrm>
          <a:custGeom>
            <a:avLst/>
            <a:gdLst>
              <a:gd name="T0" fmla="*/ 2147483647 w 14"/>
              <a:gd name="T1" fmla="*/ 2147483647 h 14"/>
              <a:gd name="T2" fmla="*/ 2147483647 w 14"/>
              <a:gd name="T3" fmla="*/ 2147483647 h 14"/>
              <a:gd name="T4" fmla="*/ 0 w 14"/>
              <a:gd name="T5" fmla="*/ 0 h 14"/>
              <a:gd name="T6" fmla="*/ 2147483647 w 14"/>
              <a:gd name="T7" fmla="*/ 0 h 14"/>
              <a:gd name="T8" fmla="*/ 2147483647 w 14"/>
              <a:gd name="T9" fmla="*/ 2147483647 h 14"/>
              <a:gd name="T10" fmla="*/ 0 60000 65536"/>
              <a:gd name="T11" fmla="*/ 0 60000 65536"/>
              <a:gd name="T12" fmla="*/ 0 60000 65536"/>
              <a:gd name="T13" fmla="*/ 0 60000 65536"/>
              <a:gd name="T14" fmla="*/ 0 60000 65536"/>
              <a:gd name="T15" fmla="*/ 0 w 14"/>
              <a:gd name="T16" fmla="*/ 0 h 14"/>
              <a:gd name="T17" fmla="*/ 14 w 14"/>
              <a:gd name="T18" fmla="*/ 14 h 14"/>
            </a:gdLst>
            <a:ahLst/>
            <a:cxnLst>
              <a:cxn ang="T10">
                <a:pos x="T0" y="T1"/>
              </a:cxn>
              <a:cxn ang="T11">
                <a:pos x="T2" y="T3"/>
              </a:cxn>
              <a:cxn ang="T12">
                <a:pos x="T4" y="T5"/>
              </a:cxn>
              <a:cxn ang="T13">
                <a:pos x="T6" y="T7"/>
              </a:cxn>
              <a:cxn ang="T14">
                <a:pos x="T8" y="T9"/>
              </a:cxn>
            </a:cxnLst>
            <a:rect l="T15" t="T16" r="T17" b="T18"/>
            <a:pathLst>
              <a:path w="14" h="14">
                <a:moveTo>
                  <a:pt x="14" y="14"/>
                </a:moveTo>
                <a:lnTo>
                  <a:pt x="7" y="14"/>
                </a:lnTo>
                <a:lnTo>
                  <a:pt x="0" y="0"/>
                </a:lnTo>
                <a:lnTo>
                  <a:pt x="7" y="0"/>
                </a:lnTo>
                <a:lnTo>
                  <a:pt x="14" y="1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68" name="Freeform 103"/>
          <p:cNvSpPr>
            <a:spLocks/>
          </p:cNvSpPr>
          <p:nvPr/>
        </p:nvSpPr>
        <p:spPr bwMode="auto">
          <a:xfrm>
            <a:off x="5827714" y="2698751"/>
            <a:ext cx="371475" cy="207963"/>
          </a:xfrm>
          <a:custGeom>
            <a:avLst/>
            <a:gdLst>
              <a:gd name="T0" fmla="*/ 2147483647 w 234"/>
              <a:gd name="T1" fmla="*/ 2147483647 h 131"/>
              <a:gd name="T2" fmla="*/ 2147483647 w 234"/>
              <a:gd name="T3" fmla="*/ 0 h 131"/>
              <a:gd name="T4" fmla="*/ 0 w 234"/>
              <a:gd name="T5" fmla="*/ 2147483647 h 131"/>
              <a:gd name="T6" fmla="*/ 2147483647 w 234"/>
              <a:gd name="T7" fmla="*/ 2147483647 h 131"/>
              <a:gd name="T8" fmla="*/ 2147483647 w 234"/>
              <a:gd name="T9" fmla="*/ 2147483647 h 131"/>
              <a:gd name="T10" fmla="*/ 0 60000 65536"/>
              <a:gd name="T11" fmla="*/ 0 60000 65536"/>
              <a:gd name="T12" fmla="*/ 0 60000 65536"/>
              <a:gd name="T13" fmla="*/ 0 60000 65536"/>
              <a:gd name="T14" fmla="*/ 0 60000 65536"/>
              <a:gd name="T15" fmla="*/ 0 w 234"/>
              <a:gd name="T16" fmla="*/ 0 h 131"/>
              <a:gd name="T17" fmla="*/ 234 w 234"/>
              <a:gd name="T18" fmla="*/ 131 h 131"/>
            </a:gdLst>
            <a:ahLst/>
            <a:cxnLst>
              <a:cxn ang="T10">
                <a:pos x="T0" y="T1"/>
              </a:cxn>
              <a:cxn ang="T11">
                <a:pos x="T2" y="T3"/>
              </a:cxn>
              <a:cxn ang="T12">
                <a:pos x="T4" y="T5"/>
              </a:cxn>
              <a:cxn ang="T13">
                <a:pos x="T6" y="T7"/>
              </a:cxn>
              <a:cxn ang="T14">
                <a:pos x="T8" y="T9"/>
              </a:cxn>
            </a:cxnLst>
            <a:rect l="T15" t="T16" r="T17" b="T18"/>
            <a:pathLst>
              <a:path w="234" h="131">
                <a:moveTo>
                  <a:pt x="234" y="14"/>
                </a:moveTo>
                <a:lnTo>
                  <a:pt x="227" y="0"/>
                </a:lnTo>
                <a:lnTo>
                  <a:pt x="0" y="117"/>
                </a:lnTo>
                <a:lnTo>
                  <a:pt x="7" y="131"/>
                </a:lnTo>
                <a:lnTo>
                  <a:pt x="234" y="1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69" name="Freeform 104"/>
          <p:cNvSpPr>
            <a:spLocks/>
          </p:cNvSpPr>
          <p:nvPr/>
        </p:nvSpPr>
        <p:spPr bwMode="auto">
          <a:xfrm>
            <a:off x="7442201" y="4086225"/>
            <a:ext cx="22225" cy="20638"/>
          </a:xfrm>
          <a:custGeom>
            <a:avLst/>
            <a:gdLst>
              <a:gd name="T0" fmla="*/ 2147483647 w 14"/>
              <a:gd name="T1" fmla="*/ 2147483647 h 13"/>
              <a:gd name="T2" fmla="*/ 2147483647 w 14"/>
              <a:gd name="T3" fmla="*/ 2147483647 h 13"/>
              <a:gd name="T4" fmla="*/ 0 w 14"/>
              <a:gd name="T5" fmla="*/ 0 h 13"/>
              <a:gd name="T6" fmla="*/ 0 w 14"/>
              <a:gd name="T7" fmla="*/ 2147483647 h 13"/>
              <a:gd name="T8" fmla="*/ 2147483647 w 14"/>
              <a:gd name="T9" fmla="*/ 2147483647 h 13"/>
              <a:gd name="T10" fmla="*/ 0 60000 65536"/>
              <a:gd name="T11" fmla="*/ 0 60000 65536"/>
              <a:gd name="T12" fmla="*/ 0 60000 65536"/>
              <a:gd name="T13" fmla="*/ 0 60000 65536"/>
              <a:gd name="T14" fmla="*/ 0 60000 65536"/>
              <a:gd name="T15" fmla="*/ 0 w 14"/>
              <a:gd name="T16" fmla="*/ 0 h 13"/>
              <a:gd name="T17" fmla="*/ 14 w 14"/>
              <a:gd name="T18" fmla="*/ 13 h 13"/>
            </a:gdLst>
            <a:ahLst/>
            <a:cxnLst>
              <a:cxn ang="T10">
                <a:pos x="T0" y="T1"/>
              </a:cxn>
              <a:cxn ang="T11">
                <a:pos x="T2" y="T3"/>
              </a:cxn>
              <a:cxn ang="T12">
                <a:pos x="T4" y="T5"/>
              </a:cxn>
              <a:cxn ang="T13">
                <a:pos x="T6" y="T7"/>
              </a:cxn>
              <a:cxn ang="T14">
                <a:pos x="T8" y="T9"/>
              </a:cxn>
            </a:cxnLst>
            <a:rect l="T15" t="T16" r="T17" b="T18"/>
            <a:pathLst>
              <a:path w="14" h="13">
                <a:moveTo>
                  <a:pt x="14" y="13"/>
                </a:moveTo>
                <a:lnTo>
                  <a:pt x="14" y="6"/>
                </a:lnTo>
                <a:lnTo>
                  <a:pt x="0" y="0"/>
                </a:lnTo>
                <a:lnTo>
                  <a:pt x="0" y="6"/>
                </a:lnTo>
                <a:lnTo>
                  <a:pt x="14" y="13"/>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70" name="Freeform 105"/>
          <p:cNvSpPr>
            <a:spLocks/>
          </p:cNvSpPr>
          <p:nvPr/>
        </p:nvSpPr>
        <p:spPr bwMode="auto">
          <a:xfrm>
            <a:off x="7180263" y="4095751"/>
            <a:ext cx="284162" cy="1255713"/>
          </a:xfrm>
          <a:custGeom>
            <a:avLst/>
            <a:gdLst>
              <a:gd name="T0" fmla="*/ 2147483647 w 179"/>
              <a:gd name="T1" fmla="*/ 2147483647 h 791"/>
              <a:gd name="T2" fmla="*/ 2147483647 w 179"/>
              <a:gd name="T3" fmla="*/ 2147483647 h 791"/>
              <a:gd name="T4" fmla="*/ 2147483647 w 179"/>
              <a:gd name="T5" fmla="*/ 2147483647 h 791"/>
              <a:gd name="T6" fmla="*/ 2147483647 w 179"/>
              <a:gd name="T7" fmla="*/ 2147483647 h 791"/>
              <a:gd name="T8" fmla="*/ 2147483647 w 179"/>
              <a:gd name="T9" fmla="*/ 2147483647 h 791"/>
              <a:gd name="T10" fmla="*/ 2147483647 w 179"/>
              <a:gd name="T11" fmla="*/ 2147483647 h 791"/>
              <a:gd name="T12" fmla="*/ 2147483647 w 179"/>
              <a:gd name="T13" fmla="*/ 2147483647 h 791"/>
              <a:gd name="T14" fmla="*/ 2147483647 w 179"/>
              <a:gd name="T15" fmla="*/ 2147483647 h 791"/>
              <a:gd name="T16" fmla="*/ 2147483647 w 179"/>
              <a:gd name="T17" fmla="*/ 2147483647 h 791"/>
              <a:gd name="T18" fmla="*/ 2147483647 w 179"/>
              <a:gd name="T19" fmla="*/ 2147483647 h 791"/>
              <a:gd name="T20" fmla="*/ 2147483647 w 179"/>
              <a:gd name="T21" fmla="*/ 2147483647 h 791"/>
              <a:gd name="T22" fmla="*/ 2147483647 w 179"/>
              <a:gd name="T23" fmla="*/ 2147483647 h 791"/>
              <a:gd name="T24" fmla="*/ 2147483647 w 179"/>
              <a:gd name="T25" fmla="*/ 2147483647 h 791"/>
              <a:gd name="T26" fmla="*/ 2147483647 w 179"/>
              <a:gd name="T27" fmla="*/ 2147483647 h 791"/>
              <a:gd name="T28" fmla="*/ 2147483647 w 179"/>
              <a:gd name="T29" fmla="*/ 2147483647 h 791"/>
              <a:gd name="T30" fmla="*/ 2147483647 w 179"/>
              <a:gd name="T31" fmla="*/ 2147483647 h 791"/>
              <a:gd name="T32" fmla="*/ 2147483647 w 179"/>
              <a:gd name="T33" fmla="*/ 2147483647 h 791"/>
              <a:gd name="T34" fmla="*/ 2147483647 w 179"/>
              <a:gd name="T35" fmla="*/ 2147483647 h 791"/>
              <a:gd name="T36" fmla="*/ 2147483647 w 179"/>
              <a:gd name="T37" fmla="*/ 2147483647 h 791"/>
              <a:gd name="T38" fmla="*/ 2147483647 w 179"/>
              <a:gd name="T39" fmla="*/ 2147483647 h 791"/>
              <a:gd name="T40" fmla="*/ 0 w 179"/>
              <a:gd name="T41" fmla="*/ 2147483647 h 791"/>
              <a:gd name="T42" fmla="*/ 0 w 179"/>
              <a:gd name="T43" fmla="*/ 2147483647 h 791"/>
              <a:gd name="T44" fmla="*/ 0 w 179"/>
              <a:gd name="T45" fmla="*/ 2147483647 h 791"/>
              <a:gd name="T46" fmla="*/ 0 w 179"/>
              <a:gd name="T47" fmla="*/ 2147483647 h 791"/>
              <a:gd name="T48" fmla="*/ 0 w 179"/>
              <a:gd name="T49" fmla="*/ 2147483647 h 791"/>
              <a:gd name="T50" fmla="*/ 0 w 179"/>
              <a:gd name="T51" fmla="*/ 2147483647 h 791"/>
              <a:gd name="T52" fmla="*/ 2147483647 w 179"/>
              <a:gd name="T53" fmla="*/ 2147483647 h 791"/>
              <a:gd name="T54" fmla="*/ 2147483647 w 179"/>
              <a:gd name="T55" fmla="*/ 2147483647 h 791"/>
              <a:gd name="T56" fmla="*/ 2147483647 w 179"/>
              <a:gd name="T57" fmla="*/ 2147483647 h 791"/>
              <a:gd name="T58" fmla="*/ 2147483647 w 179"/>
              <a:gd name="T59" fmla="*/ 2147483647 h 791"/>
              <a:gd name="T60" fmla="*/ 2147483647 w 179"/>
              <a:gd name="T61" fmla="*/ 2147483647 h 791"/>
              <a:gd name="T62" fmla="*/ 2147483647 w 179"/>
              <a:gd name="T63" fmla="*/ 2147483647 h 791"/>
              <a:gd name="T64" fmla="*/ 2147483647 w 179"/>
              <a:gd name="T65" fmla="*/ 2147483647 h 791"/>
              <a:gd name="T66" fmla="*/ 2147483647 w 179"/>
              <a:gd name="T67" fmla="*/ 2147483647 h 791"/>
              <a:gd name="T68" fmla="*/ 2147483647 w 179"/>
              <a:gd name="T69" fmla="*/ 2147483647 h 791"/>
              <a:gd name="T70" fmla="*/ 2147483647 w 179"/>
              <a:gd name="T71" fmla="*/ 0 h 791"/>
              <a:gd name="T72" fmla="*/ 2147483647 w 179"/>
              <a:gd name="T73" fmla="*/ 2147483647 h 79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79"/>
              <a:gd name="T112" fmla="*/ 0 h 791"/>
              <a:gd name="T113" fmla="*/ 179 w 179"/>
              <a:gd name="T114" fmla="*/ 791 h 79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79" h="791">
                <a:moveTo>
                  <a:pt x="179" y="7"/>
                </a:moveTo>
                <a:lnTo>
                  <a:pt x="110" y="117"/>
                </a:lnTo>
                <a:lnTo>
                  <a:pt x="62" y="241"/>
                </a:lnTo>
                <a:lnTo>
                  <a:pt x="28" y="372"/>
                </a:lnTo>
                <a:lnTo>
                  <a:pt x="28" y="365"/>
                </a:lnTo>
                <a:lnTo>
                  <a:pt x="14" y="509"/>
                </a:lnTo>
                <a:lnTo>
                  <a:pt x="14" y="654"/>
                </a:lnTo>
                <a:lnTo>
                  <a:pt x="28" y="791"/>
                </a:lnTo>
                <a:lnTo>
                  <a:pt x="14" y="791"/>
                </a:lnTo>
                <a:lnTo>
                  <a:pt x="0" y="654"/>
                </a:lnTo>
                <a:lnTo>
                  <a:pt x="0" y="509"/>
                </a:lnTo>
                <a:lnTo>
                  <a:pt x="14" y="365"/>
                </a:lnTo>
                <a:lnTo>
                  <a:pt x="48" y="234"/>
                </a:lnTo>
                <a:lnTo>
                  <a:pt x="96" y="110"/>
                </a:lnTo>
                <a:lnTo>
                  <a:pt x="165" y="0"/>
                </a:lnTo>
                <a:lnTo>
                  <a:pt x="179" y="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71" name="Freeform 106"/>
          <p:cNvSpPr>
            <a:spLocks/>
          </p:cNvSpPr>
          <p:nvPr/>
        </p:nvSpPr>
        <p:spPr bwMode="auto">
          <a:xfrm>
            <a:off x="7202489" y="5351464"/>
            <a:ext cx="65087" cy="219075"/>
          </a:xfrm>
          <a:custGeom>
            <a:avLst/>
            <a:gdLst>
              <a:gd name="T0" fmla="*/ 2147483647 w 41"/>
              <a:gd name="T1" fmla="*/ 0 h 138"/>
              <a:gd name="T2" fmla="*/ 2147483647 w 41"/>
              <a:gd name="T3" fmla="*/ 2147483647 h 138"/>
              <a:gd name="T4" fmla="*/ 2147483647 w 41"/>
              <a:gd name="T5" fmla="*/ 2147483647 h 138"/>
              <a:gd name="T6" fmla="*/ 2147483647 w 41"/>
              <a:gd name="T7" fmla="*/ 2147483647 h 138"/>
              <a:gd name="T8" fmla="*/ 2147483647 w 41"/>
              <a:gd name="T9" fmla="*/ 2147483647 h 138"/>
              <a:gd name="T10" fmla="*/ 0 w 41"/>
              <a:gd name="T11" fmla="*/ 0 h 138"/>
              <a:gd name="T12" fmla="*/ 2147483647 w 41"/>
              <a:gd name="T13" fmla="*/ 0 h 138"/>
              <a:gd name="T14" fmla="*/ 0 60000 65536"/>
              <a:gd name="T15" fmla="*/ 0 60000 65536"/>
              <a:gd name="T16" fmla="*/ 0 60000 65536"/>
              <a:gd name="T17" fmla="*/ 0 60000 65536"/>
              <a:gd name="T18" fmla="*/ 0 60000 65536"/>
              <a:gd name="T19" fmla="*/ 0 60000 65536"/>
              <a:gd name="T20" fmla="*/ 0 60000 65536"/>
              <a:gd name="T21" fmla="*/ 0 w 41"/>
              <a:gd name="T22" fmla="*/ 0 h 138"/>
              <a:gd name="T23" fmla="*/ 41 w 41"/>
              <a:gd name="T24" fmla="*/ 138 h 1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138">
                <a:moveTo>
                  <a:pt x="14" y="0"/>
                </a:moveTo>
                <a:lnTo>
                  <a:pt x="41" y="131"/>
                </a:lnTo>
                <a:lnTo>
                  <a:pt x="27" y="138"/>
                </a:lnTo>
                <a:lnTo>
                  <a:pt x="27" y="131"/>
                </a:lnTo>
                <a:lnTo>
                  <a:pt x="0" y="0"/>
                </a:lnTo>
                <a:lnTo>
                  <a:pt x="1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72" name="Freeform 107"/>
          <p:cNvSpPr>
            <a:spLocks/>
          </p:cNvSpPr>
          <p:nvPr/>
        </p:nvSpPr>
        <p:spPr bwMode="auto">
          <a:xfrm>
            <a:off x="7312025" y="5756275"/>
            <a:ext cx="20638" cy="20638"/>
          </a:xfrm>
          <a:custGeom>
            <a:avLst/>
            <a:gdLst>
              <a:gd name="T0" fmla="*/ 2147483647 w 13"/>
              <a:gd name="T1" fmla="*/ 0 h 13"/>
              <a:gd name="T2" fmla="*/ 2147483647 w 13"/>
              <a:gd name="T3" fmla="*/ 2147483647 h 13"/>
              <a:gd name="T4" fmla="*/ 0 w 13"/>
              <a:gd name="T5" fmla="*/ 2147483647 h 13"/>
              <a:gd name="T6" fmla="*/ 0 w 13"/>
              <a:gd name="T7" fmla="*/ 2147483647 h 13"/>
              <a:gd name="T8" fmla="*/ 2147483647 w 13"/>
              <a:gd name="T9" fmla="*/ 0 h 13"/>
              <a:gd name="T10" fmla="*/ 0 60000 65536"/>
              <a:gd name="T11" fmla="*/ 0 60000 65536"/>
              <a:gd name="T12" fmla="*/ 0 60000 65536"/>
              <a:gd name="T13" fmla="*/ 0 60000 65536"/>
              <a:gd name="T14" fmla="*/ 0 60000 65536"/>
              <a:gd name="T15" fmla="*/ 0 w 13"/>
              <a:gd name="T16" fmla="*/ 0 h 13"/>
              <a:gd name="T17" fmla="*/ 13 w 13"/>
              <a:gd name="T18" fmla="*/ 13 h 13"/>
            </a:gdLst>
            <a:ahLst/>
            <a:cxnLst>
              <a:cxn ang="T10">
                <a:pos x="T0" y="T1"/>
              </a:cxn>
              <a:cxn ang="T11">
                <a:pos x="T2" y="T3"/>
              </a:cxn>
              <a:cxn ang="T12">
                <a:pos x="T4" y="T5"/>
              </a:cxn>
              <a:cxn ang="T13">
                <a:pos x="T6" y="T7"/>
              </a:cxn>
              <a:cxn ang="T14">
                <a:pos x="T8" y="T9"/>
              </a:cxn>
            </a:cxnLst>
            <a:rect l="T15" t="T16" r="T17" b="T18"/>
            <a:pathLst>
              <a:path w="13" h="13">
                <a:moveTo>
                  <a:pt x="13" y="0"/>
                </a:moveTo>
                <a:lnTo>
                  <a:pt x="13" y="6"/>
                </a:lnTo>
                <a:lnTo>
                  <a:pt x="0" y="13"/>
                </a:lnTo>
                <a:lnTo>
                  <a:pt x="0" y="6"/>
                </a:lnTo>
                <a:lnTo>
                  <a:pt x="13"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73" name="Freeform 108"/>
          <p:cNvSpPr>
            <a:spLocks/>
          </p:cNvSpPr>
          <p:nvPr/>
        </p:nvSpPr>
        <p:spPr bwMode="auto">
          <a:xfrm>
            <a:off x="7245351" y="5559426"/>
            <a:ext cx="87313" cy="206375"/>
          </a:xfrm>
          <a:custGeom>
            <a:avLst/>
            <a:gdLst>
              <a:gd name="T0" fmla="*/ 2147483647 w 55"/>
              <a:gd name="T1" fmla="*/ 0 h 130"/>
              <a:gd name="T2" fmla="*/ 0 w 55"/>
              <a:gd name="T3" fmla="*/ 2147483647 h 130"/>
              <a:gd name="T4" fmla="*/ 2147483647 w 55"/>
              <a:gd name="T5" fmla="*/ 2147483647 h 130"/>
              <a:gd name="T6" fmla="*/ 2147483647 w 55"/>
              <a:gd name="T7" fmla="*/ 2147483647 h 130"/>
              <a:gd name="T8" fmla="*/ 2147483647 w 55"/>
              <a:gd name="T9" fmla="*/ 0 h 130"/>
              <a:gd name="T10" fmla="*/ 0 60000 65536"/>
              <a:gd name="T11" fmla="*/ 0 60000 65536"/>
              <a:gd name="T12" fmla="*/ 0 60000 65536"/>
              <a:gd name="T13" fmla="*/ 0 60000 65536"/>
              <a:gd name="T14" fmla="*/ 0 60000 65536"/>
              <a:gd name="T15" fmla="*/ 0 w 55"/>
              <a:gd name="T16" fmla="*/ 0 h 130"/>
              <a:gd name="T17" fmla="*/ 55 w 55"/>
              <a:gd name="T18" fmla="*/ 130 h 130"/>
            </a:gdLst>
            <a:ahLst/>
            <a:cxnLst>
              <a:cxn ang="T10">
                <a:pos x="T0" y="T1"/>
              </a:cxn>
              <a:cxn ang="T11">
                <a:pos x="T2" y="T3"/>
              </a:cxn>
              <a:cxn ang="T12">
                <a:pos x="T4" y="T5"/>
              </a:cxn>
              <a:cxn ang="T13">
                <a:pos x="T6" y="T7"/>
              </a:cxn>
              <a:cxn ang="T14">
                <a:pos x="T8" y="T9"/>
              </a:cxn>
            </a:cxnLst>
            <a:rect l="T15" t="T16" r="T17" b="T18"/>
            <a:pathLst>
              <a:path w="55" h="130">
                <a:moveTo>
                  <a:pt x="14" y="0"/>
                </a:moveTo>
                <a:lnTo>
                  <a:pt x="0" y="7"/>
                </a:lnTo>
                <a:lnTo>
                  <a:pt x="42" y="130"/>
                </a:lnTo>
                <a:lnTo>
                  <a:pt x="55" y="124"/>
                </a:lnTo>
                <a:lnTo>
                  <a:pt x="1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74" name="Freeform 109"/>
          <p:cNvSpPr>
            <a:spLocks/>
          </p:cNvSpPr>
          <p:nvPr/>
        </p:nvSpPr>
        <p:spPr bwMode="auto">
          <a:xfrm>
            <a:off x="7126289" y="3146425"/>
            <a:ext cx="631825" cy="382588"/>
          </a:xfrm>
          <a:custGeom>
            <a:avLst/>
            <a:gdLst>
              <a:gd name="T0" fmla="*/ 2147483647 w 398"/>
              <a:gd name="T1" fmla="*/ 2147483647 h 241"/>
              <a:gd name="T2" fmla="*/ 2147483647 w 398"/>
              <a:gd name="T3" fmla="*/ 2147483647 h 241"/>
              <a:gd name="T4" fmla="*/ 2147483647 w 398"/>
              <a:gd name="T5" fmla="*/ 2147483647 h 241"/>
              <a:gd name="T6" fmla="*/ 2147483647 w 398"/>
              <a:gd name="T7" fmla="*/ 2147483647 h 241"/>
              <a:gd name="T8" fmla="*/ 2147483647 w 398"/>
              <a:gd name="T9" fmla="*/ 0 h 241"/>
              <a:gd name="T10" fmla="*/ 2147483647 w 398"/>
              <a:gd name="T11" fmla="*/ 2147483647 h 241"/>
              <a:gd name="T12" fmla="*/ 2147483647 w 398"/>
              <a:gd name="T13" fmla="*/ 2147483647 h 241"/>
              <a:gd name="T14" fmla="*/ 2147483647 w 398"/>
              <a:gd name="T15" fmla="*/ 2147483647 h 241"/>
              <a:gd name="T16" fmla="*/ 0 w 398"/>
              <a:gd name="T17" fmla="*/ 2147483647 h 241"/>
              <a:gd name="T18" fmla="*/ 2147483647 w 398"/>
              <a:gd name="T19" fmla="*/ 2147483647 h 241"/>
              <a:gd name="T20" fmla="*/ 2147483647 w 398"/>
              <a:gd name="T21" fmla="*/ 2147483647 h 241"/>
              <a:gd name="T22" fmla="*/ 2147483647 w 398"/>
              <a:gd name="T23" fmla="*/ 2147483647 h 241"/>
              <a:gd name="T24" fmla="*/ 2147483647 w 398"/>
              <a:gd name="T25" fmla="*/ 2147483647 h 241"/>
              <a:gd name="T26" fmla="*/ 2147483647 w 398"/>
              <a:gd name="T27" fmla="*/ 2147483647 h 241"/>
              <a:gd name="T28" fmla="*/ 2147483647 w 398"/>
              <a:gd name="T29" fmla="*/ 2147483647 h 241"/>
              <a:gd name="T30" fmla="*/ 2147483647 w 398"/>
              <a:gd name="T31" fmla="*/ 2147483647 h 241"/>
              <a:gd name="T32" fmla="*/ 2147483647 w 398"/>
              <a:gd name="T33" fmla="*/ 2147483647 h 2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8"/>
              <a:gd name="T52" fmla="*/ 0 h 241"/>
              <a:gd name="T53" fmla="*/ 398 w 398"/>
              <a:gd name="T54" fmla="*/ 241 h 2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8" h="241">
                <a:moveTo>
                  <a:pt x="398" y="117"/>
                </a:moveTo>
                <a:lnTo>
                  <a:pt x="378" y="76"/>
                </a:lnTo>
                <a:lnTo>
                  <a:pt x="336" y="35"/>
                </a:lnTo>
                <a:lnTo>
                  <a:pt x="275" y="7"/>
                </a:lnTo>
                <a:lnTo>
                  <a:pt x="199" y="0"/>
                </a:lnTo>
                <a:lnTo>
                  <a:pt x="123" y="7"/>
                </a:lnTo>
                <a:lnTo>
                  <a:pt x="55" y="35"/>
                </a:lnTo>
                <a:lnTo>
                  <a:pt x="13" y="76"/>
                </a:lnTo>
                <a:lnTo>
                  <a:pt x="0" y="117"/>
                </a:lnTo>
                <a:lnTo>
                  <a:pt x="13" y="165"/>
                </a:lnTo>
                <a:lnTo>
                  <a:pt x="55" y="206"/>
                </a:lnTo>
                <a:lnTo>
                  <a:pt x="123" y="227"/>
                </a:lnTo>
                <a:lnTo>
                  <a:pt x="199" y="241"/>
                </a:lnTo>
                <a:lnTo>
                  <a:pt x="275" y="227"/>
                </a:lnTo>
                <a:lnTo>
                  <a:pt x="336" y="206"/>
                </a:lnTo>
                <a:lnTo>
                  <a:pt x="378" y="165"/>
                </a:lnTo>
                <a:lnTo>
                  <a:pt x="398" y="117"/>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75" name="Rectangle 112"/>
          <p:cNvSpPr>
            <a:spLocks noChangeArrowheads="1"/>
          </p:cNvSpPr>
          <p:nvPr/>
        </p:nvSpPr>
        <p:spPr bwMode="auto">
          <a:xfrm>
            <a:off x="7224713" y="3222626"/>
            <a:ext cx="34131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Times" panose="02020603050405020304" pitchFamily="18" charset="0"/>
              </a:rPr>
              <a:t>JFK</a:t>
            </a:r>
            <a:endParaRPr lang="en-US" altLang="en-US" sz="1800">
              <a:latin typeface="Arial" panose="020B0604020202020204" pitchFamily="34" charset="0"/>
            </a:endParaRPr>
          </a:p>
        </p:txBody>
      </p:sp>
      <p:sp>
        <p:nvSpPr>
          <p:cNvPr id="32876" name="Freeform 113"/>
          <p:cNvSpPr>
            <a:spLocks/>
          </p:cNvSpPr>
          <p:nvPr/>
        </p:nvSpPr>
        <p:spPr bwMode="auto">
          <a:xfrm>
            <a:off x="7747001" y="1870075"/>
            <a:ext cx="633413" cy="381000"/>
          </a:xfrm>
          <a:custGeom>
            <a:avLst/>
            <a:gdLst>
              <a:gd name="T0" fmla="*/ 2147483647 w 399"/>
              <a:gd name="T1" fmla="*/ 2147483647 h 240"/>
              <a:gd name="T2" fmla="*/ 2147483647 w 399"/>
              <a:gd name="T3" fmla="*/ 2147483647 h 240"/>
              <a:gd name="T4" fmla="*/ 2147483647 w 399"/>
              <a:gd name="T5" fmla="*/ 2147483647 h 240"/>
              <a:gd name="T6" fmla="*/ 2147483647 w 399"/>
              <a:gd name="T7" fmla="*/ 2147483647 h 240"/>
              <a:gd name="T8" fmla="*/ 2147483647 w 399"/>
              <a:gd name="T9" fmla="*/ 0 h 240"/>
              <a:gd name="T10" fmla="*/ 2147483647 w 399"/>
              <a:gd name="T11" fmla="*/ 2147483647 h 240"/>
              <a:gd name="T12" fmla="*/ 2147483647 w 399"/>
              <a:gd name="T13" fmla="*/ 2147483647 h 240"/>
              <a:gd name="T14" fmla="*/ 2147483647 w 399"/>
              <a:gd name="T15" fmla="*/ 2147483647 h 240"/>
              <a:gd name="T16" fmla="*/ 0 w 399"/>
              <a:gd name="T17" fmla="*/ 2147483647 h 240"/>
              <a:gd name="T18" fmla="*/ 2147483647 w 399"/>
              <a:gd name="T19" fmla="*/ 2147483647 h 240"/>
              <a:gd name="T20" fmla="*/ 2147483647 w 399"/>
              <a:gd name="T21" fmla="*/ 2147483647 h 240"/>
              <a:gd name="T22" fmla="*/ 2147483647 w 399"/>
              <a:gd name="T23" fmla="*/ 2147483647 h 240"/>
              <a:gd name="T24" fmla="*/ 2147483647 w 399"/>
              <a:gd name="T25" fmla="*/ 2147483647 h 240"/>
              <a:gd name="T26" fmla="*/ 2147483647 w 399"/>
              <a:gd name="T27" fmla="*/ 2147483647 h 240"/>
              <a:gd name="T28" fmla="*/ 2147483647 w 399"/>
              <a:gd name="T29" fmla="*/ 2147483647 h 240"/>
              <a:gd name="T30" fmla="*/ 2147483647 w 399"/>
              <a:gd name="T31" fmla="*/ 2147483647 h 240"/>
              <a:gd name="T32" fmla="*/ 2147483647 w 399"/>
              <a:gd name="T33" fmla="*/ 2147483647 h 2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9"/>
              <a:gd name="T52" fmla="*/ 0 h 240"/>
              <a:gd name="T53" fmla="*/ 399 w 399"/>
              <a:gd name="T54" fmla="*/ 240 h 2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9" h="240">
                <a:moveTo>
                  <a:pt x="399" y="117"/>
                </a:moveTo>
                <a:lnTo>
                  <a:pt x="378" y="75"/>
                </a:lnTo>
                <a:lnTo>
                  <a:pt x="337" y="34"/>
                </a:lnTo>
                <a:lnTo>
                  <a:pt x="275" y="6"/>
                </a:lnTo>
                <a:lnTo>
                  <a:pt x="200" y="0"/>
                </a:lnTo>
                <a:lnTo>
                  <a:pt x="124" y="6"/>
                </a:lnTo>
                <a:lnTo>
                  <a:pt x="55" y="34"/>
                </a:lnTo>
                <a:lnTo>
                  <a:pt x="14" y="75"/>
                </a:lnTo>
                <a:lnTo>
                  <a:pt x="0" y="117"/>
                </a:lnTo>
                <a:lnTo>
                  <a:pt x="14" y="165"/>
                </a:lnTo>
                <a:lnTo>
                  <a:pt x="55" y="206"/>
                </a:lnTo>
                <a:lnTo>
                  <a:pt x="124" y="227"/>
                </a:lnTo>
                <a:lnTo>
                  <a:pt x="200" y="240"/>
                </a:lnTo>
                <a:lnTo>
                  <a:pt x="275" y="227"/>
                </a:lnTo>
                <a:lnTo>
                  <a:pt x="337" y="206"/>
                </a:lnTo>
                <a:lnTo>
                  <a:pt x="378" y="165"/>
                </a:lnTo>
                <a:lnTo>
                  <a:pt x="399" y="117"/>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77" name="Freeform 114"/>
          <p:cNvSpPr>
            <a:spLocks/>
          </p:cNvSpPr>
          <p:nvPr/>
        </p:nvSpPr>
        <p:spPr bwMode="auto">
          <a:xfrm>
            <a:off x="7735889" y="1858964"/>
            <a:ext cx="655637" cy="403225"/>
          </a:xfrm>
          <a:custGeom>
            <a:avLst/>
            <a:gdLst>
              <a:gd name="T0" fmla="*/ 2147483647 w 413"/>
              <a:gd name="T1" fmla="*/ 2147483647 h 254"/>
              <a:gd name="T2" fmla="*/ 2147483647 w 413"/>
              <a:gd name="T3" fmla="*/ 2147483647 h 254"/>
              <a:gd name="T4" fmla="*/ 2147483647 w 413"/>
              <a:gd name="T5" fmla="*/ 2147483647 h 254"/>
              <a:gd name="T6" fmla="*/ 2147483647 w 413"/>
              <a:gd name="T7" fmla="*/ 2147483647 h 254"/>
              <a:gd name="T8" fmla="*/ 2147483647 w 413"/>
              <a:gd name="T9" fmla="*/ 2147483647 h 254"/>
              <a:gd name="T10" fmla="*/ 2147483647 w 413"/>
              <a:gd name="T11" fmla="*/ 2147483647 h 254"/>
              <a:gd name="T12" fmla="*/ 2147483647 w 413"/>
              <a:gd name="T13" fmla="*/ 2147483647 h 254"/>
              <a:gd name="T14" fmla="*/ 2147483647 w 413"/>
              <a:gd name="T15" fmla="*/ 2147483647 h 254"/>
              <a:gd name="T16" fmla="*/ 2147483647 w 413"/>
              <a:gd name="T17" fmla="*/ 2147483647 h 254"/>
              <a:gd name="T18" fmla="*/ 2147483647 w 413"/>
              <a:gd name="T19" fmla="*/ 2147483647 h 254"/>
              <a:gd name="T20" fmla="*/ 2147483647 w 413"/>
              <a:gd name="T21" fmla="*/ 2147483647 h 254"/>
              <a:gd name="T22" fmla="*/ 2147483647 w 413"/>
              <a:gd name="T23" fmla="*/ 2147483647 h 254"/>
              <a:gd name="T24" fmla="*/ 2147483647 w 413"/>
              <a:gd name="T25" fmla="*/ 2147483647 h 254"/>
              <a:gd name="T26" fmla="*/ 2147483647 w 413"/>
              <a:gd name="T27" fmla="*/ 2147483647 h 254"/>
              <a:gd name="T28" fmla="*/ 2147483647 w 413"/>
              <a:gd name="T29" fmla="*/ 2147483647 h 254"/>
              <a:gd name="T30" fmla="*/ 2147483647 w 413"/>
              <a:gd name="T31" fmla="*/ 2147483647 h 254"/>
              <a:gd name="T32" fmla="*/ 2147483647 w 413"/>
              <a:gd name="T33" fmla="*/ 2147483647 h 254"/>
              <a:gd name="T34" fmla="*/ 2147483647 w 413"/>
              <a:gd name="T35" fmla="*/ 2147483647 h 254"/>
              <a:gd name="T36" fmla="*/ 2147483647 w 413"/>
              <a:gd name="T37" fmla="*/ 2147483647 h 254"/>
              <a:gd name="T38" fmla="*/ 2147483647 w 413"/>
              <a:gd name="T39" fmla="*/ 2147483647 h 254"/>
              <a:gd name="T40" fmla="*/ 2147483647 w 413"/>
              <a:gd name="T41" fmla="*/ 2147483647 h 254"/>
              <a:gd name="T42" fmla="*/ 2147483647 w 413"/>
              <a:gd name="T43" fmla="*/ 2147483647 h 254"/>
              <a:gd name="T44" fmla="*/ 2147483647 w 413"/>
              <a:gd name="T45" fmla="*/ 2147483647 h 254"/>
              <a:gd name="T46" fmla="*/ 2147483647 w 413"/>
              <a:gd name="T47" fmla="*/ 2147483647 h 254"/>
              <a:gd name="T48" fmla="*/ 2147483647 w 413"/>
              <a:gd name="T49" fmla="*/ 2147483647 h 254"/>
              <a:gd name="T50" fmla="*/ 2147483647 w 413"/>
              <a:gd name="T51" fmla="*/ 2147483647 h 254"/>
              <a:gd name="T52" fmla="*/ 2147483647 w 413"/>
              <a:gd name="T53" fmla="*/ 2147483647 h 254"/>
              <a:gd name="T54" fmla="*/ 2147483647 w 413"/>
              <a:gd name="T55" fmla="*/ 2147483647 h 254"/>
              <a:gd name="T56" fmla="*/ 2147483647 w 413"/>
              <a:gd name="T57" fmla="*/ 2147483647 h 254"/>
              <a:gd name="T58" fmla="*/ 2147483647 w 413"/>
              <a:gd name="T59" fmla="*/ 2147483647 h 254"/>
              <a:gd name="T60" fmla="*/ 2147483647 w 413"/>
              <a:gd name="T61" fmla="*/ 2147483647 h 254"/>
              <a:gd name="T62" fmla="*/ 2147483647 w 413"/>
              <a:gd name="T63" fmla="*/ 2147483647 h 254"/>
              <a:gd name="T64" fmla="*/ 2147483647 w 413"/>
              <a:gd name="T65" fmla="*/ 2147483647 h 254"/>
              <a:gd name="T66" fmla="*/ 2147483647 w 413"/>
              <a:gd name="T67" fmla="*/ 2147483647 h 254"/>
              <a:gd name="T68" fmla="*/ 2147483647 w 413"/>
              <a:gd name="T69" fmla="*/ 2147483647 h 254"/>
              <a:gd name="T70" fmla="*/ 0 w 413"/>
              <a:gd name="T71" fmla="*/ 2147483647 h 254"/>
              <a:gd name="T72" fmla="*/ 0 w 413"/>
              <a:gd name="T73" fmla="*/ 2147483647 h 254"/>
              <a:gd name="T74" fmla="*/ 2147483647 w 413"/>
              <a:gd name="T75" fmla="*/ 2147483647 h 254"/>
              <a:gd name="T76" fmla="*/ 2147483647 w 413"/>
              <a:gd name="T77" fmla="*/ 2147483647 h 254"/>
              <a:gd name="T78" fmla="*/ 2147483647 w 413"/>
              <a:gd name="T79" fmla="*/ 2147483647 h 254"/>
              <a:gd name="T80" fmla="*/ 2147483647 w 413"/>
              <a:gd name="T81" fmla="*/ 2147483647 h 254"/>
              <a:gd name="T82" fmla="*/ 2147483647 w 413"/>
              <a:gd name="T83" fmla="*/ 0 h 254"/>
              <a:gd name="T84" fmla="*/ 2147483647 w 413"/>
              <a:gd name="T85" fmla="*/ 0 h 254"/>
              <a:gd name="T86" fmla="*/ 2147483647 w 413"/>
              <a:gd name="T87" fmla="*/ 2147483647 h 254"/>
              <a:gd name="T88" fmla="*/ 2147483647 w 413"/>
              <a:gd name="T89" fmla="*/ 2147483647 h 254"/>
              <a:gd name="T90" fmla="*/ 2147483647 w 413"/>
              <a:gd name="T91" fmla="*/ 2147483647 h 254"/>
              <a:gd name="T92" fmla="*/ 2147483647 w 413"/>
              <a:gd name="T93" fmla="*/ 2147483647 h 254"/>
              <a:gd name="T94" fmla="*/ 2147483647 w 413"/>
              <a:gd name="T95" fmla="*/ 2147483647 h 25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3"/>
              <a:gd name="T145" fmla="*/ 0 h 254"/>
              <a:gd name="T146" fmla="*/ 413 w 413"/>
              <a:gd name="T147" fmla="*/ 254 h 25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3" h="254">
                <a:moveTo>
                  <a:pt x="399" y="130"/>
                </a:moveTo>
                <a:lnTo>
                  <a:pt x="378" y="89"/>
                </a:lnTo>
                <a:lnTo>
                  <a:pt x="385" y="89"/>
                </a:lnTo>
                <a:lnTo>
                  <a:pt x="344" y="48"/>
                </a:lnTo>
                <a:lnTo>
                  <a:pt x="282" y="20"/>
                </a:lnTo>
                <a:lnTo>
                  <a:pt x="207" y="13"/>
                </a:lnTo>
                <a:lnTo>
                  <a:pt x="131" y="20"/>
                </a:lnTo>
                <a:lnTo>
                  <a:pt x="138" y="20"/>
                </a:lnTo>
                <a:lnTo>
                  <a:pt x="69" y="48"/>
                </a:lnTo>
                <a:lnTo>
                  <a:pt x="28" y="89"/>
                </a:lnTo>
                <a:lnTo>
                  <a:pt x="14" y="130"/>
                </a:lnTo>
                <a:lnTo>
                  <a:pt x="14" y="124"/>
                </a:lnTo>
                <a:lnTo>
                  <a:pt x="28" y="172"/>
                </a:lnTo>
                <a:lnTo>
                  <a:pt x="69" y="213"/>
                </a:lnTo>
                <a:lnTo>
                  <a:pt x="69" y="206"/>
                </a:lnTo>
                <a:lnTo>
                  <a:pt x="138" y="227"/>
                </a:lnTo>
                <a:lnTo>
                  <a:pt x="131" y="227"/>
                </a:lnTo>
                <a:lnTo>
                  <a:pt x="207" y="240"/>
                </a:lnTo>
                <a:lnTo>
                  <a:pt x="282" y="227"/>
                </a:lnTo>
                <a:lnTo>
                  <a:pt x="344" y="206"/>
                </a:lnTo>
                <a:lnTo>
                  <a:pt x="344" y="213"/>
                </a:lnTo>
                <a:lnTo>
                  <a:pt x="385" y="172"/>
                </a:lnTo>
                <a:lnTo>
                  <a:pt x="378" y="172"/>
                </a:lnTo>
                <a:lnTo>
                  <a:pt x="399" y="124"/>
                </a:lnTo>
                <a:lnTo>
                  <a:pt x="413" y="130"/>
                </a:lnTo>
                <a:lnTo>
                  <a:pt x="392" y="179"/>
                </a:lnTo>
                <a:lnTo>
                  <a:pt x="351" y="220"/>
                </a:lnTo>
                <a:lnTo>
                  <a:pt x="289" y="240"/>
                </a:lnTo>
                <a:lnTo>
                  <a:pt x="282" y="240"/>
                </a:lnTo>
                <a:lnTo>
                  <a:pt x="207" y="254"/>
                </a:lnTo>
                <a:lnTo>
                  <a:pt x="131" y="240"/>
                </a:lnTo>
                <a:lnTo>
                  <a:pt x="62" y="220"/>
                </a:lnTo>
                <a:lnTo>
                  <a:pt x="21" y="179"/>
                </a:lnTo>
                <a:lnTo>
                  <a:pt x="14" y="179"/>
                </a:lnTo>
                <a:lnTo>
                  <a:pt x="0" y="130"/>
                </a:lnTo>
                <a:lnTo>
                  <a:pt x="0" y="124"/>
                </a:lnTo>
                <a:lnTo>
                  <a:pt x="14" y="82"/>
                </a:lnTo>
                <a:lnTo>
                  <a:pt x="21" y="82"/>
                </a:lnTo>
                <a:lnTo>
                  <a:pt x="62" y="41"/>
                </a:lnTo>
                <a:lnTo>
                  <a:pt x="62" y="34"/>
                </a:lnTo>
                <a:lnTo>
                  <a:pt x="131" y="7"/>
                </a:lnTo>
                <a:lnTo>
                  <a:pt x="207" y="0"/>
                </a:lnTo>
                <a:lnTo>
                  <a:pt x="282" y="7"/>
                </a:lnTo>
                <a:lnTo>
                  <a:pt x="289" y="7"/>
                </a:lnTo>
                <a:lnTo>
                  <a:pt x="351" y="34"/>
                </a:lnTo>
                <a:lnTo>
                  <a:pt x="351" y="41"/>
                </a:lnTo>
                <a:lnTo>
                  <a:pt x="392" y="82"/>
                </a:lnTo>
                <a:lnTo>
                  <a:pt x="413" y="124"/>
                </a:lnTo>
                <a:lnTo>
                  <a:pt x="399" y="13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78" name="Freeform 115"/>
          <p:cNvSpPr>
            <a:spLocks/>
          </p:cNvSpPr>
          <p:nvPr/>
        </p:nvSpPr>
        <p:spPr bwMode="auto">
          <a:xfrm>
            <a:off x="8369301" y="2055814"/>
            <a:ext cx="22225" cy="9525"/>
          </a:xfrm>
          <a:custGeom>
            <a:avLst/>
            <a:gdLst>
              <a:gd name="T0" fmla="*/ 0 w 14"/>
              <a:gd name="T1" fmla="*/ 0 h 6"/>
              <a:gd name="T2" fmla="*/ 0 w 14"/>
              <a:gd name="T3" fmla="*/ 0 h 6"/>
              <a:gd name="T4" fmla="*/ 0 w 14"/>
              <a:gd name="T5" fmla="*/ 2147483647 h 6"/>
              <a:gd name="T6" fmla="*/ 2147483647 w 14"/>
              <a:gd name="T7" fmla="*/ 0 h 6"/>
              <a:gd name="T8" fmla="*/ 2147483647 w 14"/>
              <a:gd name="T9" fmla="*/ 2147483647 h 6"/>
              <a:gd name="T10" fmla="*/ 2147483647 w 14"/>
              <a:gd name="T11" fmla="*/ 2147483647 h 6"/>
              <a:gd name="T12" fmla="*/ 0 w 14"/>
              <a:gd name="T13" fmla="*/ 0 h 6"/>
              <a:gd name="T14" fmla="*/ 0 60000 65536"/>
              <a:gd name="T15" fmla="*/ 0 60000 65536"/>
              <a:gd name="T16" fmla="*/ 0 60000 65536"/>
              <a:gd name="T17" fmla="*/ 0 60000 65536"/>
              <a:gd name="T18" fmla="*/ 0 60000 65536"/>
              <a:gd name="T19" fmla="*/ 0 60000 65536"/>
              <a:gd name="T20" fmla="*/ 0 60000 65536"/>
              <a:gd name="T21" fmla="*/ 0 w 14"/>
              <a:gd name="T22" fmla="*/ 0 h 6"/>
              <a:gd name="T23" fmla="*/ 14 w 14"/>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6">
                <a:moveTo>
                  <a:pt x="0" y="0"/>
                </a:moveTo>
                <a:lnTo>
                  <a:pt x="0" y="0"/>
                </a:lnTo>
                <a:lnTo>
                  <a:pt x="0" y="6"/>
                </a:lnTo>
                <a:lnTo>
                  <a:pt x="14" y="0"/>
                </a:lnTo>
                <a:lnTo>
                  <a:pt x="14" y="6"/>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79" name="Rectangle 116"/>
          <p:cNvSpPr>
            <a:spLocks noChangeArrowheads="1"/>
          </p:cNvSpPr>
          <p:nvPr/>
        </p:nvSpPr>
        <p:spPr bwMode="auto">
          <a:xfrm>
            <a:off x="7834314" y="1946276"/>
            <a:ext cx="39754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BOS</a:t>
            </a:r>
            <a:endParaRPr lang="en-US" altLang="en-US" sz="1800">
              <a:latin typeface="Arial" panose="020B0604020202020204" pitchFamily="34" charset="0"/>
            </a:endParaRPr>
          </a:p>
        </p:txBody>
      </p:sp>
      <p:sp>
        <p:nvSpPr>
          <p:cNvPr id="32880" name="Freeform 117"/>
          <p:cNvSpPr>
            <a:spLocks/>
          </p:cNvSpPr>
          <p:nvPr/>
        </p:nvSpPr>
        <p:spPr bwMode="auto">
          <a:xfrm>
            <a:off x="7005638" y="5570538"/>
            <a:ext cx="633412" cy="381000"/>
          </a:xfrm>
          <a:custGeom>
            <a:avLst/>
            <a:gdLst>
              <a:gd name="T0" fmla="*/ 2147483647 w 399"/>
              <a:gd name="T1" fmla="*/ 2147483647 h 240"/>
              <a:gd name="T2" fmla="*/ 2147483647 w 399"/>
              <a:gd name="T3" fmla="*/ 2147483647 h 240"/>
              <a:gd name="T4" fmla="*/ 2147483647 w 399"/>
              <a:gd name="T5" fmla="*/ 2147483647 h 240"/>
              <a:gd name="T6" fmla="*/ 2147483647 w 399"/>
              <a:gd name="T7" fmla="*/ 2147483647 h 240"/>
              <a:gd name="T8" fmla="*/ 2147483647 w 399"/>
              <a:gd name="T9" fmla="*/ 0 h 240"/>
              <a:gd name="T10" fmla="*/ 2147483647 w 399"/>
              <a:gd name="T11" fmla="*/ 2147483647 h 240"/>
              <a:gd name="T12" fmla="*/ 2147483647 w 399"/>
              <a:gd name="T13" fmla="*/ 2147483647 h 240"/>
              <a:gd name="T14" fmla="*/ 2147483647 w 399"/>
              <a:gd name="T15" fmla="*/ 2147483647 h 240"/>
              <a:gd name="T16" fmla="*/ 0 w 399"/>
              <a:gd name="T17" fmla="*/ 2147483647 h 240"/>
              <a:gd name="T18" fmla="*/ 2147483647 w 399"/>
              <a:gd name="T19" fmla="*/ 2147483647 h 240"/>
              <a:gd name="T20" fmla="*/ 2147483647 w 399"/>
              <a:gd name="T21" fmla="*/ 2147483647 h 240"/>
              <a:gd name="T22" fmla="*/ 2147483647 w 399"/>
              <a:gd name="T23" fmla="*/ 2147483647 h 240"/>
              <a:gd name="T24" fmla="*/ 2147483647 w 399"/>
              <a:gd name="T25" fmla="*/ 2147483647 h 240"/>
              <a:gd name="T26" fmla="*/ 2147483647 w 399"/>
              <a:gd name="T27" fmla="*/ 2147483647 h 240"/>
              <a:gd name="T28" fmla="*/ 2147483647 w 399"/>
              <a:gd name="T29" fmla="*/ 2147483647 h 240"/>
              <a:gd name="T30" fmla="*/ 2147483647 w 399"/>
              <a:gd name="T31" fmla="*/ 2147483647 h 240"/>
              <a:gd name="T32" fmla="*/ 2147483647 w 399"/>
              <a:gd name="T33" fmla="*/ 2147483647 h 2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9"/>
              <a:gd name="T52" fmla="*/ 0 h 240"/>
              <a:gd name="T53" fmla="*/ 399 w 399"/>
              <a:gd name="T54" fmla="*/ 240 h 2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9" h="240">
                <a:moveTo>
                  <a:pt x="399" y="117"/>
                </a:moveTo>
                <a:lnTo>
                  <a:pt x="378" y="75"/>
                </a:lnTo>
                <a:lnTo>
                  <a:pt x="337" y="34"/>
                </a:lnTo>
                <a:lnTo>
                  <a:pt x="275" y="7"/>
                </a:lnTo>
                <a:lnTo>
                  <a:pt x="199" y="0"/>
                </a:lnTo>
                <a:lnTo>
                  <a:pt x="124" y="7"/>
                </a:lnTo>
                <a:lnTo>
                  <a:pt x="55" y="34"/>
                </a:lnTo>
                <a:lnTo>
                  <a:pt x="14" y="75"/>
                </a:lnTo>
                <a:lnTo>
                  <a:pt x="0" y="117"/>
                </a:lnTo>
                <a:lnTo>
                  <a:pt x="14" y="165"/>
                </a:lnTo>
                <a:lnTo>
                  <a:pt x="55" y="206"/>
                </a:lnTo>
                <a:lnTo>
                  <a:pt x="124" y="227"/>
                </a:lnTo>
                <a:lnTo>
                  <a:pt x="199" y="240"/>
                </a:lnTo>
                <a:lnTo>
                  <a:pt x="275" y="227"/>
                </a:lnTo>
                <a:lnTo>
                  <a:pt x="337" y="206"/>
                </a:lnTo>
                <a:lnTo>
                  <a:pt x="378" y="165"/>
                </a:lnTo>
                <a:lnTo>
                  <a:pt x="399" y="117"/>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81" name="Freeform 118"/>
          <p:cNvSpPr>
            <a:spLocks/>
          </p:cNvSpPr>
          <p:nvPr/>
        </p:nvSpPr>
        <p:spPr bwMode="auto">
          <a:xfrm>
            <a:off x="6994525" y="5559426"/>
            <a:ext cx="654050" cy="403225"/>
          </a:xfrm>
          <a:custGeom>
            <a:avLst/>
            <a:gdLst>
              <a:gd name="T0" fmla="*/ 2147483647 w 412"/>
              <a:gd name="T1" fmla="*/ 2147483647 h 254"/>
              <a:gd name="T2" fmla="*/ 2147483647 w 412"/>
              <a:gd name="T3" fmla="*/ 2147483647 h 254"/>
              <a:gd name="T4" fmla="*/ 2147483647 w 412"/>
              <a:gd name="T5" fmla="*/ 2147483647 h 254"/>
              <a:gd name="T6" fmla="*/ 2147483647 w 412"/>
              <a:gd name="T7" fmla="*/ 2147483647 h 254"/>
              <a:gd name="T8" fmla="*/ 2147483647 w 412"/>
              <a:gd name="T9" fmla="*/ 2147483647 h 254"/>
              <a:gd name="T10" fmla="*/ 2147483647 w 412"/>
              <a:gd name="T11" fmla="*/ 2147483647 h 254"/>
              <a:gd name="T12" fmla="*/ 2147483647 w 412"/>
              <a:gd name="T13" fmla="*/ 2147483647 h 254"/>
              <a:gd name="T14" fmla="*/ 2147483647 w 412"/>
              <a:gd name="T15" fmla="*/ 2147483647 h 254"/>
              <a:gd name="T16" fmla="*/ 2147483647 w 412"/>
              <a:gd name="T17" fmla="*/ 2147483647 h 254"/>
              <a:gd name="T18" fmla="*/ 2147483647 w 412"/>
              <a:gd name="T19" fmla="*/ 2147483647 h 254"/>
              <a:gd name="T20" fmla="*/ 2147483647 w 412"/>
              <a:gd name="T21" fmla="*/ 2147483647 h 254"/>
              <a:gd name="T22" fmla="*/ 2147483647 w 412"/>
              <a:gd name="T23" fmla="*/ 2147483647 h 254"/>
              <a:gd name="T24" fmla="*/ 2147483647 w 412"/>
              <a:gd name="T25" fmla="*/ 2147483647 h 254"/>
              <a:gd name="T26" fmla="*/ 2147483647 w 412"/>
              <a:gd name="T27" fmla="*/ 2147483647 h 254"/>
              <a:gd name="T28" fmla="*/ 2147483647 w 412"/>
              <a:gd name="T29" fmla="*/ 2147483647 h 254"/>
              <a:gd name="T30" fmla="*/ 2147483647 w 412"/>
              <a:gd name="T31" fmla="*/ 2147483647 h 254"/>
              <a:gd name="T32" fmla="*/ 2147483647 w 412"/>
              <a:gd name="T33" fmla="*/ 2147483647 h 254"/>
              <a:gd name="T34" fmla="*/ 2147483647 w 412"/>
              <a:gd name="T35" fmla="*/ 2147483647 h 254"/>
              <a:gd name="T36" fmla="*/ 2147483647 w 412"/>
              <a:gd name="T37" fmla="*/ 2147483647 h 254"/>
              <a:gd name="T38" fmla="*/ 2147483647 w 412"/>
              <a:gd name="T39" fmla="*/ 2147483647 h 254"/>
              <a:gd name="T40" fmla="*/ 2147483647 w 412"/>
              <a:gd name="T41" fmla="*/ 2147483647 h 254"/>
              <a:gd name="T42" fmla="*/ 2147483647 w 412"/>
              <a:gd name="T43" fmla="*/ 2147483647 h 254"/>
              <a:gd name="T44" fmla="*/ 2147483647 w 412"/>
              <a:gd name="T45" fmla="*/ 2147483647 h 254"/>
              <a:gd name="T46" fmla="*/ 2147483647 w 412"/>
              <a:gd name="T47" fmla="*/ 2147483647 h 254"/>
              <a:gd name="T48" fmla="*/ 2147483647 w 412"/>
              <a:gd name="T49" fmla="*/ 2147483647 h 254"/>
              <a:gd name="T50" fmla="*/ 2147483647 w 412"/>
              <a:gd name="T51" fmla="*/ 2147483647 h 254"/>
              <a:gd name="T52" fmla="*/ 2147483647 w 412"/>
              <a:gd name="T53" fmla="*/ 2147483647 h 254"/>
              <a:gd name="T54" fmla="*/ 2147483647 w 412"/>
              <a:gd name="T55" fmla="*/ 2147483647 h 254"/>
              <a:gd name="T56" fmla="*/ 2147483647 w 412"/>
              <a:gd name="T57" fmla="*/ 2147483647 h 254"/>
              <a:gd name="T58" fmla="*/ 2147483647 w 412"/>
              <a:gd name="T59" fmla="*/ 2147483647 h 254"/>
              <a:gd name="T60" fmla="*/ 2147483647 w 412"/>
              <a:gd name="T61" fmla="*/ 2147483647 h 254"/>
              <a:gd name="T62" fmla="*/ 2147483647 w 412"/>
              <a:gd name="T63" fmla="*/ 2147483647 h 254"/>
              <a:gd name="T64" fmla="*/ 2147483647 w 412"/>
              <a:gd name="T65" fmla="*/ 2147483647 h 254"/>
              <a:gd name="T66" fmla="*/ 2147483647 w 412"/>
              <a:gd name="T67" fmla="*/ 2147483647 h 254"/>
              <a:gd name="T68" fmla="*/ 2147483647 w 412"/>
              <a:gd name="T69" fmla="*/ 2147483647 h 254"/>
              <a:gd name="T70" fmla="*/ 0 w 412"/>
              <a:gd name="T71" fmla="*/ 2147483647 h 254"/>
              <a:gd name="T72" fmla="*/ 0 w 412"/>
              <a:gd name="T73" fmla="*/ 2147483647 h 254"/>
              <a:gd name="T74" fmla="*/ 2147483647 w 412"/>
              <a:gd name="T75" fmla="*/ 2147483647 h 254"/>
              <a:gd name="T76" fmla="*/ 2147483647 w 412"/>
              <a:gd name="T77" fmla="*/ 2147483647 h 254"/>
              <a:gd name="T78" fmla="*/ 2147483647 w 412"/>
              <a:gd name="T79" fmla="*/ 2147483647 h 254"/>
              <a:gd name="T80" fmla="*/ 2147483647 w 412"/>
              <a:gd name="T81" fmla="*/ 2147483647 h 254"/>
              <a:gd name="T82" fmla="*/ 2147483647 w 412"/>
              <a:gd name="T83" fmla="*/ 0 h 254"/>
              <a:gd name="T84" fmla="*/ 2147483647 w 412"/>
              <a:gd name="T85" fmla="*/ 0 h 254"/>
              <a:gd name="T86" fmla="*/ 2147483647 w 412"/>
              <a:gd name="T87" fmla="*/ 2147483647 h 254"/>
              <a:gd name="T88" fmla="*/ 2147483647 w 412"/>
              <a:gd name="T89" fmla="*/ 2147483647 h 254"/>
              <a:gd name="T90" fmla="*/ 2147483647 w 412"/>
              <a:gd name="T91" fmla="*/ 2147483647 h 254"/>
              <a:gd name="T92" fmla="*/ 2147483647 w 412"/>
              <a:gd name="T93" fmla="*/ 2147483647 h 254"/>
              <a:gd name="T94" fmla="*/ 2147483647 w 412"/>
              <a:gd name="T95" fmla="*/ 2147483647 h 25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54"/>
              <a:gd name="T146" fmla="*/ 412 w 412"/>
              <a:gd name="T147" fmla="*/ 254 h 25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54">
                <a:moveTo>
                  <a:pt x="399" y="130"/>
                </a:moveTo>
                <a:lnTo>
                  <a:pt x="378" y="89"/>
                </a:lnTo>
                <a:lnTo>
                  <a:pt x="385" y="89"/>
                </a:lnTo>
                <a:lnTo>
                  <a:pt x="344" y="48"/>
                </a:lnTo>
                <a:lnTo>
                  <a:pt x="282" y="20"/>
                </a:lnTo>
                <a:lnTo>
                  <a:pt x="206" y="14"/>
                </a:lnTo>
                <a:lnTo>
                  <a:pt x="131" y="20"/>
                </a:lnTo>
                <a:lnTo>
                  <a:pt x="138" y="20"/>
                </a:lnTo>
                <a:lnTo>
                  <a:pt x="69" y="48"/>
                </a:lnTo>
                <a:lnTo>
                  <a:pt x="28" y="89"/>
                </a:lnTo>
                <a:lnTo>
                  <a:pt x="14" y="130"/>
                </a:lnTo>
                <a:lnTo>
                  <a:pt x="14" y="124"/>
                </a:lnTo>
                <a:lnTo>
                  <a:pt x="28" y="172"/>
                </a:lnTo>
                <a:lnTo>
                  <a:pt x="69" y="213"/>
                </a:lnTo>
                <a:lnTo>
                  <a:pt x="69" y="206"/>
                </a:lnTo>
                <a:lnTo>
                  <a:pt x="138" y="227"/>
                </a:lnTo>
                <a:lnTo>
                  <a:pt x="131" y="227"/>
                </a:lnTo>
                <a:lnTo>
                  <a:pt x="206" y="241"/>
                </a:lnTo>
                <a:lnTo>
                  <a:pt x="282" y="227"/>
                </a:lnTo>
                <a:lnTo>
                  <a:pt x="344" y="206"/>
                </a:lnTo>
                <a:lnTo>
                  <a:pt x="344" y="213"/>
                </a:lnTo>
                <a:lnTo>
                  <a:pt x="385" y="172"/>
                </a:lnTo>
                <a:lnTo>
                  <a:pt x="378" y="172"/>
                </a:lnTo>
                <a:lnTo>
                  <a:pt x="399" y="124"/>
                </a:lnTo>
                <a:lnTo>
                  <a:pt x="412" y="130"/>
                </a:lnTo>
                <a:lnTo>
                  <a:pt x="392" y="179"/>
                </a:lnTo>
                <a:lnTo>
                  <a:pt x="351" y="220"/>
                </a:lnTo>
                <a:lnTo>
                  <a:pt x="289" y="241"/>
                </a:lnTo>
                <a:lnTo>
                  <a:pt x="282" y="241"/>
                </a:lnTo>
                <a:lnTo>
                  <a:pt x="206" y="254"/>
                </a:lnTo>
                <a:lnTo>
                  <a:pt x="131" y="241"/>
                </a:lnTo>
                <a:lnTo>
                  <a:pt x="62" y="220"/>
                </a:lnTo>
                <a:lnTo>
                  <a:pt x="21" y="179"/>
                </a:lnTo>
                <a:lnTo>
                  <a:pt x="14" y="179"/>
                </a:lnTo>
                <a:lnTo>
                  <a:pt x="0" y="130"/>
                </a:lnTo>
                <a:lnTo>
                  <a:pt x="0" y="124"/>
                </a:lnTo>
                <a:lnTo>
                  <a:pt x="14" y="82"/>
                </a:lnTo>
                <a:lnTo>
                  <a:pt x="21" y="82"/>
                </a:lnTo>
                <a:lnTo>
                  <a:pt x="62" y="41"/>
                </a:lnTo>
                <a:lnTo>
                  <a:pt x="62" y="34"/>
                </a:lnTo>
                <a:lnTo>
                  <a:pt x="131" y="7"/>
                </a:lnTo>
                <a:lnTo>
                  <a:pt x="206" y="0"/>
                </a:lnTo>
                <a:lnTo>
                  <a:pt x="282" y="7"/>
                </a:lnTo>
                <a:lnTo>
                  <a:pt x="289" y="7"/>
                </a:lnTo>
                <a:lnTo>
                  <a:pt x="351" y="34"/>
                </a:lnTo>
                <a:lnTo>
                  <a:pt x="351" y="41"/>
                </a:lnTo>
                <a:lnTo>
                  <a:pt x="392" y="82"/>
                </a:lnTo>
                <a:lnTo>
                  <a:pt x="412" y="124"/>
                </a:lnTo>
                <a:lnTo>
                  <a:pt x="399" y="13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82" name="Freeform 119"/>
          <p:cNvSpPr>
            <a:spLocks/>
          </p:cNvSpPr>
          <p:nvPr/>
        </p:nvSpPr>
        <p:spPr bwMode="auto">
          <a:xfrm>
            <a:off x="7627939" y="5756276"/>
            <a:ext cx="20637" cy="9525"/>
          </a:xfrm>
          <a:custGeom>
            <a:avLst/>
            <a:gdLst>
              <a:gd name="T0" fmla="*/ 0 w 13"/>
              <a:gd name="T1" fmla="*/ 0 h 6"/>
              <a:gd name="T2" fmla="*/ 0 w 13"/>
              <a:gd name="T3" fmla="*/ 0 h 6"/>
              <a:gd name="T4" fmla="*/ 0 w 13"/>
              <a:gd name="T5" fmla="*/ 2147483647 h 6"/>
              <a:gd name="T6" fmla="*/ 2147483647 w 13"/>
              <a:gd name="T7" fmla="*/ 0 h 6"/>
              <a:gd name="T8" fmla="*/ 2147483647 w 13"/>
              <a:gd name="T9" fmla="*/ 2147483647 h 6"/>
              <a:gd name="T10" fmla="*/ 2147483647 w 13"/>
              <a:gd name="T11" fmla="*/ 2147483647 h 6"/>
              <a:gd name="T12" fmla="*/ 0 w 13"/>
              <a:gd name="T13" fmla="*/ 0 h 6"/>
              <a:gd name="T14" fmla="*/ 0 60000 65536"/>
              <a:gd name="T15" fmla="*/ 0 60000 65536"/>
              <a:gd name="T16" fmla="*/ 0 60000 65536"/>
              <a:gd name="T17" fmla="*/ 0 60000 65536"/>
              <a:gd name="T18" fmla="*/ 0 60000 65536"/>
              <a:gd name="T19" fmla="*/ 0 60000 65536"/>
              <a:gd name="T20" fmla="*/ 0 60000 65536"/>
              <a:gd name="T21" fmla="*/ 0 w 13"/>
              <a:gd name="T22" fmla="*/ 0 h 6"/>
              <a:gd name="T23" fmla="*/ 13 w 13"/>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 h="6">
                <a:moveTo>
                  <a:pt x="0" y="0"/>
                </a:moveTo>
                <a:lnTo>
                  <a:pt x="0" y="0"/>
                </a:lnTo>
                <a:lnTo>
                  <a:pt x="0" y="6"/>
                </a:lnTo>
                <a:lnTo>
                  <a:pt x="13" y="0"/>
                </a:lnTo>
                <a:lnTo>
                  <a:pt x="13" y="6"/>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83" name="Rectangle 120"/>
          <p:cNvSpPr>
            <a:spLocks noChangeArrowheads="1"/>
          </p:cNvSpPr>
          <p:nvPr/>
        </p:nvSpPr>
        <p:spPr bwMode="auto">
          <a:xfrm>
            <a:off x="7104063" y="5646739"/>
            <a:ext cx="39914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MIA</a:t>
            </a:r>
            <a:endParaRPr lang="en-US" altLang="en-US" sz="1800">
              <a:latin typeface="Arial" panose="020B0604020202020204" pitchFamily="34" charset="0"/>
            </a:endParaRPr>
          </a:p>
        </p:txBody>
      </p:sp>
      <p:sp>
        <p:nvSpPr>
          <p:cNvPr id="32884" name="Freeform 121"/>
          <p:cNvSpPr>
            <a:spLocks/>
          </p:cNvSpPr>
          <p:nvPr/>
        </p:nvSpPr>
        <p:spPr bwMode="auto">
          <a:xfrm>
            <a:off x="5511801" y="2709864"/>
            <a:ext cx="631825" cy="382587"/>
          </a:xfrm>
          <a:custGeom>
            <a:avLst/>
            <a:gdLst>
              <a:gd name="T0" fmla="*/ 2147483647 w 398"/>
              <a:gd name="T1" fmla="*/ 2147483647 h 241"/>
              <a:gd name="T2" fmla="*/ 2147483647 w 398"/>
              <a:gd name="T3" fmla="*/ 2147483647 h 241"/>
              <a:gd name="T4" fmla="*/ 2147483647 w 398"/>
              <a:gd name="T5" fmla="*/ 2147483647 h 241"/>
              <a:gd name="T6" fmla="*/ 2147483647 w 398"/>
              <a:gd name="T7" fmla="*/ 2147483647 h 241"/>
              <a:gd name="T8" fmla="*/ 2147483647 w 398"/>
              <a:gd name="T9" fmla="*/ 0 h 241"/>
              <a:gd name="T10" fmla="*/ 2147483647 w 398"/>
              <a:gd name="T11" fmla="*/ 2147483647 h 241"/>
              <a:gd name="T12" fmla="*/ 2147483647 w 398"/>
              <a:gd name="T13" fmla="*/ 2147483647 h 241"/>
              <a:gd name="T14" fmla="*/ 2147483647 w 398"/>
              <a:gd name="T15" fmla="*/ 2147483647 h 241"/>
              <a:gd name="T16" fmla="*/ 0 w 398"/>
              <a:gd name="T17" fmla="*/ 2147483647 h 241"/>
              <a:gd name="T18" fmla="*/ 2147483647 w 398"/>
              <a:gd name="T19" fmla="*/ 2147483647 h 241"/>
              <a:gd name="T20" fmla="*/ 2147483647 w 398"/>
              <a:gd name="T21" fmla="*/ 2147483647 h 241"/>
              <a:gd name="T22" fmla="*/ 2147483647 w 398"/>
              <a:gd name="T23" fmla="*/ 2147483647 h 241"/>
              <a:gd name="T24" fmla="*/ 2147483647 w 398"/>
              <a:gd name="T25" fmla="*/ 2147483647 h 241"/>
              <a:gd name="T26" fmla="*/ 2147483647 w 398"/>
              <a:gd name="T27" fmla="*/ 2147483647 h 241"/>
              <a:gd name="T28" fmla="*/ 2147483647 w 398"/>
              <a:gd name="T29" fmla="*/ 2147483647 h 241"/>
              <a:gd name="T30" fmla="*/ 2147483647 w 398"/>
              <a:gd name="T31" fmla="*/ 2147483647 h 241"/>
              <a:gd name="T32" fmla="*/ 2147483647 w 398"/>
              <a:gd name="T33" fmla="*/ 2147483647 h 2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8"/>
              <a:gd name="T52" fmla="*/ 0 h 241"/>
              <a:gd name="T53" fmla="*/ 398 w 398"/>
              <a:gd name="T54" fmla="*/ 241 h 2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8" h="241">
                <a:moveTo>
                  <a:pt x="398" y="117"/>
                </a:moveTo>
                <a:lnTo>
                  <a:pt x="378" y="76"/>
                </a:lnTo>
                <a:lnTo>
                  <a:pt x="337" y="34"/>
                </a:lnTo>
                <a:lnTo>
                  <a:pt x="275" y="7"/>
                </a:lnTo>
                <a:lnTo>
                  <a:pt x="199" y="0"/>
                </a:lnTo>
                <a:lnTo>
                  <a:pt x="124" y="7"/>
                </a:lnTo>
                <a:lnTo>
                  <a:pt x="55" y="34"/>
                </a:lnTo>
                <a:lnTo>
                  <a:pt x="14" y="76"/>
                </a:lnTo>
                <a:lnTo>
                  <a:pt x="0" y="117"/>
                </a:lnTo>
                <a:lnTo>
                  <a:pt x="14" y="165"/>
                </a:lnTo>
                <a:lnTo>
                  <a:pt x="55" y="206"/>
                </a:lnTo>
                <a:lnTo>
                  <a:pt x="124" y="227"/>
                </a:lnTo>
                <a:lnTo>
                  <a:pt x="199" y="241"/>
                </a:lnTo>
                <a:lnTo>
                  <a:pt x="275" y="227"/>
                </a:lnTo>
                <a:lnTo>
                  <a:pt x="337" y="206"/>
                </a:lnTo>
                <a:lnTo>
                  <a:pt x="378" y="165"/>
                </a:lnTo>
                <a:lnTo>
                  <a:pt x="398" y="117"/>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85" name="Freeform 122"/>
          <p:cNvSpPr>
            <a:spLocks/>
          </p:cNvSpPr>
          <p:nvPr/>
        </p:nvSpPr>
        <p:spPr bwMode="auto">
          <a:xfrm>
            <a:off x="5500688" y="2698751"/>
            <a:ext cx="654050" cy="404813"/>
          </a:xfrm>
          <a:custGeom>
            <a:avLst/>
            <a:gdLst>
              <a:gd name="T0" fmla="*/ 2147483647 w 412"/>
              <a:gd name="T1" fmla="*/ 2147483647 h 255"/>
              <a:gd name="T2" fmla="*/ 2147483647 w 412"/>
              <a:gd name="T3" fmla="*/ 2147483647 h 255"/>
              <a:gd name="T4" fmla="*/ 2147483647 w 412"/>
              <a:gd name="T5" fmla="*/ 2147483647 h 255"/>
              <a:gd name="T6" fmla="*/ 2147483647 w 412"/>
              <a:gd name="T7" fmla="*/ 2147483647 h 255"/>
              <a:gd name="T8" fmla="*/ 2147483647 w 412"/>
              <a:gd name="T9" fmla="*/ 2147483647 h 255"/>
              <a:gd name="T10" fmla="*/ 2147483647 w 412"/>
              <a:gd name="T11" fmla="*/ 2147483647 h 255"/>
              <a:gd name="T12" fmla="*/ 2147483647 w 412"/>
              <a:gd name="T13" fmla="*/ 2147483647 h 255"/>
              <a:gd name="T14" fmla="*/ 2147483647 w 412"/>
              <a:gd name="T15" fmla="*/ 2147483647 h 255"/>
              <a:gd name="T16" fmla="*/ 2147483647 w 412"/>
              <a:gd name="T17" fmla="*/ 2147483647 h 255"/>
              <a:gd name="T18" fmla="*/ 2147483647 w 412"/>
              <a:gd name="T19" fmla="*/ 2147483647 h 255"/>
              <a:gd name="T20" fmla="*/ 2147483647 w 412"/>
              <a:gd name="T21" fmla="*/ 2147483647 h 255"/>
              <a:gd name="T22" fmla="*/ 2147483647 w 412"/>
              <a:gd name="T23" fmla="*/ 2147483647 h 255"/>
              <a:gd name="T24" fmla="*/ 2147483647 w 412"/>
              <a:gd name="T25" fmla="*/ 2147483647 h 255"/>
              <a:gd name="T26" fmla="*/ 2147483647 w 412"/>
              <a:gd name="T27" fmla="*/ 2147483647 h 255"/>
              <a:gd name="T28" fmla="*/ 2147483647 w 412"/>
              <a:gd name="T29" fmla="*/ 2147483647 h 255"/>
              <a:gd name="T30" fmla="*/ 2147483647 w 412"/>
              <a:gd name="T31" fmla="*/ 2147483647 h 255"/>
              <a:gd name="T32" fmla="*/ 2147483647 w 412"/>
              <a:gd name="T33" fmla="*/ 2147483647 h 255"/>
              <a:gd name="T34" fmla="*/ 2147483647 w 412"/>
              <a:gd name="T35" fmla="*/ 2147483647 h 255"/>
              <a:gd name="T36" fmla="*/ 2147483647 w 412"/>
              <a:gd name="T37" fmla="*/ 2147483647 h 255"/>
              <a:gd name="T38" fmla="*/ 2147483647 w 412"/>
              <a:gd name="T39" fmla="*/ 2147483647 h 255"/>
              <a:gd name="T40" fmla="*/ 2147483647 w 412"/>
              <a:gd name="T41" fmla="*/ 2147483647 h 255"/>
              <a:gd name="T42" fmla="*/ 2147483647 w 412"/>
              <a:gd name="T43" fmla="*/ 2147483647 h 255"/>
              <a:gd name="T44" fmla="*/ 2147483647 w 412"/>
              <a:gd name="T45" fmla="*/ 2147483647 h 255"/>
              <a:gd name="T46" fmla="*/ 2147483647 w 412"/>
              <a:gd name="T47" fmla="*/ 2147483647 h 255"/>
              <a:gd name="T48" fmla="*/ 2147483647 w 412"/>
              <a:gd name="T49" fmla="*/ 2147483647 h 255"/>
              <a:gd name="T50" fmla="*/ 2147483647 w 412"/>
              <a:gd name="T51" fmla="*/ 2147483647 h 255"/>
              <a:gd name="T52" fmla="*/ 2147483647 w 412"/>
              <a:gd name="T53" fmla="*/ 2147483647 h 255"/>
              <a:gd name="T54" fmla="*/ 2147483647 w 412"/>
              <a:gd name="T55" fmla="*/ 2147483647 h 255"/>
              <a:gd name="T56" fmla="*/ 2147483647 w 412"/>
              <a:gd name="T57" fmla="*/ 2147483647 h 255"/>
              <a:gd name="T58" fmla="*/ 2147483647 w 412"/>
              <a:gd name="T59" fmla="*/ 2147483647 h 255"/>
              <a:gd name="T60" fmla="*/ 2147483647 w 412"/>
              <a:gd name="T61" fmla="*/ 2147483647 h 255"/>
              <a:gd name="T62" fmla="*/ 2147483647 w 412"/>
              <a:gd name="T63" fmla="*/ 2147483647 h 255"/>
              <a:gd name="T64" fmla="*/ 2147483647 w 412"/>
              <a:gd name="T65" fmla="*/ 2147483647 h 255"/>
              <a:gd name="T66" fmla="*/ 2147483647 w 412"/>
              <a:gd name="T67" fmla="*/ 2147483647 h 255"/>
              <a:gd name="T68" fmla="*/ 2147483647 w 412"/>
              <a:gd name="T69" fmla="*/ 2147483647 h 255"/>
              <a:gd name="T70" fmla="*/ 0 w 412"/>
              <a:gd name="T71" fmla="*/ 2147483647 h 255"/>
              <a:gd name="T72" fmla="*/ 0 w 412"/>
              <a:gd name="T73" fmla="*/ 2147483647 h 255"/>
              <a:gd name="T74" fmla="*/ 2147483647 w 412"/>
              <a:gd name="T75" fmla="*/ 2147483647 h 255"/>
              <a:gd name="T76" fmla="*/ 2147483647 w 412"/>
              <a:gd name="T77" fmla="*/ 2147483647 h 255"/>
              <a:gd name="T78" fmla="*/ 2147483647 w 412"/>
              <a:gd name="T79" fmla="*/ 2147483647 h 255"/>
              <a:gd name="T80" fmla="*/ 2147483647 w 412"/>
              <a:gd name="T81" fmla="*/ 2147483647 h 255"/>
              <a:gd name="T82" fmla="*/ 2147483647 w 412"/>
              <a:gd name="T83" fmla="*/ 0 h 255"/>
              <a:gd name="T84" fmla="*/ 2147483647 w 412"/>
              <a:gd name="T85" fmla="*/ 0 h 255"/>
              <a:gd name="T86" fmla="*/ 2147483647 w 412"/>
              <a:gd name="T87" fmla="*/ 2147483647 h 255"/>
              <a:gd name="T88" fmla="*/ 2147483647 w 412"/>
              <a:gd name="T89" fmla="*/ 2147483647 h 255"/>
              <a:gd name="T90" fmla="*/ 2147483647 w 412"/>
              <a:gd name="T91" fmla="*/ 2147483647 h 255"/>
              <a:gd name="T92" fmla="*/ 2147483647 w 412"/>
              <a:gd name="T93" fmla="*/ 2147483647 h 255"/>
              <a:gd name="T94" fmla="*/ 2147483647 w 412"/>
              <a:gd name="T95" fmla="*/ 2147483647 h 2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55"/>
              <a:gd name="T146" fmla="*/ 412 w 412"/>
              <a:gd name="T147" fmla="*/ 255 h 2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55">
                <a:moveTo>
                  <a:pt x="399" y="131"/>
                </a:moveTo>
                <a:lnTo>
                  <a:pt x="378" y="90"/>
                </a:lnTo>
                <a:lnTo>
                  <a:pt x="385" y="90"/>
                </a:lnTo>
                <a:lnTo>
                  <a:pt x="344" y="48"/>
                </a:lnTo>
                <a:lnTo>
                  <a:pt x="282" y="21"/>
                </a:lnTo>
                <a:lnTo>
                  <a:pt x="206" y="14"/>
                </a:lnTo>
                <a:lnTo>
                  <a:pt x="131" y="21"/>
                </a:lnTo>
                <a:lnTo>
                  <a:pt x="138" y="21"/>
                </a:lnTo>
                <a:lnTo>
                  <a:pt x="69" y="48"/>
                </a:lnTo>
                <a:lnTo>
                  <a:pt x="28" y="90"/>
                </a:lnTo>
                <a:lnTo>
                  <a:pt x="14" y="131"/>
                </a:lnTo>
                <a:lnTo>
                  <a:pt x="14" y="124"/>
                </a:lnTo>
                <a:lnTo>
                  <a:pt x="28" y="172"/>
                </a:lnTo>
                <a:lnTo>
                  <a:pt x="69" y="213"/>
                </a:lnTo>
                <a:lnTo>
                  <a:pt x="69" y="207"/>
                </a:lnTo>
                <a:lnTo>
                  <a:pt x="138" y="227"/>
                </a:lnTo>
                <a:lnTo>
                  <a:pt x="131" y="227"/>
                </a:lnTo>
                <a:lnTo>
                  <a:pt x="206" y="241"/>
                </a:lnTo>
                <a:lnTo>
                  <a:pt x="282" y="227"/>
                </a:lnTo>
                <a:lnTo>
                  <a:pt x="344" y="207"/>
                </a:lnTo>
                <a:lnTo>
                  <a:pt x="344" y="213"/>
                </a:lnTo>
                <a:lnTo>
                  <a:pt x="385" y="172"/>
                </a:lnTo>
                <a:lnTo>
                  <a:pt x="378" y="172"/>
                </a:lnTo>
                <a:lnTo>
                  <a:pt x="399" y="124"/>
                </a:lnTo>
                <a:lnTo>
                  <a:pt x="412" y="131"/>
                </a:lnTo>
                <a:lnTo>
                  <a:pt x="392" y="179"/>
                </a:lnTo>
                <a:lnTo>
                  <a:pt x="350" y="220"/>
                </a:lnTo>
                <a:lnTo>
                  <a:pt x="289" y="241"/>
                </a:lnTo>
                <a:lnTo>
                  <a:pt x="282" y="241"/>
                </a:lnTo>
                <a:lnTo>
                  <a:pt x="206" y="255"/>
                </a:lnTo>
                <a:lnTo>
                  <a:pt x="131" y="241"/>
                </a:lnTo>
                <a:lnTo>
                  <a:pt x="62" y="220"/>
                </a:lnTo>
                <a:lnTo>
                  <a:pt x="21" y="179"/>
                </a:lnTo>
                <a:lnTo>
                  <a:pt x="14" y="179"/>
                </a:lnTo>
                <a:lnTo>
                  <a:pt x="0" y="131"/>
                </a:lnTo>
                <a:lnTo>
                  <a:pt x="0" y="124"/>
                </a:lnTo>
                <a:lnTo>
                  <a:pt x="14" y="83"/>
                </a:lnTo>
                <a:lnTo>
                  <a:pt x="21" y="83"/>
                </a:lnTo>
                <a:lnTo>
                  <a:pt x="62" y="41"/>
                </a:lnTo>
                <a:lnTo>
                  <a:pt x="62" y="35"/>
                </a:lnTo>
                <a:lnTo>
                  <a:pt x="131" y="7"/>
                </a:lnTo>
                <a:lnTo>
                  <a:pt x="206" y="0"/>
                </a:lnTo>
                <a:lnTo>
                  <a:pt x="282" y="7"/>
                </a:lnTo>
                <a:lnTo>
                  <a:pt x="289" y="7"/>
                </a:lnTo>
                <a:lnTo>
                  <a:pt x="350" y="35"/>
                </a:lnTo>
                <a:lnTo>
                  <a:pt x="350" y="41"/>
                </a:lnTo>
                <a:lnTo>
                  <a:pt x="392" y="83"/>
                </a:lnTo>
                <a:lnTo>
                  <a:pt x="412" y="124"/>
                </a:lnTo>
                <a:lnTo>
                  <a:pt x="399" y="131"/>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86" name="Freeform 123"/>
          <p:cNvSpPr>
            <a:spLocks/>
          </p:cNvSpPr>
          <p:nvPr/>
        </p:nvSpPr>
        <p:spPr bwMode="auto">
          <a:xfrm>
            <a:off x="6134100" y="2895601"/>
            <a:ext cx="20638" cy="11113"/>
          </a:xfrm>
          <a:custGeom>
            <a:avLst/>
            <a:gdLst>
              <a:gd name="T0" fmla="*/ 0 w 13"/>
              <a:gd name="T1" fmla="*/ 0 h 7"/>
              <a:gd name="T2" fmla="*/ 0 w 13"/>
              <a:gd name="T3" fmla="*/ 0 h 7"/>
              <a:gd name="T4" fmla="*/ 0 w 13"/>
              <a:gd name="T5" fmla="*/ 2147483647 h 7"/>
              <a:gd name="T6" fmla="*/ 2147483647 w 13"/>
              <a:gd name="T7" fmla="*/ 0 h 7"/>
              <a:gd name="T8" fmla="*/ 2147483647 w 13"/>
              <a:gd name="T9" fmla="*/ 2147483647 h 7"/>
              <a:gd name="T10" fmla="*/ 2147483647 w 13"/>
              <a:gd name="T11" fmla="*/ 2147483647 h 7"/>
              <a:gd name="T12" fmla="*/ 0 w 13"/>
              <a:gd name="T13" fmla="*/ 0 h 7"/>
              <a:gd name="T14" fmla="*/ 0 60000 65536"/>
              <a:gd name="T15" fmla="*/ 0 60000 65536"/>
              <a:gd name="T16" fmla="*/ 0 60000 65536"/>
              <a:gd name="T17" fmla="*/ 0 60000 65536"/>
              <a:gd name="T18" fmla="*/ 0 60000 65536"/>
              <a:gd name="T19" fmla="*/ 0 60000 65536"/>
              <a:gd name="T20" fmla="*/ 0 60000 65536"/>
              <a:gd name="T21" fmla="*/ 0 w 13"/>
              <a:gd name="T22" fmla="*/ 0 h 7"/>
              <a:gd name="T23" fmla="*/ 13 w 13"/>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 h="7">
                <a:moveTo>
                  <a:pt x="0" y="0"/>
                </a:moveTo>
                <a:lnTo>
                  <a:pt x="0" y="0"/>
                </a:lnTo>
                <a:lnTo>
                  <a:pt x="0" y="7"/>
                </a:lnTo>
                <a:lnTo>
                  <a:pt x="13" y="0"/>
                </a:lnTo>
                <a:lnTo>
                  <a:pt x="13" y="7"/>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87" name="Rectangle 124"/>
          <p:cNvSpPr>
            <a:spLocks noChangeArrowheads="1"/>
          </p:cNvSpPr>
          <p:nvPr/>
        </p:nvSpPr>
        <p:spPr bwMode="auto">
          <a:xfrm>
            <a:off x="5588000" y="2786064"/>
            <a:ext cx="4312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ORD</a:t>
            </a:r>
            <a:endParaRPr lang="en-US" altLang="en-US" sz="1800">
              <a:latin typeface="Arial" panose="020B0604020202020204" pitchFamily="34" charset="0"/>
            </a:endParaRPr>
          </a:p>
        </p:txBody>
      </p:sp>
      <p:sp>
        <p:nvSpPr>
          <p:cNvPr id="32888" name="Freeform 125"/>
          <p:cNvSpPr>
            <a:spLocks/>
          </p:cNvSpPr>
          <p:nvPr/>
        </p:nvSpPr>
        <p:spPr bwMode="auto">
          <a:xfrm>
            <a:off x="2840039" y="4926014"/>
            <a:ext cx="631825" cy="382587"/>
          </a:xfrm>
          <a:custGeom>
            <a:avLst/>
            <a:gdLst>
              <a:gd name="T0" fmla="*/ 2147483647 w 398"/>
              <a:gd name="T1" fmla="*/ 2147483647 h 241"/>
              <a:gd name="T2" fmla="*/ 2147483647 w 398"/>
              <a:gd name="T3" fmla="*/ 2147483647 h 241"/>
              <a:gd name="T4" fmla="*/ 2147483647 w 398"/>
              <a:gd name="T5" fmla="*/ 2147483647 h 241"/>
              <a:gd name="T6" fmla="*/ 2147483647 w 398"/>
              <a:gd name="T7" fmla="*/ 2147483647 h 241"/>
              <a:gd name="T8" fmla="*/ 2147483647 w 398"/>
              <a:gd name="T9" fmla="*/ 0 h 241"/>
              <a:gd name="T10" fmla="*/ 2147483647 w 398"/>
              <a:gd name="T11" fmla="*/ 2147483647 h 241"/>
              <a:gd name="T12" fmla="*/ 2147483647 w 398"/>
              <a:gd name="T13" fmla="*/ 2147483647 h 241"/>
              <a:gd name="T14" fmla="*/ 2147483647 w 398"/>
              <a:gd name="T15" fmla="*/ 2147483647 h 241"/>
              <a:gd name="T16" fmla="*/ 0 w 398"/>
              <a:gd name="T17" fmla="*/ 2147483647 h 241"/>
              <a:gd name="T18" fmla="*/ 2147483647 w 398"/>
              <a:gd name="T19" fmla="*/ 2147483647 h 241"/>
              <a:gd name="T20" fmla="*/ 2147483647 w 398"/>
              <a:gd name="T21" fmla="*/ 2147483647 h 241"/>
              <a:gd name="T22" fmla="*/ 2147483647 w 398"/>
              <a:gd name="T23" fmla="*/ 2147483647 h 241"/>
              <a:gd name="T24" fmla="*/ 2147483647 w 398"/>
              <a:gd name="T25" fmla="*/ 2147483647 h 241"/>
              <a:gd name="T26" fmla="*/ 2147483647 w 398"/>
              <a:gd name="T27" fmla="*/ 2147483647 h 241"/>
              <a:gd name="T28" fmla="*/ 2147483647 w 398"/>
              <a:gd name="T29" fmla="*/ 2147483647 h 241"/>
              <a:gd name="T30" fmla="*/ 2147483647 w 398"/>
              <a:gd name="T31" fmla="*/ 2147483647 h 241"/>
              <a:gd name="T32" fmla="*/ 2147483647 w 398"/>
              <a:gd name="T33" fmla="*/ 2147483647 h 2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8"/>
              <a:gd name="T52" fmla="*/ 0 h 241"/>
              <a:gd name="T53" fmla="*/ 398 w 398"/>
              <a:gd name="T54" fmla="*/ 241 h 2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8" h="241">
                <a:moveTo>
                  <a:pt x="398" y="117"/>
                </a:moveTo>
                <a:lnTo>
                  <a:pt x="378" y="76"/>
                </a:lnTo>
                <a:lnTo>
                  <a:pt x="336" y="34"/>
                </a:lnTo>
                <a:lnTo>
                  <a:pt x="275" y="7"/>
                </a:lnTo>
                <a:lnTo>
                  <a:pt x="199" y="0"/>
                </a:lnTo>
                <a:lnTo>
                  <a:pt x="124" y="7"/>
                </a:lnTo>
                <a:lnTo>
                  <a:pt x="55" y="34"/>
                </a:lnTo>
                <a:lnTo>
                  <a:pt x="14" y="76"/>
                </a:lnTo>
                <a:lnTo>
                  <a:pt x="0" y="117"/>
                </a:lnTo>
                <a:lnTo>
                  <a:pt x="14" y="165"/>
                </a:lnTo>
                <a:lnTo>
                  <a:pt x="55" y="206"/>
                </a:lnTo>
                <a:lnTo>
                  <a:pt x="124" y="227"/>
                </a:lnTo>
                <a:lnTo>
                  <a:pt x="199" y="241"/>
                </a:lnTo>
                <a:lnTo>
                  <a:pt x="275" y="227"/>
                </a:lnTo>
                <a:lnTo>
                  <a:pt x="336" y="206"/>
                </a:lnTo>
                <a:lnTo>
                  <a:pt x="378" y="165"/>
                </a:lnTo>
                <a:lnTo>
                  <a:pt x="398" y="117"/>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89" name="Freeform 126"/>
          <p:cNvSpPr>
            <a:spLocks/>
          </p:cNvSpPr>
          <p:nvPr/>
        </p:nvSpPr>
        <p:spPr bwMode="auto">
          <a:xfrm>
            <a:off x="2828925" y="4914901"/>
            <a:ext cx="654050" cy="404813"/>
          </a:xfrm>
          <a:custGeom>
            <a:avLst/>
            <a:gdLst>
              <a:gd name="T0" fmla="*/ 2147483647 w 412"/>
              <a:gd name="T1" fmla="*/ 2147483647 h 255"/>
              <a:gd name="T2" fmla="*/ 2147483647 w 412"/>
              <a:gd name="T3" fmla="*/ 2147483647 h 255"/>
              <a:gd name="T4" fmla="*/ 2147483647 w 412"/>
              <a:gd name="T5" fmla="*/ 2147483647 h 255"/>
              <a:gd name="T6" fmla="*/ 2147483647 w 412"/>
              <a:gd name="T7" fmla="*/ 2147483647 h 255"/>
              <a:gd name="T8" fmla="*/ 2147483647 w 412"/>
              <a:gd name="T9" fmla="*/ 2147483647 h 255"/>
              <a:gd name="T10" fmla="*/ 2147483647 w 412"/>
              <a:gd name="T11" fmla="*/ 2147483647 h 255"/>
              <a:gd name="T12" fmla="*/ 2147483647 w 412"/>
              <a:gd name="T13" fmla="*/ 2147483647 h 255"/>
              <a:gd name="T14" fmla="*/ 2147483647 w 412"/>
              <a:gd name="T15" fmla="*/ 2147483647 h 255"/>
              <a:gd name="T16" fmla="*/ 2147483647 w 412"/>
              <a:gd name="T17" fmla="*/ 2147483647 h 255"/>
              <a:gd name="T18" fmla="*/ 2147483647 w 412"/>
              <a:gd name="T19" fmla="*/ 2147483647 h 255"/>
              <a:gd name="T20" fmla="*/ 2147483647 w 412"/>
              <a:gd name="T21" fmla="*/ 2147483647 h 255"/>
              <a:gd name="T22" fmla="*/ 2147483647 w 412"/>
              <a:gd name="T23" fmla="*/ 2147483647 h 255"/>
              <a:gd name="T24" fmla="*/ 2147483647 w 412"/>
              <a:gd name="T25" fmla="*/ 2147483647 h 255"/>
              <a:gd name="T26" fmla="*/ 2147483647 w 412"/>
              <a:gd name="T27" fmla="*/ 2147483647 h 255"/>
              <a:gd name="T28" fmla="*/ 2147483647 w 412"/>
              <a:gd name="T29" fmla="*/ 2147483647 h 255"/>
              <a:gd name="T30" fmla="*/ 2147483647 w 412"/>
              <a:gd name="T31" fmla="*/ 2147483647 h 255"/>
              <a:gd name="T32" fmla="*/ 2147483647 w 412"/>
              <a:gd name="T33" fmla="*/ 2147483647 h 255"/>
              <a:gd name="T34" fmla="*/ 2147483647 w 412"/>
              <a:gd name="T35" fmla="*/ 2147483647 h 255"/>
              <a:gd name="T36" fmla="*/ 2147483647 w 412"/>
              <a:gd name="T37" fmla="*/ 2147483647 h 255"/>
              <a:gd name="T38" fmla="*/ 2147483647 w 412"/>
              <a:gd name="T39" fmla="*/ 2147483647 h 255"/>
              <a:gd name="T40" fmla="*/ 2147483647 w 412"/>
              <a:gd name="T41" fmla="*/ 2147483647 h 255"/>
              <a:gd name="T42" fmla="*/ 2147483647 w 412"/>
              <a:gd name="T43" fmla="*/ 2147483647 h 255"/>
              <a:gd name="T44" fmla="*/ 2147483647 w 412"/>
              <a:gd name="T45" fmla="*/ 2147483647 h 255"/>
              <a:gd name="T46" fmla="*/ 2147483647 w 412"/>
              <a:gd name="T47" fmla="*/ 2147483647 h 255"/>
              <a:gd name="T48" fmla="*/ 2147483647 w 412"/>
              <a:gd name="T49" fmla="*/ 2147483647 h 255"/>
              <a:gd name="T50" fmla="*/ 2147483647 w 412"/>
              <a:gd name="T51" fmla="*/ 2147483647 h 255"/>
              <a:gd name="T52" fmla="*/ 2147483647 w 412"/>
              <a:gd name="T53" fmla="*/ 2147483647 h 255"/>
              <a:gd name="T54" fmla="*/ 2147483647 w 412"/>
              <a:gd name="T55" fmla="*/ 2147483647 h 255"/>
              <a:gd name="T56" fmla="*/ 2147483647 w 412"/>
              <a:gd name="T57" fmla="*/ 2147483647 h 255"/>
              <a:gd name="T58" fmla="*/ 2147483647 w 412"/>
              <a:gd name="T59" fmla="*/ 2147483647 h 255"/>
              <a:gd name="T60" fmla="*/ 2147483647 w 412"/>
              <a:gd name="T61" fmla="*/ 2147483647 h 255"/>
              <a:gd name="T62" fmla="*/ 2147483647 w 412"/>
              <a:gd name="T63" fmla="*/ 2147483647 h 255"/>
              <a:gd name="T64" fmla="*/ 2147483647 w 412"/>
              <a:gd name="T65" fmla="*/ 2147483647 h 255"/>
              <a:gd name="T66" fmla="*/ 2147483647 w 412"/>
              <a:gd name="T67" fmla="*/ 2147483647 h 255"/>
              <a:gd name="T68" fmla="*/ 2147483647 w 412"/>
              <a:gd name="T69" fmla="*/ 2147483647 h 255"/>
              <a:gd name="T70" fmla="*/ 0 w 412"/>
              <a:gd name="T71" fmla="*/ 2147483647 h 255"/>
              <a:gd name="T72" fmla="*/ 0 w 412"/>
              <a:gd name="T73" fmla="*/ 2147483647 h 255"/>
              <a:gd name="T74" fmla="*/ 2147483647 w 412"/>
              <a:gd name="T75" fmla="*/ 2147483647 h 255"/>
              <a:gd name="T76" fmla="*/ 2147483647 w 412"/>
              <a:gd name="T77" fmla="*/ 2147483647 h 255"/>
              <a:gd name="T78" fmla="*/ 2147483647 w 412"/>
              <a:gd name="T79" fmla="*/ 2147483647 h 255"/>
              <a:gd name="T80" fmla="*/ 2147483647 w 412"/>
              <a:gd name="T81" fmla="*/ 2147483647 h 255"/>
              <a:gd name="T82" fmla="*/ 2147483647 w 412"/>
              <a:gd name="T83" fmla="*/ 0 h 255"/>
              <a:gd name="T84" fmla="*/ 2147483647 w 412"/>
              <a:gd name="T85" fmla="*/ 0 h 255"/>
              <a:gd name="T86" fmla="*/ 2147483647 w 412"/>
              <a:gd name="T87" fmla="*/ 2147483647 h 255"/>
              <a:gd name="T88" fmla="*/ 2147483647 w 412"/>
              <a:gd name="T89" fmla="*/ 2147483647 h 255"/>
              <a:gd name="T90" fmla="*/ 2147483647 w 412"/>
              <a:gd name="T91" fmla="*/ 2147483647 h 255"/>
              <a:gd name="T92" fmla="*/ 2147483647 w 412"/>
              <a:gd name="T93" fmla="*/ 2147483647 h 255"/>
              <a:gd name="T94" fmla="*/ 2147483647 w 412"/>
              <a:gd name="T95" fmla="*/ 2147483647 h 2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55"/>
              <a:gd name="T146" fmla="*/ 412 w 412"/>
              <a:gd name="T147" fmla="*/ 255 h 2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55">
                <a:moveTo>
                  <a:pt x="398" y="131"/>
                </a:moveTo>
                <a:lnTo>
                  <a:pt x="378" y="90"/>
                </a:lnTo>
                <a:lnTo>
                  <a:pt x="385" y="90"/>
                </a:lnTo>
                <a:lnTo>
                  <a:pt x="343" y="48"/>
                </a:lnTo>
                <a:lnTo>
                  <a:pt x="282" y="21"/>
                </a:lnTo>
                <a:lnTo>
                  <a:pt x="206" y="14"/>
                </a:lnTo>
                <a:lnTo>
                  <a:pt x="131" y="21"/>
                </a:lnTo>
                <a:lnTo>
                  <a:pt x="137" y="21"/>
                </a:lnTo>
                <a:lnTo>
                  <a:pt x="69" y="48"/>
                </a:lnTo>
                <a:lnTo>
                  <a:pt x="27" y="90"/>
                </a:lnTo>
                <a:lnTo>
                  <a:pt x="14" y="131"/>
                </a:lnTo>
                <a:lnTo>
                  <a:pt x="14" y="124"/>
                </a:lnTo>
                <a:lnTo>
                  <a:pt x="27" y="172"/>
                </a:lnTo>
                <a:lnTo>
                  <a:pt x="69" y="213"/>
                </a:lnTo>
                <a:lnTo>
                  <a:pt x="69" y="206"/>
                </a:lnTo>
                <a:lnTo>
                  <a:pt x="137" y="227"/>
                </a:lnTo>
                <a:lnTo>
                  <a:pt x="131" y="227"/>
                </a:lnTo>
                <a:lnTo>
                  <a:pt x="206" y="241"/>
                </a:lnTo>
                <a:lnTo>
                  <a:pt x="282" y="227"/>
                </a:lnTo>
                <a:lnTo>
                  <a:pt x="343" y="206"/>
                </a:lnTo>
                <a:lnTo>
                  <a:pt x="343" y="213"/>
                </a:lnTo>
                <a:lnTo>
                  <a:pt x="385" y="172"/>
                </a:lnTo>
                <a:lnTo>
                  <a:pt x="378" y="172"/>
                </a:lnTo>
                <a:lnTo>
                  <a:pt x="398" y="124"/>
                </a:lnTo>
                <a:lnTo>
                  <a:pt x="412" y="131"/>
                </a:lnTo>
                <a:lnTo>
                  <a:pt x="392" y="179"/>
                </a:lnTo>
                <a:lnTo>
                  <a:pt x="350" y="220"/>
                </a:lnTo>
                <a:lnTo>
                  <a:pt x="289" y="241"/>
                </a:lnTo>
                <a:lnTo>
                  <a:pt x="282" y="241"/>
                </a:lnTo>
                <a:lnTo>
                  <a:pt x="206" y="255"/>
                </a:lnTo>
                <a:lnTo>
                  <a:pt x="131" y="241"/>
                </a:lnTo>
                <a:lnTo>
                  <a:pt x="62" y="220"/>
                </a:lnTo>
                <a:lnTo>
                  <a:pt x="21" y="179"/>
                </a:lnTo>
                <a:lnTo>
                  <a:pt x="14" y="179"/>
                </a:lnTo>
                <a:lnTo>
                  <a:pt x="0" y="131"/>
                </a:lnTo>
                <a:lnTo>
                  <a:pt x="0" y="124"/>
                </a:lnTo>
                <a:lnTo>
                  <a:pt x="14" y="83"/>
                </a:lnTo>
                <a:lnTo>
                  <a:pt x="21" y="83"/>
                </a:lnTo>
                <a:lnTo>
                  <a:pt x="62" y="41"/>
                </a:lnTo>
                <a:lnTo>
                  <a:pt x="62" y="35"/>
                </a:lnTo>
                <a:lnTo>
                  <a:pt x="131" y="7"/>
                </a:lnTo>
                <a:lnTo>
                  <a:pt x="206" y="0"/>
                </a:lnTo>
                <a:lnTo>
                  <a:pt x="282" y="7"/>
                </a:lnTo>
                <a:lnTo>
                  <a:pt x="289" y="7"/>
                </a:lnTo>
                <a:lnTo>
                  <a:pt x="350" y="35"/>
                </a:lnTo>
                <a:lnTo>
                  <a:pt x="350" y="41"/>
                </a:lnTo>
                <a:lnTo>
                  <a:pt x="392" y="83"/>
                </a:lnTo>
                <a:lnTo>
                  <a:pt x="412" y="124"/>
                </a:lnTo>
                <a:lnTo>
                  <a:pt x="398" y="131"/>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90" name="Freeform 127"/>
          <p:cNvSpPr>
            <a:spLocks/>
          </p:cNvSpPr>
          <p:nvPr/>
        </p:nvSpPr>
        <p:spPr bwMode="auto">
          <a:xfrm>
            <a:off x="3460751" y="5111751"/>
            <a:ext cx="22225" cy="11113"/>
          </a:xfrm>
          <a:custGeom>
            <a:avLst/>
            <a:gdLst>
              <a:gd name="T0" fmla="*/ 0 w 14"/>
              <a:gd name="T1" fmla="*/ 0 h 7"/>
              <a:gd name="T2" fmla="*/ 0 w 14"/>
              <a:gd name="T3" fmla="*/ 0 h 7"/>
              <a:gd name="T4" fmla="*/ 0 w 14"/>
              <a:gd name="T5" fmla="*/ 2147483647 h 7"/>
              <a:gd name="T6" fmla="*/ 2147483647 w 14"/>
              <a:gd name="T7" fmla="*/ 0 h 7"/>
              <a:gd name="T8" fmla="*/ 2147483647 w 14"/>
              <a:gd name="T9" fmla="*/ 2147483647 h 7"/>
              <a:gd name="T10" fmla="*/ 2147483647 w 14"/>
              <a:gd name="T11" fmla="*/ 2147483647 h 7"/>
              <a:gd name="T12" fmla="*/ 0 w 14"/>
              <a:gd name="T13" fmla="*/ 0 h 7"/>
              <a:gd name="T14" fmla="*/ 0 60000 65536"/>
              <a:gd name="T15" fmla="*/ 0 60000 65536"/>
              <a:gd name="T16" fmla="*/ 0 60000 65536"/>
              <a:gd name="T17" fmla="*/ 0 60000 65536"/>
              <a:gd name="T18" fmla="*/ 0 60000 65536"/>
              <a:gd name="T19" fmla="*/ 0 60000 65536"/>
              <a:gd name="T20" fmla="*/ 0 60000 65536"/>
              <a:gd name="T21" fmla="*/ 0 w 14"/>
              <a:gd name="T22" fmla="*/ 0 h 7"/>
              <a:gd name="T23" fmla="*/ 14 w 14"/>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7">
                <a:moveTo>
                  <a:pt x="0" y="0"/>
                </a:moveTo>
                <a:lnTo>
                  <a:pt x="0" y="0"/>
                </a:lnTo>
                <a:lnTo>
                  <a:pt x="0" y="7"/>
                </a:lnTo>
                <a:lnTo>
                  <a:pt x="14" y="0"/>
                </a:lnTo>
                <a:lnTo>
                  <a:pt x="14" y="7"/>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91" name="Rectangle 128"/>
          <p:cNvSpPr>
            <a:spLocks noChangeArrowheads="1"/>
          </p:cNvSpPr>
          <p:nvPr/>
        </p:nvSpPr>
        <p:spPr bwMode="auto">
          <a:xfrm>
            <a:off x="2927351" y="5002214"/>
            <a:ext cx="4199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LAX</a:t>
            </a:r>
            <a:endParaRPr lang="en-US" altLang="en-US" sz="1800">
              <a:latin typeface="Arial" panose="020B0604020202020204" pitchFamily="34" charset="0"/>
            </a:endParaRPr>
          </a:p>
        </p:txBody>
      </p:sp>
      <p:sp>
        <p:nvSpPr>
          <p:cNvPr id="32892" name="Freeform 129"/>
          <p:cNvSpPr>
            <a:spLocks/>
          </p:cNvSpPr>
          <p:nvPr/>
        </p:nvSpPr>
        <p:spPr bwMode="auto">
          <a:xfrm>
            <a:off x="4770439" y="4718050"/>
            <a:ext cx="631825" cy="382588"/>
          </a:xfrm>
          <a:custGeom>
            <a:avLst/>
            <a:gdLst>
              <a:gd name="T0" fmla="*/ 2147483647 w 398"/>
              <a:gd name="T1" fmla="*/ 2147483647 h 241"/>
              <a:gd name="T2" fmla="*/ 2147483647 w 398"/>
              <a:gd name="T3" fmla="*/ 2147483647 h 241"/>
              <a:gd name="T4" fmla="*/ 2147483647 w 398"/>
              <a:gd name="T5" fmla="*/ 2147483647 h 241"/>
              <a:gd name="T6" fmla="*/ 2147483647 w 398"/>
              <a:gd name="T7" fmla="*/ 2147483647 h 241"/>
              <a:gd name="T8" fmla="*/ 2147483647 w 398"/>
              <a:gd name="T9" fmla="*/ 0 h 241"/>
              <a:gd name="T10" fmla="*/ 2147483647 w 398"/>
              <a:gd name="T11" fmla="*/ 2147483647 h 241"/>
              <a:gd name="T12" fmla="*/ 2147483647 w 398"/>
              <a:gd name="T13" fmla="*/ 2147483647 h 241"/>
              <a:gd name="T14" fmla="*/ 2147483647 w 398"/>
              <a:gd name="T15" fmla="*/ 2147483647 h 241"/>
              <a:gd name="T16" fmla="*/ 0 w 398"/>
              <a:gd name="T17" fmla="*/ 2147483647 h 241"/>
              <a:gd name="T18" fmla="*/ 2147483647 w 398"/>
              <a:gd name="T19" fmla="*/ 2147483647 h 241"/>
              <a:gd name="T20" fmla="*/ 2147483647 w 398"/>
              <a:gd name="T21" fmla="*/ 2147483647 h 241"/>
              <a:gd name="T22" fmla="*/ 2147483647 w 398"/>
              <a:gd name="T23" fmla="*/ 2147483647 h 241"/>
              <a:gd name="T24" fmla="*/ 2147483647 w 398"/>
              <a:gd name="T25" fmla="*/ 2147483647 h 241"/>
              <a:gd name="T26" fmla="*/ 2147483647 w 398"/>
              <a:gd name="T27" fmla="*/ 2147483647 h 241"/>
              <a:gd name="T28" fmla="*/ 2147483647 w 398"/>
              <a:gd name="T29" fmla="*/ 2147483647 h 241"/>
              <a:gd name="T30" fmla="*/ 2147483647 w 398"/>
              <a:gd name="T31" fmla="*/ 2147483647 h 241"/>
              <a:gd name="T32" fmla="*/ 2147483647 w 398"/>
              <a:gd name="T33" fmla="*/ 2147483647 h 2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8"/>
              <a:gd name="T52" fmla="*/ 0 h 241"/>
              <a:gd name="T53" fmla="*/ 398 w 398"/>
              <a:gd name="T54" fmla="*/ 241 h 2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8" h="241">
                <a:moveTo>
                  <a:pt x="398" y="117"/>
                </a:moveTo>
                <a:lnTo>
                  <a:pt x="378" y="76"/>
                </a:lnTo>
                <a:lnTo>
                  <a:pt x="336" y="35"/>
                </a:lnTo>
                <a:lnTo>
                  <a:pt x="275" y="7"/>
                </a:lnTo>
                <a:lnTo>
                  <a:pt x="199" y="0"/>
                </a:lnTo>
                <a:lnTo>
                  <a:pt x="123" y="7"/>
                </a:lnTo>
                <a:lnTo>
                  <a:pt x="55" y="35"/>
                </a:lnTo>
                <a:lnTo>
                  <a:pt x="14" y="76"/>
                </a:lnTo>
                <a:lnTo>
                  <a:pt x="0" y="117"/>
                </a:lnTo>
                <a:lnTo>
                  <a:pt x="14" y="165"/>
                </a:lnTo>
                <a:lnTo>
                  <a:pt x="55" y="207"/>
                </a:lnTo>
                <a:lnTo>
                  <a:pt x="123" y="227"/>
                </a:lnTo>
                <a:lnTo>
                  <a:pt x="199" y="241"/>
                </a:lnTo>
                <a:lnTo>
                  <a:pt x="275" y="227"/>
                </a:lnTo>
                <a:lnTo>
                  <a:pt x="336" y="207"/>
                </a:lnTo>
                <a:lnTo>
                  <a:pt x="378" y="165"/>
                </a:lnTo>
                <a:lnTo>
                  <a:pt x="398" y="117"/>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93" name="Freeform 130"/>
          <p:cNvSpPr>
            <a:spLocks/>
          </p:cNvSpPr>
          <p:nvPr/>
        </p:nvSpPr>
        <p:spPr bwMode="auto">
          <a:xfrm>
            <a:off x="4759325" y="4706938"/>
            <a:ext cx="654050" cy="404812"/>
          </a:xfrm>
          <a:custGeom>
            <a:avLst/>
            <a:gdLst>
              <a:gd name="T0" fmla="*/ 2147483647 w 412"/>
              <a:gd name="T1" fmla="*/ 2147483647 h 255"/>
              <a:gd name="T2" fmla="*/ 2147483647 w 412"/>
              <a:gd name="T3" fmla="*/ 2147483647 h 255"/>
              <a:gd name="T4" fmla="*/ 2147483647 w 412"/>
              <a:gd name="T5" fmla="*/ 2147483647 h 255"/>
              <a:gd name="T6" fmla="*/ 2147483647 w 412"/>
              <a:gd name="T7" fmla="*/ 2147483647 h 255"/>
              <a:gd name="T8" fmla="*/ 2147483647 w 412"/>
              <a:gd name="T9" fmla="*/ 2147483647 h 255"/>
              <a:gd name="T10" fmla="*/ 2147483647 w 412"/>
              <a:gd name="T11" fmla="*/ 2147483647 h 255"/>
              <a:gd name="T12" fmla="*/ 2147483647 w 412"/>
              <a:gd name="T13" fmla="*/ 2147483647 h 255"/>
              <a:gd name="T14" fmla="*/ 2147483647 w 412"/>
              <a:gd name="T15" fmla="*/ 2147483647 h 255"/>
              <a:gd name="T16" fmla="*/ 2147483647 w 412"/>
              <a:gd name="T17" fmla="*/ 2147483647 h 255"/>
              <a:gd name="T18" fmla="*/ 2147483647 w 412"/>
              <a:gd name="T19" fmla="*/ 2147483647 h 255"/>
              <a:gd name="T20" fmla="*/ 2147483647 w 412"/>
              <a:gd name="T21" fmla="*/ 2147483647 h 255"/>
              <a:gd name="T22" fmla="*/ 2147483647 w 412"/>
              <a:gd name="T23" fmla="*/ 2147483647 h 255"/>
              <a:gd name="T24" fmla="*/ 2147483647 w 412"/>
              <a:gd name="T25" fmla="*/ 2147483647 h 255"/>
              <a:gd name="T26" fmla="*/ 2147483647 w 412"/>
              <a:gd name="T27" fmla="*/ 2147483647 h 255"/>
              <a:gd name="T28" fmla="*/ 2147483647 w 412"/>
              <a:gd name="T29" fmla="*/ 2147483647 h 255"/>
              <a:gd name="T30" fmla="*/ 2147483647 w 412"/>
              <a:gd name="T31" fmla="*/ 2147483647 h 255"/>
              <a:gd name="T32" fmla="*/ 2147483647 w 412"/>
              <a:gd name="T33" fmla="*/ 2147483647 h 255"/>
              <a:gd name="T34" fmla="*/ 2147483647 w 412"/>
              <a:gd name="T35" fmla="*/ 2147483647 h 255"/>
              <a:gd name="T36" fmla="*/ 2147483647 w 412"/>
              <a:gd name="T37" fmla="*/ 2147483647 h 255"/>
              <a:gd name="T38" fmla="*/ 2147483647 w 412"/>
              <a:gd name="T39" fmla="*/ 2147483647 h 255"/>
              <a:gd name="T40" fmla="*/ 2147483647 w 412"/>
              <a:gd name="T41" fmla="*/ 2147483647 h 255"/>
              <a:gd name="T42" fmla="*/ 2147483647 w 412"/>
              <a:gd name="T43" fmla="*/ 2147483647 h 255"/>
              <a:gd name="T44" fmla="*/ 2147483647 w 412"/>
              <a:gd name="T45" fmla="*/ 2147483647 h 255"/>
              <a:gd name="T46" fmla="*/ 2147483647 w 412"/>
              <a:gd name="T47" fmla="*/ 2147483647 h 255"/>
              <a:gd name="T48" fmla="*/ 2147483647 w 412"/>
              <a:gd name="T49" fmla="*/ 2147483647 h 255"/>
              <a:gd name="T50" fmla="*/ 2147483647 w 412"/>
              <a:gd name="T51" fmla="*/ 2147483647 h 255"/>
              <a:gd name="T52" fmla="*/ 2147483647 w 412"/>
              <a:gd name="T53" fmla="*/ 2147483647 h 255"/>
              <a:gd name="T54" fmla="*/ 2147483647 w 412"/>
              <a:gd name="T55" fmla="*/ 2147483647 h 255"/>
              <a:gd name="T56" fmla="*/ 2147483647 w 412"/>
              <a:gd name="T57" fmla="*/ 2147483647 h 255"/>
              <a:gd name="T58" fmla="*/ 2147483647 w 412"/>
              <a:gd name="T59" fmla="*/ 2147483647 h 255"/>
              <a:gd name="T60" fmla="*/ 2147483647 w 412"/>
              <a:gd name="T61" fmla="*/ 2147483647 h 255"/>
              <a:gd name="T62" fmla="*/ 2147483647 w 412"/>
              <a:gd name="T63" fmla="*/ 2147483647 h 255"/>
              <a:gd name="T64" fmla="*/ 2147483647 w 412"/>
              <a:gd name="T65" fmla="*/ 2147483647 h 255"/>
              <a:gd name="T66" fmla="*/ 2147483647 w 412"/>
              <a:gd name="T67" fmla="*/ 2147483647 h 255"/>
              <a:gd name="T68" fmla="*/ 2147483647 w 412"/>
              <a:gd name="T69" fmla="*/ 2147483647 h 255"/>
              <a:gd name="T70" fmla="*/ 0 w 412"/>
              <a:gd name="T71" fmla="*/ 2147483647 h 255"/>
              <a:gd name="T72" fmla="*/ 0 w 412"/>
              <a:gd name="T73" fmla="*/ 2147483647 h 255"/>
              <a:gd name="T74" fmla="*/ 2147483647 w 412"/>
              <a:gd name="T75" fmla="*/ 2147483647 h 255"/>
              <a:gd name="T76" fmla="*/ 2147483647 w 412"/>
              <a:gd name="T77" fmla="*/ 2147483647 h 255"/>
              <a:gd name="T78" fmla="*/ 2147483647 w 412"/>
              <a:gd name="T79" fmla="*/ 2147483647 h 255"/>
              <a:gd name="T80" fmla="*/ 2147483647 w 412"/>
              <a:gd name="T81" fmla="*/ 2147483647 h 255"/>
              <a:gd name="T82" fmla="*/ 2147483647 w 412"/>
              <a:gd name="T83" fmla="*/ 0 h 255"/>
              <a:gd name="T84" fmla="*/ 2147483647 w 412"/>
              <a:gd name="T85" fmla="*/ 0 h 255"/>
              <a:gd name="T86" fmla="*/ 2147483647 w 412"/>
              <a:gd name="T87" fmla="*/ 2147483647 h 255"/>
              <a:gd name="T88" fmla="*/ 2147483647 w 412"/>
              <a:gd name="T89" fmla="*/ 2147483647 h 255"/>
              <a:gd name="T90" fmla="*/ 2147483647 w 412"/>
              <a:gd name="T91" fmla="*/ 2147483647 h 255"/>
              <a:gd name="T92" fmla="*/ 2147483647 w 412"/>
              <a:gd name="T93" fmla="*/ 2147483647 h 255"/>
              <a:gd name="T94" fmla="*/ 2147483647 w 412"/>
              <a:gd name="T95" fmla="*/ 2147483647 h 2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55"/>
              <a:gd name="T146" fmla="*/ 412 w 412"/>
              <a:gd name="T147" fmla="*/ 255 h 2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55">
                <a:moveTo>
                  <a:pt x="398" y="131"/>
                </a:moveTo>
                <a:lnTo>
                  <a:pt x="378" y="90"/>
                </a:lnTo>
                <a:lnTo>
                  <a:pt x="385" y="90"/>
                </a:lnTo>
                <a:lnTo>
                  <a:pt x="343" y="49"/>
                </a:lnTo>
                <a:lnTo>
                  <a:pt x="282" y="21"/>
                </a:lnTo>
                <a:lnTo>
                  <a:pt x="206" y="14"/>
                </a:lnTo>
                <a:lnTo>
                  <a:pt x="130" y="21"/>
                </a:lnTo>
                <a:lnTo>
                  <a:pt x="137" y="21"/>
                </a:lnTo>
                <a:lnTo>
                  <a:pt x="69" y="49"/>
                </a:lnTo>
                <a:lnTo>
                  <a:pt x="27" y="90"/>
                </a:lnTo>
                <a:lnTo>
                  <a:pt x="14" y="131"/>
                </a:lnTo>
                <a:lnTo>
                  <a:pt x="14" y="124"/>
                </a:lnTo>
                <a:lnTo>
                  <a:pt x="27" y="172"/>
                </a:lnTo>
                <a:lnTo>
                  <a:pt x="69" y="214"/>
                </a:lnTo>
                <a:lnTo>
                  <a:pt x="69" y="207"/>
                </a:lnTo>
                <a:lnTo>
                  <a:pt x="137" y="227"/>
                </a:lnTo>
                <a:lnTo>
                  <a:pt x="130" y="227"/>
                </a:lnTo>
                <a:lnTo>
                  <a:pt x="206" y="241"/>
                </a:lnTo>
                <a:lnTo>
                  <a:pt x="282" y="227"/>
                </a:lnTo>
                <a:lnTo>
                  <a:pt x="343" y="207"/>
                </a:lnTo>
                <a:lnTo>
                  <a:pt x="343" y="214"/>
                </a:lnTo>
                <a:lnTo>
                  <a:pt x="385" y="172"/>
                </a:lnTo>
                <a:lnTo>
                  <a:pt x="378" y="172"/>
                </a:lnTo>
                <a:lnTo>
                  <a:pt x="398" y="124"/>
                </a:lnTo>
                <a:lnTo>
                  <a:pt x="412" y="131"/>
                </a:lnTo>
                <a:lnTo>
                  <a:pt x="392" y="179"/>
                </a:lnTo>
                <a:lnTo>
                  <a:pt x="350" y="221"/>
                </a:lnTo>
                <a:lnTo>
                  <a:pt x="289" y="241"/>
                </a:lnTo>
                <a:lnTo>
                  <a:pt x="282" y="241"/>
                </a:lnTo>
                <a:lnTo>
                  <a:pt x="206" y="255"/>
                </a:lnTo>
                <a:lnTo>
                  <a:pt x="130" y="241"/>
                </a:lnTo>
                <a:lnTo>
                  <a:pt x="62" y="221"/>
                </a:lnTo>
                <a:lnTo>
                  <a:pt x="21" y="179"/>
                </a:lnTo>
                <a:lnTo>
                  <a:pt x="14" y="179"/>
                </a:lnTo>
                <a:lnTo>
                  <a:pt x="0" y="131"/>
                </a:lnTo>
                <a:lnTo>
                  <a:pt x="0" y="124"/>
                </a:lnTo>
                <a:lnTo>
                  <a:pt x="14" y="83"/>
                </a:lnTo>
                <a:lnTo>
                  <a:pt x="21" y="83"/>
                </a:lnTo>
                <a:lnTo>
                  <a:pt x="62" y="42"/>
                </a:lnTo>
                <a:lnTo>
                  <a:pt x="62" y="35"/>
                </a:lnTo>
                <a:lnTo>
                  <a:pt x="130" y="7"/>
                </a:lnTo>
                <a:lnTo>
                  <a:pt x="206" y="0"/>
                </a:lnTo>
                <a:lnTo>
                  <a:pt x="282" y="7"/>
                </a:lnTo>
                <a:lnTo>
                  <a:pt x="289" y="7"/>
                </a:lnTo>
                <a:lnTo>
                  <a:pt x="350" y="35"/>
                </a:lnTo>
                <a:lnTo>
                  <a:pt x="350" y="42"/>
                </a:lnTo>
                <a:lnTo>
                  <a:pt x="392" y="83"/>
                </a:lnTo>
                <a:lnTo>
                  <a:pt x="412" y="124"/>
                </a:lnTo>
                <a:lnTo>
                  <a:pt x="398" y="131"/>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94" name="Freeform 131"/>
          <p:cNvSpPr>
            <a:spLocks/>
          </p:cNvSpPr>
          <p:nvPr/>
        </p:nvSpPr>
        <p:spPr bwMode="auto">
          <a:xfrm>
            <a:off x="5391151" y="4903788"/>
            <a:ext cx="22225" cy="11112"/>
          </a:xfrm>
          <a:custGeom>
            <a:avLst/>
            <a:gdLst>
              <a:gd name="T0" fmla="*/ 0 w 14"/>
              <a:gd name="T1" fmla="*/ 0 h 7"/>
              <a:gd name="T2" fmla="*/ 0 w 14"/>
              <a:gd name="T3" fmla="*/ 0 h 7"/>
              <a:gd name="T4" fmla="*/ 0 w 14"/>
              <a:gd name="T5" fmla="*/ 2147483647 h 7"/>
              <a:gd name="T6" fmla="*/ 2147483647 w 14"/>
              <a:gd name="T7" fmla="*/ 0 h 7"/>
              <a:gd name="T8" fmla="*/ 2147483647 w 14"/>
              <a:gd name="T9" fmla="*/ 2147483647 h 7"/>
              <a:gd name="T10" fmla="*/ 2147483647 w 14"/>
              <a:gd name="T11" fmla="*/ 2147483647 h 7"/>
              <a:gd name="T12" fmla="*/ 0 w 14"/>
              <a:gd name="T13" fmla="*/ 0 h 7"/>
              <a:gd name="T14" fmla="*/ 0 60000 65536"/>
              <a:gd name="T15" fmla="*/ 0 60000 65536"/>
              <a:gd name="T16" fmla="*/ 0 60000 65536"/>
              <a:gd name="T17" fmla="*/ 0 60000 65536"/>
              <a:gd name="T18" fmla="*/ 0 60000 65536"/>
              <a:gd name="T19" fmla="*/ 0 60000 65536"/>
              <a:gd name="T20" fmla="*/ 0 60000 65536"/>
              <a:gd name="T21" fmla="*/ 0 w 14"/>
              <a:gd name="T22" fmla="*/ 0 h 7"/>
              <a:gd name="T23" fmla="*/ 14 w 14"/>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7">
                <a:moveTo>
                  <a:pt x="0" y="0"/>
                </a:moveTo>
                <a:lnTo>
                  <a:pt x="0" y="0"/>
                </a:lnTo>
                <a:lnTo>
                  <a:pt x="0" y="7"/>
                </a:lnTo>
                <a:lnTo>
                  <a:pt x="14" y="0"/>
                </a:lnTo>
                <a:lnTo>
                  <a:pt x="14" y="7"/>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95" name="Rectangle 132"/>
          <p:cNvSpPr>
            <a:spLocks noChangeArrowheads="1"/>
          </p:cNvSpPr>
          <p:nvPr/>
        </p:nvSpPr>
        <p:spPr bwMode="auto">
          <a:xfrm>
            <a:off x="4824414" y="4794251"/>
            <a:ext cx="45525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DFW</a:t>
            </a:r>
            <a:endParaRPr lang="en-US" altLang="en-US" sz="1800">
              <a:latin typeface="Arial" panose="020B0604020202020204" pitchFamily="34" charset="0"/>
            </a:endParaRPr>
          </a:p>
        </p:txBody>
      </p:sp>
      <p:sp>
        <p:nvSpPr>
          <p:cNvPr id="32896" name="Freeform 133"/>
          <p:cNvSpPr>
            <a:spLocks/>
          </p:cNvSpPr>
          <p:nvPr/>
        </p:nvSpPr>
        <p:spPr bwMode="auto">
          <a:xfrm>
            <a:off x="2741614" y="3813175"/>
            <a:ext cx="631825" cy="381000"/>
          </a:xfrm>
          <a:custGeom>
            <a:avLst/>
            <a:gdLst>
              <a:gd name="T0" fmla="*/ 2147483647 w 398"/>
              <a:gd name="T1" fmla="*/ 2147483647 h 240"/>
              <a:gd name="T2" fmla="*/ 2147483647 w 398"/>
              <a:gd name="T3" fmla="*/ 2147483647 h 240"/>
              <a:gd name="T4" fmla="*/ 2147483647 w 398"/>
              <a:gd name="T5" fmla="*/ 2147483647 h 240"/>
              <a:gd name="T6" fmla="*/ 2147483647 w 398"/>
              <a:gd name="T7" fmla="*/ 2147483647 h 240"/>
              <a:gd name="T8" fmla="*/ 2147483647 w 398"/>
              <a:gd name="T9" fmla="*/ 0 h 240"/>
              <a:gd name="T10" fmla="*/ 2147483647 w 398"/>
              <a:gd name="T11" fmla="*/ 2147483647 h 240"/>
              <a:gd name="T12" fmla="*/ 2147483647 w 398"/>
              <a:gd name="T13" fmla="*/ 2147483647 h 240"/>
              <a:gd name="T14" fmla="*/ 2147483647 w 398"/>
              <a:gd name="T15" fmla="*/ 2147483647 h 240"/>
              <a:gd name="T16" fmla="*/ 0 w 398"/>
              <a:gd name="T17" fmla="*/ 2147483647 h 240"/>
              <a:gd name="T18" fmla="*/ 2147483647 w 398"/>
              <a:gd name="T19" fmla="*/ 2147483647 h 240"/>
              <a:gd name="T20" fmla="*/ 2147483647 w 398"/>
              <a:gd name="T21" fmla="*/ 2147483647 h 240"/>
              <a:gd name="T22" fmla="*/ 2147483647 w 398"/>
              <a:gd name="T23" fmla="*/ 2147483647 h 240"/>
              <a:gd name="T24" fmla="*/ 2147483647 w 398"/>
              <a:gd name="T25" fmla="*/ 2147483647 h 240"/>
              <a:gd name="T26" fmla="*/ 2147483647 w 398"/>
              <a:gd name="T27" fmla="*/ 2147483647 h 240"/>
              <a:gd name="T28" fmla="*/ 2147483647 w 398"/>
              <a:gd name="T29" fmla="*/ 2147483647 h 240"/>
              <a:gd name="T30" fmla="*/ 2147483647 w 398"/>
              <a:gd name="T31" fmla="*/ 2147483647 h 240"/>
              <a:gd name="T32" fmla="*/ 2147483647 w 398"/>
              <a:gd name="T33" fmla="*/ 2147483647 h 2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8"/>
              <a:gd name="T52" fmla="*/ 0 h 240"/>
              <a:gd name="T53" fmla="*/ 398 w 398"/>
              <a:gd name="T54" fmla="*/ 240 h 2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8" h="240">
                <a:moveTo>
                  <a:pt x="398" y="117"/>
                </a:moveTo>
                <a:lnTo>
                  <a:pt x="378" y="75"/>
                </a:lnTo>
                <a:lnTo>
                  <a:pt x="337" y="34"/>
                </a:lnTo>
                <a:lnTo>
                  <a:pt x="275" y="6"/>
                </a:lnTo>
                <a:lnTo>
                  <a:pt x="199" y="0"/>
                </a:lnTo>
                <a:lnTo>
                  <a:pt x="124" y="6"/>
                </a:lnTo>
                <a:lnTo>
                  <a:pt x="55" y="34"/>
                </a:lnTo>
                <a:lnTo>
                  <a:pt x="14" y="75"/>
                </a:lnTo>
                <a:lnTo>
                  <a:pt x="0" y="117"/>
                </a:lnTo>
                <a:lnTo>
                  <a:pt x="14" y="165"/>
                </a:lnTo>
                <a:lnTo>
                  <a:pt x="55" y="206"/>
                </a:lnTo>
                <a:lnTo>
                  <a:pt x="124" y="227"/>
                </a:lnTo>
                <a:lnTo>
                  <a:pt x="199" y="240"/>
                </a:lnTo>
                <a:lnTo>
                  <a:pt x="275" y="227"/>
                </a:lnTo>
                <a:lnTo>
                  <a:pt x="337" y="206"/>
                </a:lnTo>
                <a:lnTo>
                  <a:pt x="378" y="165"/>
                </a:lnTo>
                <a:lnTo>
                  <a:pt x="398" y="117"/>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97" name="Freeform 134"/>
          <p:cNvSpPr>
            <a:spLocks/>
          </p:cNvSpPr>
          <p:nvPr/>
        </p:nvSpPr>
        <p:spPr bwMode="auto">
          <a:xfrm>
            <a:off x="2730500" y="3802064"/>
            <a:ext cx="654050" cy="403225"/>
          </a:xfrm>
          <a:custGeom>
            <a:avLst/>
            <a:gdLst>
              <a:gd name="T0" fmla="*/ 2147483647 w 412"/>
              <a:gd name="T1" fmla="*/ 2147483647 h 254"/>
              <a:gd name="T2" fmla="*/ 2147483647 w 412"/>
              <a:gd name="T3" fmla="*/ 2147483647 h 254"/>
              <a:gd name="T4" fmla="*/ 2147483647 w 412"/>
              <a:gd name="T5" fmla="*/ 2147483647 h 254"/>
              <a:gd name="T6" fmla="*/ 2147483647 w 412"/>
              <a:gd name="T7" fmla="*/ 2147483647 h 254"/>
              <a:gd name="T8" fmla="*/ 2147483647 w 412"/>
              <a:gd name="T9" fmla="*/ 2147483647 h 254"/>
              <a:gd name="T10" fmla="*/ 2147483647 w 412"/>
              <a:gd name="T11" fmla="*/ 2147483647 h 254"/>
              <a:gd name="T12" fmla="*/ 2147483647 w 412"/>
              <a:gd name="T13" fmla="*/ 2147483647 h 254"/>
              <a:gd name="T14" fmla="*/ 2147483647 w 412"/>
              <a:gd name="T15" fmla="*/ 2147483647 h 254"/>
              <a:gd name="T16" fmla="*/ 2147483647 w 412"/>
              <a:gd name="T17" fmla="*/ 2147483647 h 254"/>
              <a:gd name="T18" fmla="*/ 2147483647 w 412"/>
              <a:gd name="T19" fmla="*/ 2147483647 h 254"/>
              <a:gd name="T20" fmla="*/ 2147483647 w 412"/>
              <a:gd name="T21" fmla="*/ 2147483647 h 254"/>
              <a:gd name="T22" fmla="*/ 2147483647 w 412"/>
              <a:gd name="T23" fmla="*/ 2147483647 h 254"/>
              <a:gd name="T24" fmla="*/ 2147483647 w 412"/>
              <a:gd name="T25" fmla="*/ 2147483647 h 254"/>
              <a:gd name="T26" fmla="*/ 2147483647 w 412"/>
              <a:gd name="T27" fmla="*/ 2147483647 h 254"/>
              <a:gd name="T28" fmla="*/ 2147483647 w 412"/>
              <a:gd name="T29" fmla="*/ 2147483647 h 254"/>
              <a:gd name="T30" fmla="*/ 2147483647 w 412"/>
              <a:gd name="T31" fmla="*/ 2147483647 h 254"/>
              <a:gd name="T32" fmla="*/ 2147483647 w 412"/>
              <a:gd name="T33" fmla="*/ 2147483647 h 254"/>
              <a:gd name="T34" fmla="*/ 2147483647 w 412"/>
              <a:gd name="T35" fmla="*/ 2147483647 h 254"/>
              <a:gd name="T36" fmla="*/ 2147483647 w 412"/>
              <a:gd name="T37" fmla="*/ 2147483647 h 254"/>
              <a:gd name="T38" fmla="*/ 2147483647 w 412"/>
              <a:gd name="T39" fmla="*/ 2147483647 h 254"/>
              <a:gd name="T40" fmla="*/ 2147483647 w 412"/>
              <a:gd name="T41" fmla="*/ 2147483647 h 254"/>
              <a:gd name="T42" fmla="*/ 2147483647 w 412"/>
              <a:gd name="T43" fmla="*/ 2147483647 h 254"/>
              <a:gd name="T44" fmla="*/ 2147483647 w 412"/>
              <a:gd name="T45" fmla="*/ 2147483647 h 254"/>
              <a:gd name="T46" fmla="*/ 2147483647 w 412"/>
              <a:gd name="T47" fmla="*/ 2147483647 h 254"/>
              <a:gd name="T48" fmla="*/ 2147483647 w 412"/>
              <a:gd name="T49" fmla="*/ 2147483647 h 254"/>
              <a:gd name="T50" fmla="*/ 2147483647 w 412"/>
              <a:gd name="T51" fmla="*/ 2147483647 h 254"/>
              <a:gd name="T52" fmla="*/ 2147483647 w 412"/>
              <a:gd name="T53" fmla="*/ 2147483647 h 254"/>
              <a:gd name="T54" fmla="*/ 2147483647 w 412"/>
              <a:gd name="T55" fmla="*/ 2147483647 h 254"/>
              <a:gd name="T56" fmla="*/ 2147483647 w 412"/>
              <a:gd name="T57" fmla="*/ 2147483647 h 254"/>
              <a:gd name="T58" fmla="*/ 2147483647 w 412"/>
              <a:gd name="T59" fmla="*/ 2147483647 h 254"/>
              <a:gd name="T60" fmla="*/ 2147483647 w 412"/>
              <a:gd name="T61" fmla="*/ 2147483647 h 254"/>
              <a:gd name="T62" fmla="*/ 2147483647 w 412"/>
              <a:gd name="T63" fmla="*/ 2147483647 h 254"/>
              <a:gd name="T64" fmla="*/ 2147483647 w 412"/>
              <a:gd name="T65" fmla="*/ 2147483647 h 254"/>
              <a:gd name="T66" fmla="*/ 2147483647 w 412"/>
              <a:gd name="T67" fmla="*/ 2147483647 h 254"/>
              <a:gd name="T68" fmla="*/ 2147483647 w 412"/>
              <a:gd name="T69" fmla="*/ 2147483647 h 254"/>
              <a:gd name="T70" fmla="*/ 0 w 412"/>
              <a:gd name="T71" fmla="*/ 2147483647 h 254"/>
              <a:gd name="T72" fmla="*/ 0 w 412"/>
              <a:gd name="T73" fmla="*/ 2147483647 h 254"/>
              <a:gd name="T74" fmla="*/ 2147483647 w 412"/>
              <a:gd name="T75" fmla="*/ 2147483647 h 254"/>
              <a:gd name="T76" fmla="*/ 2147483647 w 412"/>
              <a:gd name="T77" fmla="*/ 2147483647 h 254"/>
              <a:gd name="T78" fmla="*/ 2147483647 w 412"/>
              <a:gd name="T79" fmla="*/ 2147483647 h 254"/>
              <a:gd name="T80" fmla="*/ 2147483647 w 412"/>
              <a:gd name="T81" fmla="*/ 2147483647 h 254"/>
              <a:gd name="T82" fmla="*/ 2147483647 w 412"/>
              <a:gd name="T83" fmla="*/ 0 h 254"/>
              <a:gd name="T84" fmla="*/ 2147483647 w 412"/>
              <a:gd name="T85" fmla="*/ 0 h 254"/>
              <a:gd name="T86" fmla="*/ 2147483647 w 412"/>
              <a:gd name="T87" fmla="*/ 2147483647 h 254"/>
              <a:gd name="T88" fmla="*/ 2147483647 w 412"/>
              <a:gd name="T89" fmla="*/ 2147483647 h 254"/>
              <a:gd name="T90" fmla="*/ 2147483647 w 412"/>
              <a:gd name="T91" fmla="*/ 2147483647 h 254"/>
              <a:gd name="T92" fmla="*/ 2147483647 w 412"/>
              <a:gd name="T93" fmla="*/ 2147483647 h 254"/>
              <a:gd name="T94" fmla="*/ 2147483647 w 412"/>
              <a:gd name="T95" fmla="*/ 2147483647 h 25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54"/>
              <a:gd name="T146" fmla="*/ 412 w 412"/>
              <a:gd name="T147" fmla="*/ 254 h 25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54">
                <a:moveTo>
                  <a:pt x="399" y="130"/>
                </a:moveTo>
                <a:lnTo>
                  <a:pt x="378" y="89"/>
                </a:lnTo>
                <a:lnTo>
                  <a:pt x="385" y="89"/>
                </a:lnTo>
                <a:lnTo>
                  <a:pt x="344" y="48"/>
                </a:lnTo>
                <a:lnTo>
                  <a:pt x="282" y="20"/>
                </a:lnTo>
                <a:lnTo>
                  <a:pt x="206" y="13"/>
                </a:lnTo>
                <a:lnTo>
                  <a:pt x="131" y="20"/>
                </a:lnTo>
                <a:lnTo>
                  <a:pt x="138" y="20"/>
                </a:lnTo>
                <a:lnTo>
                  <a:pt x="69" y="48"/>
                </a:lnTo>
                <a:lnTo>
                  <a:pt x="28" y="89"/>
                </a:lnTo>
                <a:lnTo>
                  <a:pt x="14" y="130"/>
                </a:lnTo>
                <a:lnTo>
                  <a:pt x="14" y="124"/>
                </a:lnTo>
                <a:lnTo>
                  <a:pt x="28" y="172"/>
                </a:lnTo>
                <a:lnTo>
                  <a:pt x="69" y="213"/>
                </a:lnTo>
                <a:lnTo>
                  <a:pt x="69" y="206"/>
                </a:lnTo>
                <a:lnTo>
                  <a:pt x="138" y="227"/>
                </a:lnTo>
                <a:lnTo>
                  <a:pt x="131" y="227"/>
                </a:lnTo>
                <a:lnTo>
                  <a:pt x="206" y="240"/>
                </a:lnTo>
                <a:lnTo>
                  <a:pt x="282" y="227"/>
                </a:lnTo>
                <a:lnTo>
                  <a:pt x="344" y="206"/>
                </a:lnTo>
                <a:lnTo>
                  <a:pt x="344" y="213"/>
                </a:lnTo>
                <a:lnTo>
                  <a:pt x="385" y="172"/>
                </a:lnTo>
                <a:lnTo>
                  <a:pt x="378" y="172"/>
                </a:lnTo>
                <a:lnTo>
                  <a:pt x="399" y="124"/>
                </a:lnTo>
                <a:lnTo>
                  <a:pt x="412" y="130"/>
                </a:lnTo>
                <a:lnTo>
                  <a:pt x="392" y="179"/>
                </a:lnTo>
                <a:lnTo>
                  <a:pt x="351" y="220"/>
                </a:lnTo>
                <a:lnTo>
                  <a:pt x="289" y="240"/>
                </a:lnTo>
                <a:lnTo>
                  <a:pt x="282" y="240"/>
                </a:lnTo>
                <a:lnTo>
                  <a:pt x="206" y="254"/>
                </a:lnTo>
                <a:lnTo>
                  <a:pt x="131" y="240"/>
                </a:lnTo>
                <a:lnTo>
                  <a:pt x="62" y="220"/>
                </a:lnTo>
                <a:lnTo>
                  <a:pt x="21" y="179"/>
                </a:lnTo>
                <a:lnTo>
                  <a:pt x="14" y="179"/>
                </a:lnTo>
                <a:lnTo>
                  <a:pt x="0" y="130"/>
                </a:lnTo>
                <a:lnTo>
                  <a:pt x="0" y="124"/>
                </a:lnTo>
                <a:lnTo>
                  <a:pt x="14" y="82"/>
                </a:lnTo>
                <a:lnTo>
                  <a:pt x="21" y="82"/>
                </a:lnTo>
                <a:lnTo>
                  <a:pt x="62" y="41"/>
                </a:lnTo>
                <a:lnTo>
                  <a:pt x="62" y="34"/>
                </a:lnTo>
                <a:lnTo>
                  <a:pt x="131" y="7"/>
                </a:lnTo>
                <a:lnTo>
                  <a:pt x="206" y="0"/>
                </a:lnTo>
                <a:lnTo>
                  <a:pt x="282" y="7"/>
                </a:lnTo>
                <a:lnTo>
                  <a:pt x="289" y="7"/>
                </a:lnTo>
                <a:lnTo>
                  <a:pt x="351" y="34"/>
                </a:lnTo>
                <a:lnTo>
                  <a:pt x="351" y="41"/>
                </a:lnTo>
                <a:lnTo>
                  <a:pt x="392" y="82"/>
                </a:lnTo>
                <a:lnTo>
                  <a:pt x="412" y="124"/>
                </a:lnTo>
                <a:lnTo>
                  <a:pt x="399" y="13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98" name="Freeform 135"/>
          <p:cNvSpPr>
            <a:spLocks/>
          </p:cNvSpPr>
          <p:nvPr/>
        </p:nvSpPr>
        <p:spPr bwMode="auto">
          <a:xfrm>
            <a:off x="3363914" y="3998914"/>
            <a:ext cx="20637" cy="9525"/>
          </a:xfrm>
          <a:custGeom>
            <a:avLst/>
            <a:gdLst>
              <a:gd name="T0" fmla="*/ 0 w 13"/>
              <a:gd name="T1" fmla="*/ 0 h 6"/>
              <a:gd name="T2" fmla="*/ 0 w 13"/>
              <a:gd name="T3" fmla="*/ 0 h 6"/>
              <a:gd name="T4" fmla="*/ 0 w 13"/>
              <a:gd name="T5" fmla="*/ 2147483647 h 6"/>
              <a:gd name="T6" fmla="*/ 2147483647 w 13"/>
              <a:gd name="T7" fmla="*/ 0 h 6"/>
              <a:gd name="T8" fmla="*/ 2147483647 w 13"/>
              <a:gd name="T9" fmla="*/ 2147483647 h 6"/>
              <a:gd name="T10" fmla="*/ 2147483647 w 13"/>
              <a:gd name="T11" fmla="*/ 2147483647 h 6"/>
              <a:gd name="T12" fmla="*/ 0 w 13"/>
              <a:gd name="T13" fmla="*/ 0 h 6"/>
              <a:gd name="T14" fmla="*/ 0 60000 65536"/>
              <a:gd name="T15" fmla="*/ 0 60000 65536"/>
              <a:gd name="T16" fmla="*/ 0 60000 65536"/>
              <a:gd name="T17" fmla="*/ 0 60000 65536"/>
              <a:gd name="T18" fmla="*/ 0 60000 65536"/>
              <a:gd name="T19" fmla="*/ 0 60000 65536"/>
              <a:gd name="T20" fmla="*/ 0 60000 65536"/>
              <a:gd name="T21" fmla="*/ 0 w 13"/>
              <a:gd name="T22" fmla="*/ 0 h 6"/>
              <a:gd name="T23" fmla="*/ 13 w 13"/>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 h="6">
                <a:moveTo>
                  <a:pt x="0" y="0"/>
                </a:moveTo>
                <a:lnTo>
                  <a:pt x="0" y="0"/>
                </a:lnTo>
                <a:lnTo>
                  <a:pt x="0" y="6"/>
                </a:lnTo>
                <a:lnTo>
                  <a:pt x="13" y="0"/>
                </a:lnTo>
                <a:lnTo>
                  <a:pt x="13" y="6"/>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899" name="Rectangle 136"/>
          <p:cNvSpPr>
            <a:spLocks noChangeArrowheads="1"/>
          </p:cNvSpPr>
          <p:nvPr/>
        </p:nvSpPr>
        <p:spPr bwMode="auto">
          <a:xfrm>
            <a:off x="2840039" y="3889376"/>
            <a:ext cx="37510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SFO</a:t>
            </a:r>
            <a:endParaRPr lang="en-US" altLang="en-US" sz="1800">
              <a:latin typeface="Arial" panose="020B0604020202020204" pitchFamily="34" charset="0"/>
            </a:endParaRPr>
          </a:p>
        </p:txBody>
      </p:sp>
      <p:sp>
        <p:nvSpPr>
          <p:cNvPr id="32900" name="Freeform 137"/>
          <p:cNvSpPr>
            <a:spLocks/>
          </p:cNvSpPr>
          <p:nvPr/>
        </p:nvSpPr>
        <p:spPr bwMode="auto">
          <a:xfrm>
            <a:off x="7137401" y="3911600"/>
            <a:ext cx="631825" cy="381000"/>
          </a:xfrm>
          <a:custGeom>
            <a:avLst/>
            <a:gdLst>
              <a:gd name="T0" fmla="*/ 2147483647 w 398"/>
              <a:gd name="T1" fmla="*/ 2147483647 h 240"/>
              <a:gd name="T2" fmla="*/ 2147483647 w 398"/>
              <a:gd name="T3" fmla="*/ 2147483647 h 240"/>
              <a:gd name="T4" fmla="*/ 2147483647 w 398"/>
              <a:gd name="T5" fmla="*/ 2147483647 h 240"/>
              <a:gd name="T6" fmla="*/ 2147483647 w 398"/>
              <a:gd name="T7" fmla="*/ 2147483647 h 240"/>
              <a:gd name="T8" fmla="*/ 2147483647 w 398"/>
              <a:gd name="T9" fmla="*/ 0 h 240"/>
              <a:gd name="T10" fmla="*/ 2147483647 w 398"/>
              <a:gd name="T11" fmla="*/ 2147483647 h 240"/>
              <a:gd name="T12" fmla="*/ 2147483647 w 398"/>
              <a:gd name="T13" fmla="*/ 2147483647 h 240"/>
              <a:gd name="T14" fmla="*/ 2147483647 w 398"/>
              <a:gd name="T15" fmla="*/ 2147483647 h 240"/>
              <a:gd name="T16" fmla="*/ 0 w 398"/>
              <a:gd name="T17" fmla="*/ 2147483647 h 240"/>
              <a:gd name="T18" fmla="*/ 2147483647 w 398"/>
              <a:gd name="T19" fmla="*/ 2147483647 h 240"/>
              <a:gd name="T20" fmla="*/ 2147483647 w 398"/>
              <a:gd name="T21" fmla="*/ 2147483647 h 240"/>
              <a:gd name="T22" fmla="*/ 2147483647 w 398"/>
              <a:gd name="T23" fmla="*/ 2147483647 h 240"/>
              <a:gd name="T24" fmla="*/ 2147483647 w 398"/>
              <a:gd name="T25" fmla="*/ 2147483647 h 240"/>
              <a:gd name="T26" fmla="*/ 2147483647 w 398"/>
              <a:gd name="T27" fmla="*/ 2147483647 h 240"/>
              <a:gd name="T28" fmla="*/ 2147483647 w 398"/>
              <a:gd name="T29" fmla="*/ 2147483647 h 240"/>
              <a:gd name="T30" fmla="*/ 2147483647 w 398"/>
              <a:gd name="T31" fmla="*/ 2147483647 h 240"/>
              <a:gd name="T32" fmla="*/ 2147483647 w 398"/>
              <a:gd name="T33" fmla="*/ 2147483647 h 2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8"/>
              <a:gd name="T52" fmla="*/ 0 h 240"/>
              <a:gd name="T53" fmla="*/ 398 w 398"/>
              <a:gd name="T54" fmla="*/ 240 h 2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8" h="240">
                <a:moveTo>
                  <a:pt x="398" y="116"/>
                </a:moveTo>
                <a:lnTo>
                  <a:pt x="377" y="75"/>
                </a:lnTo>
                <a:lnTo>
                  <a:pt x="336" y="34"/>
                </a:lnTo>
                <a:lnTo>
                  <a:pt x="274" y="6"/>
                </a:lnTo>
                <a:lnTo>
                  <a:pt x="199" y="0"/>
                </a:lnTo>
                <a:lnTo>
                  <a:pt x="123" y="6"/>
                </a:lnTo>
                <a:lnTo>
                  <a:pt x="55" y="34"/>
                </a:lnTo>
                <a:lnTo>
                  <a:pt x="13" y="75"/>
                </a:lnTo>
                <a:lnTo>
                  <a:pt x="0" y="116"/>
                </a:lnTo>
                <a:lnTo>
                  <a:pt x="13" y="165"/>
                </a:lnTo>
                <a:lnTo>
                  <a:pt x="55" y="206"/>
                </a:lnTo>
                <a:lnTo>
                  <a:pt x="123" y="226"/>
                </a:lnTo>
                <a:lnTo>
                  <a:pt x="199" y="240"/>
                </a:lnTo>
                <a:lnTo>
                  <a:pt x="274" y="226"/>
                </a:lnTo>
                <a:lnTo>
                  <a:pt x="336" y="206"/>
                </a:lnTo>
                <a:lnTo>
                  <a:pt x="377" y="165"/>
                </a:lnTo>
                <a:lnTo>
                  <a:pt x="398" y="1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901" name="Freeform 138"/>
          <p:cNvSpPr>
            <a:spLocks/>
          </p:cNvSpPr>
          <p:nvPr/>
        </p:nvSpPr>
        <p:spPr bwMode="auto">
          <a:xfrm>
            <a:off x="7126288" y="3900489"/>
            <a:ext cx="654050" cy="403225"/>
          </a:xfrm>
          <a:custGeom>
            <a:avLst/>
            <a:gdLst>
              <a:gd name="T0" fmla="*/ 2147483647 w 412"/>
              <a:gd name="T1" fmla="*/ 2147483647 h 254"/>
              <a:gd name="T2" fmla="*/ 2147483647 w 412"/>
              <a:gd name="T3" fmla="*/ 2147483647 h 254"/>
              <a:gd name="T4" fmla="*/ 2147483647 w 412"/>
              <a:gd name="T5" fmla="*/ 2147483647 h 254"/>
              <a:gd name="T6" fmla="*/ 2147483647 w 412"/>
              <a:gd name="T7" fmla="*/ 2147483647 h 254"/>
              <a:gd name="T8" fmla="*/ 2147483647 w 412"/>
              <a:gd name="T9" fmla="*/ 2147483647 h 254"/>
              <a:gd name="T10" fmla="*/ 2147483647 w 412"/>
              <a:gd name="T11" fmla="*/ 2147483647 h 254"/>
              <a:gd name="T12" fmla="*/ 2147483647 w 412"/>
              <a:gd name="T13" fmla="*/ 2147483647 h 254"/>
              <a:gd name="T14" fmla="*/ 2147483647 w 412"/>
              <a:gd name="T15" fmla="*/ 2147483647 h 254"/>
              <a:gd name="T16" fmla="*/ 2147483647 w 412"/>
              <a:gd name="T17" fmla="*/ 2147483647 h 254"/>
              <a:gd name="T18" fmla="*/ 2147483647 w 412"/>
              <a:gd name="T19" fmla="*/ 2147483647 h 254"/>
              <a:gd name="T20" fmla="*/ 2147483647 w 412"/>
              <a:gd name="T21" fmla="*/ 2147483647 h 254"/>
              <a:gd name="T22" fmla="*/ 2147483647 w 412"/>
              <a:gd name="T23" fmla="*/ 2147483647 h 254"/>
              <a:gd name="T24" fmla="*/ 2147483647 w 412"/>
              <a:gd name="T25" fmla="*/ 2147483647 h 254"/>
              <a:gd name="T26" fmla="*/ 2147483647 w 412"/>
              <a:gd name="T27" fmla="*/ 2147483647 h 254"/>
              <a:gd name="T28" fmla="*/ 2147483647 w 412"/>
              <a:gd name="T29" fmla="*/ 2147483647 h 254"/>
              <a:gd name="T30" fmla="*/ 2147483647 w 412"/>
              <a:gd name="T31" fmla="*/ 2147483647 h 254"/>
              <a:gd name="T32" fmla="*/ 2147483647 w 412"/>
              <a:gd name="T33" fmla="*/ 2147483647 h 254"/>
              <a:gd name="T34" fmla="*/ 2147483647 w 412"/>
              <a:gd name="T35" fmla="*/ 2147483647 h 254"/>
              <a:gd name="T36" fmla="*/ 2147483647 w 412"/>
              <a:gd name="T37" fmla="*/ 2147483647 h 254"/>
              <a:gd name="T38" fmla="*/ 2147483647 w 412"/>
              <a:gd name="T39" fmla="*/ 2147483647 h 254"/>
              <a:gd name="T40" fmla="*/ 2147483647 w 412"/>
              <a:gd name="T41" fmla="*/ 2147483647 h 254"/>
              <a:gd name="T42" fmla="*/ 2147483647 w 412"/>
              <a:gd name="T43" fmla="*/ 2147483647 h 254"/>
              <a:gd name="T44" fmla="*/ 2147483647 w 412"/>
              <a:gd name="T45" fmla="*/ 2147483647 h 254"/>
              <a:gd name="T46" fmla="*/ 2147483647 w 412"/>
              <a:gd name="T47" fmla="*/ 2147483647 h 254"/>
              <a:gd name="T48" fmla="*/ 2147483647 w 412"/>
              <a:gd name="T49" fmla="*/ 2147483647 h 254"/>
              <a:gd name="T50" fmla="*/ 2147483647 w 412"/>
              <a:gd name="T51" fmla="*/ 2147483647 h 254"/>
              <a:gd name="T52" fmla="*/ 2147483647 w 412"/>
              <a:gd name="T53" fmla="*/ 2147483647 h 254"/>
              <a:gd name="T54" fmla="*/ 2147483647 w 412"/>
              <a:gd name="T55" fmla="*/ 2147483647 h 254"/>
              <a:gd name="T56" fmla="*/ 2147483647 w 412"/>
              <a:gd name="T57" fmla="*/ 2147483647 h 254"/>
              <a:gd name="T58" fmla="*/ 2147483647 w 412"/>
              <a:gd name="T59" fmla="*/ 2147483647 h 254"/>
              <a:gd name="T60" fmla="*/ 2147483647 w 412"/>
              <a:gd name="T61" fmla="*/ 2147483647 h 254"/>
              <a:gd name="T62" fmla="*/ 2147483647 w 412"/>
              <a:gd name="T63" fmla="*/ 2147483647 h 254"/>
              <a:gd name="T64" fmla="*/ 2147483647 w 412"/>
              <a:gd name="T65" fmla="*/ 2147483647 h 254"/>
              <a:gd name="T66" fmla="*/ 2147483647 w 412"/>
              <a:gd name="T67" fmla="*/ 2147483647 h 254"/>
              <a:gd name="T68" fmla="*/ 2147483647 w 412"/>
              <a:gd name="T69" fmla="*/ 2147483647 h 254"/>
              <a:gd name="T70" fmla="*/ 0 w 412"/>
              <a:gd name="T71" fmla="*/ 2147483647 h 254"/>
              <a:gd name="T72" fmla="*/ 0 w 412"/>
              <a:gd name="T73" fmla="*/ 2147483647 h 254"/>
              <a:gd name="T74" fmla="*/ 2147483647 w 412"/>
              <a:gd name="T75" fmla="*/ 2147483647 h 254"/>
              <a:gd name="T76" fmla="*/ 2147483647 w 412"/>
              <a:gd name="T77" fmla="*/ 2147483647 h 254"/>
              <a:gd name="T78" fmla="*/ 2147483647 w 412"/>
              <a:gd name="T79" fmla="*/ 2147483647 h 254"/>
              <a:gd name="T80" fmla="*/ 2147483647 w 412"/>
              <a:gd name="T81" fmla="*/ 2147483647 h 254"/>
              <a:gd name="T82" fmla="*/ 2147483647 w 412"/>
              <a:gd name="T83" fmla="*/ 0 h 254"/>
              <a:gd name="T84" fmla="*/ 2147483647 w 412"/>
              <a:gd name="T85" fmla="*/ 0 h 254"/>
              <a:gd name="T86" fmla="*/ 2147483647 w 412"/>
              <a:gd name="T87" fmla="*/ 2147483647 h 254"/>
              <a:gd name="T88" fmla="*/ 2147483647 w 412"/>
              <a:gd name="T89" fmla="*/ 2147483647 h 254"/>
              <a:gd name="T90" fmla="*/ 2147483647 w 412"/>
              <a:gd name="T91" fmla="*/ 2147483647 h 254"/>
              <a:gd name="T92" fmla="*/ 2147483647 w 412"/>
              <a:gd name="T93" fmla="*/ 2147483647 h 254"/>
              <a:gd name="T94" fmla="*/ 2147483647 w 412"/>
              <a:gd name="T95" fmla="*/ 2147483647 h 25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54"/>
              <a:gd name="T146" fmla="*/ 412 w 412"/>
              <a:gd name="T147" fmla="*/ 254 h 25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54">
                <a:moveTo>
                  <a:pt x="398" y="130"/>
                </a:moveTo>
                <a:lnTo>
                  <a:pt x="378" y="89"/>
                </a:lnTo>
                <a:lnTo>
                  <a:pt x="384" y="89"/>
                </a:lnTo>
                <a:lnTo>
                  <a:pt x="343" y="48"/>
                </a:lnTo>
                <a:lnTo>
                  <a:pt x="281" y="20"/>
                </a:lnTo>
                <a:lnTo>
                  <a:pt x="206" y="13"/>
                </a:lnTo>
                <a:lnTo>
                  <a:pt x="130" y="20"/>
                </a:lnTo>
                <a:lnTo>
                  <a:pt x="137" y="20"/>
                </a:lnTo>
                <a:lnTo>
                  <a:pt x="68" y="48"/>
                </a:lnTo>
                <a:lnTo>
                  <a:pt x="27" y="89"/>
                </a:lnTo>
                <a:lnTo>
                  <a:pt x="13" y="130"/>
                </a:lnTo>
                <a:lnTo>
                  <a:pt x="13" y="123"/>
                </a:lnTo>
                <a:lnTo>
                  <a:pt x="27" y="172"/>
                </a:lnTo>
                <a:lnTo>
                  <a:pt x="68" y="213"/>
                </a:lnTo>
                <a:lnTo>
                  <a:pt x="68" y="206"/>
                </a:lnTo>
                <a:lnTo>
                  <a:pt x="137" y="227"/>
                </a:lnTo>
                <a:lnTo>
                  <a:pt x="130" y="227"/>
                </a:lnTo>
                <a:lnTo>
                  <a:pt x="206" y="240"/>
                </a:lnTo>
                <a:lnTo>
                  <a:pt x="281" y="227"/>
                </a:lnTo>
                <a:lnTo>
                  <a:pt x="343" y="206"/>
                </a:lnTo>
                <a:lnTo>
                  <a:pt x="343" y="213"/>
                </a:lnTo>
                <a:lnTo>
                  <a:pt x="384" y="172"/>
                </a:lnTo>
                <a:lnTo>
                  <a:pt x="378" y="172"/>
                </a:lnTo>
                <a:lnTo>
                  <a:pt x="398" y="123"/>
                </a:lnTo>
                <a:lnTo>
                  <a:pt x="412" y="130"/>
                </a:lnTo>
                <a:lnTo>
                  <a:pt x="391" y="178"/>
                </a:lnTo>
                <a:lnTo>
                  <a:pt x="350" y="220"/>
                </a:lnTo>
                <a:lnTo>
                  <a:pt x="288" y="240"/>
                </a:lnTo>
                <a:lnTo>
                  <a:pt x="281" y="240"/>
                </a:lnTo>
                <a:lnTo>
                  <a:pt x="206" y="254"/>
                </a:lnTo>
                <a:lnTo>
                  <a:pt x="130" y="240"/>
                </a:lnTo>
                <a:lnTo>
                  <a:pt x="62" y="220"/>
                </a:lnTo>
                <a:lnTo>
                  <a:pt x="20" y="178"/>
                </a:lnTo>
                <a:lnTo>
                  <a:pt x="13" y="178"/>
                </a:lnTo>
                <a:lnTo>
                  <a:pt x="0" y="130"/>
                </a:lnTo>
                <a:lnTo>
                  <a:pt x="0" y="123"/>
                </a:lnTo>
                <a:lnTo>
                  <a:pt x="13" y="82"/>
                </a:lnTo>
                <a:lnTo>
                  <a:pt x="20" y="82"/>
                </a:lnTo>
                <a:lnTo>
                  <a:pt x="62" y="41"/>
                </a:lnTo>
                <a:lnTo>
                  <a:pt x="62" y="34"/>
                </a:lnTo>
                <a:lnTo>
                  <a:pt x="130" y="7"/>
                </a:lnTo>
                <a:lnTo>
                  <a:pt x="206" y="0"/>
                </a:lnTo>
                <a:lnTo>
                  <a:pt x="281" y="7"/>
                </a:lnTo>
                <a:lnTo>
                  <a:pt x="288" y="7"/>
                </a:lnTo>
                <a:lnTo>
                  <a:pt x="350" y="34"/>
                </a:lnTo>
                <a:lnTo>
                  <a:pt x="350" y="41"/>
                </a:lnTo>
                <a:lnTo>
                  <a:pt x="391" y="82"/>
                </a:lnTo>
                <a:lnTo>
                  <a:pt x="412" y="123"/>
                </a:lnTo>
                <a:lnTo>
                  <a:pt x="398" y="13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902" name="Freeform 139"/>
          <p:cNvSpPr>
            <a:spLocks/>
          </p:cNvSpPr>
          <p:nvPr/>
        </p:nvSpPr>
        <p:spPr bwMode="auto">
          <a:xfrm>
            <a:off x="7758114" y="4095751"/>
            <a:ext cx="22225" cy="11113"/>
          </a:xfrm>
          <a:custGeom>
            <a:avLst/>
            <a:gdLst>
              <a:gd name="T0" fmla="*/ 0 w 14"/>
              <a:gd name="T1" fmla="*/ 0 h 7"/>
              <a:gd name="T2" fmla="*/ 0 w 14"/>
              <a:gd name="T3" fmla="*/ 0 h 7"/>
              <a:gd name="T4" fmla="*/ 0 w 14"/>
              <a:gd name="T5" fmla="*/ 2147483647 h 7"/>
              <a:gd name="T6" fmla="*/ 2147483647 w 14"/>
              <a:gd name="T7" fmla="*/ 0 h 7"/>
              <a:gd name="T8" fmla="*/ 2147483647 w 14"/>
              <a:gd name="T9" fmla="*/ 2147483647 h 7"/>
              <a:gd name="T10" fmla="*/ 2147483647 w 14"/>
              <a:gd name="T11" fmla="*/ 2147483647 h 7"/>
              <a:gd name="T12" fmla="*/ 0 w 14"/>
              <a:gd name="T13" fmla="*/ 0 h 7"/>
              <a:gd name="T14" fmla="*/ 0 60000 65536"/>
              <a:gd name="T15" fmla="*/ 0 60000 65536"/>
              <a:gd name="T16" fmla="*/ 0 60000 65536"/>
              <a:gd name="T17" fmla="*/ 0 60000 65536"/>
              <a:gd name="T18" fmla="*/ 0 60000 65536"/>
              <a:gd name="T19" fmla="*/ 0 60000 65536"/>
              <a:gd name="T20" fmla="*/ 0 60000 65536"/>
              <a:gd name="T21" fmla="*/ 0 w 14"/>
              <a:gd name="T22" fmla="*/ 0 h 7"/>
              <a:gd name="T23" fmla="*/ 14 w 14"/>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7">
                <a:moveTo>
                  <a:pt x="0" y="0"/>
                </a:moveTo>
                <a:lnTo>
                  <a:pt x="0" y="0"/>
                </a:lnTo>
                <a:lnTo>
                  <a:pt x="0" y="7"/>
                </a:lnTo>
                <a:lnTo>
                  <a:pt x="14" y="0"/>
                </a:lnTo>
                <a:lnTo>
                  <a:pt x="14" y="7"/>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903" name="Rectangle 140"/>
          <p:cNvSpPr>
            <a:spLocks noChangeArrowheads="1"/>
          </p:cNvSpPr>
          <p:nvPr/>
        </p:nvSpPr>
        <p:spPr bwMode="auto">
          <a:xfrm>
            <a:off x="7224713" y="3987801"/>
            <a:ext cx="39914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BWI</a:t>
            </a:r>
            <a:endParaRPr lang="en-US" altLang="en-US" sz="1800">
              <a:latin typeface="Arial" panose="020B0604020202020204" pitchFamily="34" charset="0"/>
            </a:endParaRPr>
          </a:p>
        </p:txBody>
      </p:sp>
      <p:sp>
        <p:nvSpPr>
          <p:cNvPr id="32904" name="Freeform 141"/>
          <p:cNvSpPr>
            <a:spLocks/>
          </p:cNvSpPr>
          <p:nvPr/>
        </p:nvSpPr>
        <p:spPr bwMode="auto">
          <a:xfrm>
            <a:off x="7791451" y="2459039"/>
            <a:ext cx="631825" cy="382587"/>
          </a:xfrm>
          <a:custGeom>
            <a:avLst/>
            <a:gdLst>
              <a:gd name="T0" fmla="*/ 2147483647 w 398"/>
              <a:gd name="T1" fmla="*/ 2147483647 h 241"/>
              <a:gd name="T2" fmla="*/ 2147483647 w 398"/>
              <a:gd name="T3" fmla="*/ 2147483647 h 241"/>
              <a:gd name="T4" fmla="*/ 2147483647 w 398"/>
              <a:gd name="T5" fmla="*/ 2147483647 h 241"/>
              <a:gd name="T6" fmla="*/ 2147483647 w 398"/>
              <a:gd name="T7" fmla="*/ 2147483647 h 241"/>
              <a:gd name="T8" fmla="*/ 2147483647 w 398"/>
              <a:gd name="T9" fmla="*/ 0 h 241"/>
              <a:gd name="T10" fmla="*/ 2147483647 w 398"/>
              <a:gd name="T11" fmla="*/ 2147483647 h 241"/>
              <a:gd name="T12" fmla="*/ 2147483647 w 398"/>
              <a:gd name="T13" fmla="*/ 2147483647 h 241"/>
              <a:gd name="T14" fmla="*/ 2147483647 w 398"/>
              <a:gd name="T15" fmla="*/ 2147483647 h 241"/>
              <a:gd name="T16" fmla="*/ 0 w 398"/>
              <a:gd name="T17" fmla="*/ 2147483647 h 241"/>
              <a:gd name="T18" fmla="*/ 2147483647 w 398"/>
              <a:gd name="T19" fmla="*/ 2147483647 h 241"/>
              <a:gd name="T20" fmla="*/ 2147483647 w 398"/>
              <a:gd name="T21" fmla="*/ 2147483647 h 241"/>
              <a:gd name="T22" fmla="*/ 2147483647 w 398"/>
              <a:gd name="T23" fmla="*/ 2147483647 h 241"/>
              <a:gd name="T24" fmla="*/ 2147483647 w 398"/>
              <a:gd name="T25" fmla="*/ 2147483647 h 241"/>
              <a:gd name="T26" fmla="*/ 2147483647 w 398"/>
              <a:gd name="T27" fmla="*/ 2147483647 h 241"/>
              <a:gd name="T28" fmla="*/ 2147483647 w 398"/>
              <a:gd name="T29" fmla="*/ 2147483647 h 241"/>
              <a:gd name="T30" fmla="*/ 2147483647 w 398"/>
              <a:gd name="T31" fmla="*/ 2147483647 h 241"/>
              <a:gd name="T32" fmla="*/ 2147483647 w 398"/>
              <a:gd name="T33" fmla="*/ 2147483647 h 2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8"/>
              <a:gd name="T52" fmla="*/ 0 h 241"/>
              <a:gd name="T53" fmla="*/ 398 w 398"/>
              <a:gd name="T54" fmla="*/ 241 h 2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8" h="241">
                <a:moveTo>
                  <a:pt x="398" y="117"/>
                </a:moveTo>
                <a:lnTo>
                  <a:pt x="378" y="76"/>
                </a:lnTo>
                <a:lnTo>
                  <a:pt x="336" y="34"/>
                </a:lnTo>
                <a:lnTo>
                  <a:pt x="275" y="7"/>
                </a:lnTo>
                <a:lnTo>
                  <a:pt x="199" y="0"/>
                </a:lnTo>
                <a:lnTo>
                  <a:pt x="123" y="7"/>
                </a:lnTo>
                <a:lnTo>
                  <a:pt x="55" y="34"/>
                </a:lnTo>
                <a:lnTo>
                  <a:pt x="14" y="76"/>
                </a:lnTo>
                <a:lnTo>
                  <a:pt x="0" y="117"/>
                </a:lnTo>
                <a:lnTo>
                  <a:pt x="14" y="165"/>
                </a:lnTo>
                <a:lnTo>
                  <a:pt x="55" y="206"/>
                </a:lnTo>
                <a:lnTo>
                  <a:pt x="123" y="227"/>
                </a:lnTo>
                <a:lnTo>
                  <a:pt x="199" y="241"/>
                </a:lnTo>
                <a:lnTo>
                  <a:pt x="275" y="227"/>
                </a:lnTo>
                <a:lnTo>
                  <a:pt x="336" y="206"/>
                </a:lnTo>
                <a:lnTo>
                  <a:pt x="378" y="165"/>
                </a:lnTo>
                <a:lnTo>
                  <a:pt x="398" y="117"/>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905" name="Rectangle 144"/>
          <p:cNvSpPr>
            <a:spLocks noChangeArrowheads="1"/>
          </p:cNvSpPr>
          <p:nvPr/>
        </p:nvSpPr>
        <p:spPr bwMode="auto">
          <a:xfrm>
            <a:off x="7878764" y="2535238"/>
            <a:ext cx="407987"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Times" panose="02020603050405020304" pitchFamily="18" charset="0"/>
              </a:rPr>
              <a:t>PVD</a:t>
            </a:r>
            <a:endParaRPr lang="en-US" altLang="en-US" sz="1800">
              <a:latin typeface="Arial" panose="020B0604020202020204" pitchFamily="34" charset="0"/>
            </a:endParaRPr>
          </a:p>
        </p:txBody>
      </p:sp>
      <p:sp>
        <p:nvSpPr>
          <p:cNvPr id="32906" name="Rectangle 145"/>
          <p:cNvSpPr>
            <a:spLocks noChangeArrowheads="1"/>
          </p:cNvSpPr>
          <p:nvPr/>
        </p:nvSpPr>
        <p:spPr bwMode="auto">
          <a:xfrm>
            <a:off x="7005639" y="2000251"/>
            <a:ext cx="3077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867</a:t>
            </a:r>
            <a:endParaRPr lang="en-US" altLang="en-US" sz="1800">
              <a:latin typeface="Arial" panose="020B0604020202020204" pitchFamily="34" charset="0"/>
            </a:endParaRPr>
          </a:p>
        </p:txBody>
      </p:sp>
      <p:sp>
        <p:nvSpPr>
          <p:cNvPr id="32907" name="Rectangle 146"/>
          <p:cNvSpPr>
            <a:spLocks noChangeArrowheads="1"/>
          </p:cNvSpPr>
          <p:nvPr/>
        </p:nvSpPr>
        <p:spPr bwMode="auto">
          <a:xfrm>
            <a:off x="5162551" y="1814514"/>
            <a:ext cx="4103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2704</a:t>
            </a:r>
            <a:endParaRPr lang="en-US" altLang="en-US" sz="1800">
              <a:latin typeface="Arial" panose="020B0604020202020204" pitchFamily="34" charset="0"/>
            </a:endParaRPr>
          </a:p>
        </p:txBody>
      </p:sp>
      <p:sp>
        <p:nvSpPr>
          <p:cNvPr id="32908" name="Rectangle 147"/>
          <p:cNvSpPr>
            <a:spLocks noChangeArrowheads="1"/>
          </p:cNvSpPr>
          <p:nvPr/>
        </p:nvSpPr>
        <p:spPr bwMode="auto">
          <a:xfrm>
            <a:off x="7475539" y="2797176"/>
            <a:ext cx="3077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187</a:t>
            </a:r>
            <a:endParaRPr lang="en-US" altLang="en-US" sz="1800">
              <a:latin typeface="Arial" panose="020B0604020202020204" pitchFamily="34" charset="0"/>
            </a:endParaRPr>
          </a:p>
        </p:txBody>
      </p:sp>
      <p:sp>
        <p:nvSpPr>
          <p:cNvPr id="32909" name="Rectangle 148"/>
          <p:cNvSpPr>
            <a:spLocks noChangeArrowheads="1"/>
          </p:cNvSpPr>
          <p:nvPr/>
        </p:nvSpPr>
        <p:spPr bwMode="auto">
          <a:xfrm>
            <a:off x="8335964" y="3551239"/>
            <a:ext cx="4103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1258</a:t>
            </a:r>
            <a:endParaRPr lang="en-US" altLang="en-US" sz="1800">
              <a:latin typeface="Arial" panose="020B0604020202020204" pitchFamily="34" charset="0"/>
            </a:endParaRPr>
          </a:p>
        </p:txBody>
      </p:sp>
      <p:sp>
        <p:nvSpPr>
          <p:cNvPr id="32910" name="Rectangle 149"/>
          <p:cNvSpPr>
            <a:spLocks noChangeArrowheads="1"/>
          </p:cNvSpPr>
          <p:nvPr/>
        </p:nvSpPr>
        <p:spPr bwMode="auto">
          <a:xfrm>
            <a:off x="6808789" y="2481264"/>
            <a:ext cx="3077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849</a:t>
            </a:r>
            <a:endParaRPr lang="en-US" altLang="en-US" sz="1800">
              <a:latin typeface="Arial" panose="020B0604020202020204" pitchFamily="34" charset="0"/>
            </a:endParaRPr>
          </a:p>
        </p:txBody>
      </p:sp>
      <p:sp>
        <p:nvSpPr>
          <p:cNvPr id="32911" name="Rectangle 150"/>
          <p:cNvSpPr>
            <a:spLocks noChangeArrowheads="1"/>
          </p:cNvSpPr>
          <p:nvPr/>
        </p:nvSpPr>
        <p:spPr bwMode="auto">
          <a:xfrm>
            <a:off x="7977189" y="3048001"/>
            <a:ext cx="3079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Times" panose="02020603050405020304" pitchFamily="18" charset="0"/>
              </a:rPr>
              <a:t>144</a:t>
            </a:r>
            <a:endParaRPr lang="en-US" altLang="en-US" sz="1800">
              <a:latin typeface="Arial" panose="020B0604020202020204" pitchFamily="34" charset="0"/>
            </a:endParaRPr>
          </a:p>
        </p:txBody>
      </p:sp>
      <p:sp>
        <p:nvSpPr>
          <p:cNvPr id="32912" name="Rectangle 151"/>
          <p:cNvSpPr>
            <a:spLocks noChangeArrowheads="1"/>
          </p:cNvSpPr>
          <p:nvPr/>
        </p:nvSpPr>
        <p:spPr bwMode="auto">
          <a:xfrm>
            <a:off x="6492876" y="3027364"/>
            <a:ext cx="3077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740</a:t>
            </a:r>
            <a:endParaRPr lang="en-US" altLang="en-US" sz="1800">
              <a:latin typeface="Arial" panose="020B0604020202020204" pitchFamily="34" charset="0"/>
            </a:endParaRPr>
          </a:p>
        </p:txBody>
      </p:sp>
      <p:sp>
        <p:nvSpPr>
          <p:cNvPr id="32913" name="Rectangle 152"/>
          <p:cNvSpPr>
            <a:spLocks noChangeArrowheads="1"/>
          </p:cNvSpPr>
          <p:nvPr/>
        </p:nvSpPr>
        <p:spPr bwMode="auto">
          <a:xfrm>
            <a:off x="5883276" y="4086226"/>
            <a:ext cx="4103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1391</a:t>
            </a:r>
            <a:endParaRPr lang="en-US" altLang="en-US" sz="1800">
              <a:latin typeface="Arial" panose="020B0604020202020204" pitchFamily="34" charset="0"/>
            </a:endParaRPr>
          </a:p>
        </p:txBody>
      </p:sp>
      <p:sp>
        <p:nvSpPr>
          <p:cNvPr id="32914" name="Rectangle 153"/>
          <p:cNvSpPr>
            <a:spLocks noChangeArrowheads="1"/>
          </p:cNvSpPr>
          <p:nvPr/>
        </p:nvSpPr>
        <p:spPr bwMode="auto">
          <a:xfrm>
            <a:off x="7202489" y="3594101"/>
            <a:ext cx="3077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184</a:t>
            </a:r>
            <a:endParaRPr lang="en-US" altLang="en-US" sz="1800">
              <a:latin typeface="Arial" panose="020B0604020202020204" pitchFamily="34" charset="0"/>
            </a:endParaRPr>
          </a:p>
        </p:txBody>
      </p:sp>
      <p:sp>
        <p:nvSpPr>
          <p:cNvPr id="32915" name="Rectangle 154"/>
          <p:cNvSpPr>
            <a:spLocks noChangeArrowheads="1"/>
          </p:cNvSpPr>
          <p:nvPr/>
        </p:nvSpPr>
        <p:spPr bwMode="auto">
          <a:xfrm>
            <a:off x="7245351" y="4794251"/>
            <a:ext cx="3077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946</a:t>
            </a:r>
            <a:endParaRPr lang="en-US" altLang="en-US" sz="1800">
              <a:latin typeface="Arial" panose="020B0604020202020204" pitchFamily="34" charset="0"/>
            </a:endParaRPr>
          </a:p>
        </p:txBody>
      </p:sp>
      <p:sp>
        <p:nvSpPr>
          <p:cNvPr id="32916" name="Rectangle 155"/>
          <p:cNvSpPr>
            <a:spLocks noChangeArrowheads="1"/>
          </p:cNvSpPr>
          <p:nvPr/>
        </p:nvSpPr>
        <p:spPr bwMode="auto">
          <a:xfrm>
            <a:off x="7583489" y="4456114"/>
            <a:ext cx="4103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1090</a:t>
            </a:r>
            <a:endParaRPr lang="en-US" altLang="en-US" sz="1800">
              <a:latin typeface="Arial" panose="020B0604020202020204" pitchFamily="34" charset="0"/>
            </a:endParaRPr>
          </a:p>
        </p:txBody>
      </p:sp>
      <p:sp>
        <p:nvSpPr>
          <p:cNvPr id="32917" name="Rectangle 156"/>
          <p:cNvSpPr>
            <a:spLocks noChangeArrowheads="1"/>
          </p:cNvSpPr>
          <p:nvPr/>
        </p:nvSpPr>
        <p:spPr bwMode="auto">
          <a:xfrm>
            <a:off x="5762626" y="5384801"/>
            <a:ext cx="40273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1121</a:t>
            </a:r>
            <a:endParaRPr lang="en-US" altLang="en-US" sz="1800">
              <a:latin typeface="Arial" panose="020B0604020202020204" pitchFamily="34" charset="0"/>
            </a:endParaRPr>
          </a:p>
        </p:txBody>
      </p:sp>
      <p:sp>
        <p:nvSpPr>
          <p:cNvPr id="32918" name="Rectangle 157"/>
          <p:cNvSpPr>
            <a:spLocks noChangeArrowheads="1"/>
          </p:cNvSpPr>
          <p:nvPr/>
        </p:nvSpPr>
        <p:spPr bwMode="auto">
          <a:xfrm>
            <a:off x="4889501" y="5930901"/>
            <a:ext cx="4103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2342</a:t>
            </a:r>
            <a:endParaRPr lang="en-US" altLang="en-US" sz="1800">
              <a:latin typeface="Arial" panose="020B0604020202020204" pitchFamily="34" charset="0"/>
            </a:endParaRPr>
          </a:p>
        </p:txBody>
      </p:sp>
      <p:sp>
        <p:nvSpPr>
          <p:cNvPr id="32919" name="Rectangle 158"/>
          <p:cNvSpPr>
            <a:spLocks noChangeArrowheads="1"/>
          </p:cNvSpPr>
          <p:nvPr/>
        </p:nvSpPr>
        <p:spPr bwMode="auto">
          <a:xfrm>
            <a:off x="4356101" y="3244851"/>
            <a:ext cx="4103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1846</a:t>
            </a:r>
            <a:endParaRPr lang="en-US" altLang="en-US" sz="1800">
              <a:latin typeface="Arial" panose="020B0604020202020204" pitchFamily="34" charset="0"/>
            </a:endParaRPr>
          </a:p>
        </p:txBody>
      </p:sp>
      <p:sp>
        <p:nvSpPr>
          <p:cNvPr id="32920" name="Rectangle 159"/>
          <p:cNvSpPr>
            <a:spLocks noChangeArrowheads="1"/>
          </p:cNvSpPr>
          <p:nvPr/>
        </p:nvSpPr>
        <p:spPr bwMode="auto">
          <a:xfrm>
            <a:off x="6210301" y="3298826"/>
            <a:ext cx="3077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621</a:t>
            </a:r>
            <a:endParaRPr lang="en-US" altLang="en-US" sz="1800">
              <a:latin typeface="Arial" panose="020B0604020202020204" pitchFamily="34" charset="0"/>
            </a:endParaRPr>
          </a:p>
        </p:txBody>
      </p:sp>
      <p:sp>
        <p:nvSpPr>
          <p:cNvPr id="32921" name="Rectangle 160"/>
          <p:cNvSpPr>
            <a:spLocks noChangeArrowheads="1"/>
          </p:cNvSpPr>
          <p:nvPr/>
        </p:nvSpPr>
        <p:spPr bwMode="auto">
          <a:xfrm>
            <a:off x="5370514" y="3725864"/>
            <a:ext cx="3077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802</a:t>
            </a:r>
            <a:endParaRPr lang="en-US" altLang="en-US" sz="1800">
              <a:latin typeface="Arial" panose="020B0604020202020204" pitchFamily="34" charset="0"/>
            </a:endParaRPr>
          </a:p>
        </p:txBody>
      </p:sp>
      <p:sp>
        <p:nvSpPr>
          <p:cNvPr id="32922" name="Rectangle 161"/>
          <p:cNvSpPr>
            <a:spLocks noChangeArrowheads="1"/>
          </p:cNvSpPr>
          <p:nvPr/>
        </p:nvSpPr>
        <p:spPr bwMode="auto">
          <a:xfrm>
            <a:off x="3722689" y="4260851"/>
            <a:ext cx="4103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1464</a:t>
            </a:r>
            <a:endParaRPr lang="en-US" altLang="en-US" sz="1800">
              <a:latin typeface="Arial" panose="020B0604020202020204" pitchFamily="34" charset="0"/>
            </a:endParaRPr>
          </a:p>
        </p:txBody>
      </p:sp>
      <p:sp>
        <p:nvSpPr>
          <p:cNvPr id="32923" name="Rectangle 162"/>
          <p:cNvSpPr>
            <a:spLocks noChangeArrowheads="1"/>
          </p:cNvSpPr>
          <p:nvPr/>
        </p:nvSpPr>
        <p:spPr bwMode="auto">
          <a:xfrm>
            <a:off x="3798889" y="5002214"/>
            <a:ext cx="4103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1235</a:t>
            </a:r>
            <a:endParaRPr lang="en-US" altLang="en-US" sz="1800">
              <a:latin typeface="Arial" panose="020B0604020202020204" pitchFamily="34" charset="0"/>
            </a:endParaRPr>
          </a:p>
        </p:txBody>
      </p:sp>
      <p:sp>
        <p:nvSpPr>
          <p:cNvPr id="32924" name="Rectangle 163"/>
          <p:cNvSpPr>
            <a:spLocks noChangeArrowheads="1"/>
          </p:cNvSpPr>
          <p:nvPr/>
        </p:nvSpPr>
        <p:spPr bwMode="auto">
          <a:xfrm>
            <a:off x="3014664" y="4413251"/>
            <a:ext cx="3077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000000"/>
                </a:solidFill>
                <a:latin typeface="Times" panose="02020603050405020304" pitchFamily="18" charset="0"/>
              </a:rPr>
              <a:t>337</a:t>
            </a:r>
            <a:endParaRPr lang="en-US" altLang="en-US" sz="1800">
              <a:latin typeface="Arial" panose="020B0604020202020204" pitchFamily="34" charset="0"/>
            </a:endParaRPr>
          </a:p>
        </p:txBody>
      </p:sp>
      <p:sp>
        <p:nvSpPr>
          <p:cNvPr id="32925" name="Freeform 13"/>
          <p:cNvSpPr>
            <a:spLocks/>
          </p:cNvSpPr>
          <p:nvPr/>
        </p:nvSpPr>
        <p:spPr bwMode="auto">
          <a:xfrm>
            <a:off x="7693026" y="2819400"/>
            <a:ext cx="384175" cy="438150"/>
          </a:xfrm>
          <a:custGeom>
            <a:avLst/>
            <a:gdLst>
              <a:gd name="T0" fmla="*/ 2147483647 w 296"/>
              <a:gd name="T1" fmla="*/ 0 h 449"/>
              <a:gd name="T2" fmla="*/ 2147483647 w 296"/>
              <a:gd name="T3" fmla="*/ 2147483647 h 449"/>
              <a:gd name="T4" fmla="*/ 2147483647 w 296"/>
              <a:gd name="T5" fmla="*/ 2147483647 h 449"/>
              <a:gd name="T6" fmla="*/ 2147483647 w 296"/>
              <a:gd name="T7" fmla="*/ 2147483647 h 449"/>
              <a:gd name="T8" fmla="*/ 2147483647 w 296"/>
              <a:gd name="T9" fmla="*/ 2147483647 h 449"/>
              <a:gd name="T10" fmla="*/ 2147483647 w 296"/>
              <a:gd name="T11" fmla="*/ 2147483647 h 449"/>
              <a:gd name="T12" fmla="*/ 2147483647 w 296"/>
              <a:gd name="T13" fmla="*/ 2147483647 h 449"/>
              <a:gd name="T14" fmla="*/ 2147483647 w 296"/>
              <a:gd name="T15" fmla="*/ 2147483647 h 449"/>
              <a:gd name="T16" fmla="*/ 2147483647 w 296"/>
              <a:gd name="T17" fmla="*/ 2147483647 h 449"/>
              <a:gd name="T18" fmla="*/ 2147483647 w 296"/>
              <a:gd name="T19" fmla="*/ 2147483647 h 449"/>
              <a:gd name="T20" fmla="*/ 2147483647 w 296"/>
              <a:gd name="T21" fmla="*/ 2147483647 h 449"/>
              <a:gd name="T22" fmla="*/ 2147483647 w 296"/>
              <a:gd name="T23" fmla="*/ 2147483647 h 449"/>
              <a:gd name="T24" fmla="*/ 2147483647 w 296"/>
              <a:gd name="T25" fmla="*/ 2147483647 h 449"/>
              <a:gd name="T26" fmla="*/ 2147483647 w 296"/>
              <a:gd name="T27" fmla="*/ 2147483647 h 449"/>
              <a:gd name="T28" fmla="*/ 2147483647 w 296"/>
              <a:gd name="T29" fmla="*/ 2147483647 h 449"/>
              <a:gd name="T30" fmla="*/ 0 w 296"/>
              <a:gd name="T31" fmla="*/ 2147483647 h 449"/>
              <a:gd name="T32" fmla="*/ 0 w 296"/>
              <a:gd name="T33" fmla="*/ 2147483647 h 449"/>
              <a:gd name="T34" fmla="*/ 2147483647 w 296"/>
              <a:gd name="T35" fmla="*/ 2147483647 h 449"/>
              <a:gd name="T36" fmla="*/ 2147483647 w 296"/>
              <a:gd name="T37" fmla="*/ 2147483647 h 449"/>
              <a:gd name="T38" fmla="*/ 2147483647 w 296"/>
              <a:gd name="T39" fmla="*/ 2147483647 h 449"/>
              <a:gd name="T40" fmla="*/ 2147483647 w 296"/>
              <a:gd name="T41" fmla="*/ 2147483647 h 449"/>
              <a:gd name="T42" fmla="*/ 2147483647 w 296"/>
              <a:gd name="T43" fmla="*/ 2147483647 h 449"/>
              <a:gd name="T44" fmla="*/ 2147483647 w 296"/>
              <a:gd name="T45" fmla="*/ 2147483647 h 449"/>
              <a:gd name="T46" fmla="*/ 2147483647 w 296"/>
              <a:gd name="T47" fmla="*/ 2147483647 h 449"/>
              <a:gd name="T48" fmla="*/ 2147483647 w 296"/>
              <a:gd name="T49" fmla="*/ 2147483647 h 449"/>
              <a:gd name="T50" fmla="*/ 2147483647 w 296"/>
              <a:gd name="T51" fmla="*/ 2147483647 h 449"/>
              <a:gd name="T52" fmla="*/ 2147483647 w 296"/>
              <a:gd name="T53" fmla="*/ 2147483647 h 449"/>
              <a:gd name="T54" fmla="*/ 2147483647 w 296"/>
              <a:gd name="T55" fmla="*/ 2147483647 h 449"/>
              <a:gd name="T56" fmla="*/ 2147483647 w 296"/>
              <a:gd name="T57" fmla="*/ 2147483647 h 449"/>
              <a:gd name="T58" fmla="*/ 2147483647 w 296"/>
              <a:gd name="T59" fmla="*/ 0 h 449"/>
              <a:gd name="T60" fmla="*/ 2147483647 w 296"/>
              <a:gd name="T61" fmla="*/ 0 h 4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96"/>
              <a:gd name="T94" fmla="*/ 0 h 449"/>
              <a:gd name="T95" fmla="*/ 296 w 296"/>
              <a:gd name="T96" fmla="*/ 449 h 44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96" h="449">
                <a:moveTo>
                  <a:pt x="296" y="0"/>
                </a:moveTo>
                <a:lnTo>
                  <a:pt x="256" y="168"/>
                </a:lnTo>
                <a:lnTo>
                  <a:pt x="256" y="176"/>
                </a:lnTo>
                <a:lnTo>
                  <a:pt x="216" y="256"/>
                </a:lnTo>
                <a:lnTo>
                  <a:pt x="160" y="328"/>
                </a:lnTo>
                <a:lnTo>
                  <a:pt x="88" y="401"/>
                </a:lnTo>
                <a:lnTo>
                  <a:pt x="8" y="449"/>
                </a:lnTo>
                <a:lnTo>
                  <a:pt x="0" y="433"/>
                </a:lnTo>
                <a:lnTo>
                  <a:pt x="80" y="385"/>
                </a:lnTo>
                <a:lnTo>
                  <a:pt x="80" y="393"/>
                </a:lnTo>
                <a:lnTo>
                  <a:pt x="152" y="320"/>
                </a:lnTo>
                <a:lnTo>
                  <a:pt x="144" y="320"/>
                </a:lnTo>
                <a:lnTo>
                  <a:pt x="200" y="248"/>
                </a:lnTo>
                <a:lnTo>
                  <a:pt x="240" y="168"/>
                </a:lnTo>
                <a:lnTo>
                  <a:pt x="280" y="0"/>
                </a:lnTo>
                <a:lnTo>
                  <a:pt x="29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926" name="Freeform 108"/>
          <p:cNvSpPr>
            <a:spLocks/>
          </p:cNvSpPr>
          <p:nvPr/>
        </p:nvSpPr>
        <p:spPr bwMode="auto">
          <a:xfrm>
            <a:off x="7086600" y="3124201"/>
            <a:ext cx="661988" cy="409575"/>
          </a:xfrm>
          <a:custGeom>
            <a:avLst/>
            <a:gdLst>
              <a:gd name="T0" fmla="*/ 2147483647 w 480"/>
              <a:gd name="T1" fmla="*/ 2147483647 h 297"/>
              <a:gd name="T2" fmla="*/ 2147483647 w 480"/>
              <a:gd name="T3" fmla="*/ 2147483647 h 297"/>
              <a:gd name="T4" fmla="*/ 2147483647 w 480"/>
              <a:gd name="T5" fmla="*/ 2147483647 h 297"/>
              <a:gd name="T6" fmla="*/ 2147483647 w 480"/>
              <a:gd name="T7" fmla="*/ 2147483647 h 297"/>
              <a:gd name="T8" fmla="*/ 2147483647 w 480"/>
              <a:gd name="T9" fmla="*/ 2147483647 h 297"/>
              <a:gd name="T10" fmla="*/ 2147483647 w 480"/>
              <a:gd name="T11" fmla="*/ 2147483647 h 297"/>
              <a:gd name="T12" fmla="*/ 2147483647 w 480"/>
              <a:gd name="T13" fmla="*/ 2147483647 h 297"/>
              <a:gd name="T14" fmla="*/ 2147483647 w 480"/>
              <a:gd name="T15" fmla="*/ 2147483647 h 297"/>
              <a:gd name="T16" fmla="*/ 2147483647 w 480"/>
              <a:gd name="T17" fmla="*/ 2147483647 h 297"/>
              <a:gd name="T18" fmla="*/ 2147483647 w 480"/>
              <a:gd name="T19" fmla="*/ 2147483647 h 297"/>
              <a:gd name="T20" fmla="*/ 2147483647 w 480"/>
              <a:gd name="T21" fmla="*/ 2147483647 h 297"/>
              <a:gd name="T22" fmla="*/ 2147483647 w 480"/>
              <a:gd name="T23" fmla="*/ 2147483647 h 297"/>
              <a:gd name="T24" fmla="*/ 2147483647 w 480"/>
              <a:gd name="T25" fmla="*/ 2147483647 h 297"/>
              <a:gd name="T26" fmla="*/ 2147483647 w 480"/>
              <a:gd name="T27" fmla="*/ 2147483647 h 297"/>
              <a:gd name="T28" fmla="*/ 2147483647 w 480"/>
              <a:gd name="T29" fmla="*/ 2147483647 h 297"/>
              <a:gd name="T30" fmla="*/ 2147483647 w 480"/>
              <a:gd name="T31" fmla="*/ 2147483647 h 297"/>
              <a:gd name="T32" fmla="*/ 2147483647 w 480"/>
              <a:gd name="T33" fmla="*/ 2147483647 h 297"/>
              <a:gd name="T34" fmla="*/ 2147483647 w 480"/>
              <a:gd name="T35" fmla="*/ 2147483647 h 297"/>
              <a:gd name="T36" fmla="*/ 2147483647 w 480"/>
              <a:gd name="T37" fmla="*/ 2147483647 h 297"/>
              <a:gd name="T38" fmla="*/ 2147483647 w 480"/>
              <a:gd name="T39" fmla="*/ 2147483647 h 297"/>
              <a:gd name="T40" fmla="*/ 2147483647 w 480"/>
              <a:gd name="T41" fmla="*/ 2147483647 h 297"/>
              <a:gd name="T42" fmla="*/ 2147483647 w 480"/>
              <a:gd name="T43" fmla="*/ 2147483647 h 297"/>
              <a:gd name="T44" fmla="*/ 2147483647 w 480"/>
              <a:gd name="T45" fmla="*/ 2147483647 h 297"/>
              <a:gd name="T46" fmla="*/ 2147483647 w 480"/>
              <a:gd name="T47" fmla="*/ 2147483647 h 297"/>
              <a:gd name="T48" fmla="*/ 2147483647 w 480"/>
              <a:gd name="T49" fmla="*/ 2147483647 h 297"/>
              <a:gd name="T50" fmla="*/ 2147483647 w 480"/>
              <a:gd name="T51" fmla="*/ 2147483647 h 297"/>
              <a:gd name="T52" fmla="*/ 2147483647 w 480"/>
              <a:gd name="T53" fmla="*/ 2147483647 h 297"/>
              <a:gd name="T54" fmla="*/ 2147483647 w 480"/>
              <a:gd name="T55" fmla="*/ 2147483647 h 297"/>
              <a:gd name="T56" fmla="*/ 2147483647 w 480"/>
              <a:gd name="T57" fmla="*/ 2147483647 h 297"/>
              <a:gd name="T58" fmla="*/ 2147483647 w 480"/>
              <a:gd name="T59" fmla="*/ 2147483647 h 297"/>
              <a:gd name="T60" fmla="*/ 2147483647 w 480"/>
              <a:gd name="T61" fmla="*/ 2147483647 h 297"/>
              <a:gd name="T62" fmla="*/ 2147483647 w 480"/>
              <a:gd name="T63" fmla="*/ 2147483647 h 297"/>
              <a:gd name="T64" fmla="*/ 2147483647 w 480"/>
              <a:gd name="T65" fmla="*/ 2147483647 h 297"/>
              <a:gd name="T66" fmla="*/ 2147483647 w 480"/>
              <a:gd name="T67" fmla="*/ 2147483647 h 297"/>
              <a:gd name="T68" fmla="*/ 2147483647 w 480"/>
              <a:gd name="T69" fmla="*/ 2147483647 h 297"/>
              <a:gd name="T70" fmla="*/ 0 w 480"/>
              <a:gd name="T71" fmla="*/ 2147483647 h 297"/>
              <a:gd name="T72" fmla="*/ 0 w 480"/>
              <a:gd name="T73" fmla="*/ 2147483647 h 297"/>
              <a:gd name="T74" fmla="*/ 2147483647 w 480"/>
              <a:gd name="T75" fmla="*/ 2147483647 h 297"/>
              <a:gd name="T76" fmla="*/ 2147483647 w 480"/>
              <a:gd name="T77" fmla="*/ 2147483647 h 297"/>
              <a:gd name="T78" fmla="*/ 2147483647 w 480"/>
              <a:gd name="T79" fmla="*/ 2147483647 h 297"/>
              <a:gd name="T80" fmla="*/ 2147483647 w 480"/>
              <a:gd name="T81" fmla="*/ 2147483647 h 297"/>
              <a:gd name="T82" fmla="*/ 2147483647 w 480"/>
              <a:gd name="T83" fmla="*/ 0 h 297"/>
              <a:gd name="T84" fmla="*/ 2147483647 w 480"/>
              <a:gd name="T85" fmla="*/ 0 h 297"/>
              <a:gd name="T86" fmla="*/ 2147483647 w 480"/>
              <a:gd name="T87" fmla="*/ 2147483647 h 297"/>
              <a:gd name="T88" fmla="*/ 2147483647 w 480"/>
              <a:gd name="T89" fmla="*/ 2147483647 h 297"/>
              <a:gd name="T90" fmla="*/ 2147483647 w 480"/>
              <a:gd name="T91" fmla="*/ 2147483647 h 297"/>
              <a:gd name="T92" fmla="*/ 2147483647 w 480"/>
              <a:gd name="T93" fmla="*/ 2147483647 h 297"/>
              <a:gd name="T94" fmla="*/ 2147483647 w 480"/>
              <a:gd name="T95" fmla="*/ 2147483647 h 29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80"/>
              <a:gd name="T145" fmla="*/ 0 h 297"/>
              <a:gd name="T146" fmla="*/ 480 w 480"/>
              <a:gd name="T147" fmla="*/ 297 h 29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80" h="297">
                <a:moveTo>
                  <a:pt x="464" y="153"/>
                </a:moveTo>
                <a:lnTo>
                  <a:pt x="440" y="105"/>
                </a:lnTo>
                <a:lnTo>
                  <a:pt x="448" y="105"/>
                </a:lnTo>
                <a:lnTo>
                  <a:pt x="400" y="57"/>
                </a:lnTo>
                <a:lnTo>
                  <a:pt x="328" y="25"/>
                </a:lnTo>
                <a:lnTo>
                  <a:pt x="240" y="17"/>
                </a:lnTo>
                <a:lnTo>
                  <a:pt x="152" y="25"/>
                </a:lnTo>
                <a:lnTo>
                  <a:pt x="160" y="25"/>
                </a:lnTo>
                <a:lnTo>
                  <a:pt x="80" y="57"/>
                </a:lnTo>
                <a:lnTo>
                  <a:pt x="32" y="105"/>
                </a:lnTo>
                <a:lnTo>
                  <a:pt x="16" y="153"/>
                </a:lnTo>
                <a:lnTo>
                  <a:pt x="16" y="145"/>
                </a:lnTo>
                <a:lnTo>
                  <a:pt x="32" y="201"/>
                </a:lnTo>
                <a:lnTo>
                  <a:pt x="80" y="249"/>
                </a:lnTo>
                <a:lnTo>
                  <a:pt x="80" y="241"/>
                </a:lnTo>
                <a:lnTo>
                  <a:pt x="160" y="265"/>
                </a:lnTo>
                <a:lnTo>
                  <a:pt x="152" y="265"/>
                </a:lnTo>
                <a:lnTo>
                  <a:pt x="240" y="281"/>
                </a:lnTo>
                <a:lnTo>
                  <a:pt x="328" y="265"/>
                </a:lnTo>
                <a:lnTo>
                  <a:pt x="400" y="241"/>
                </a:lnTo>
                <a:lnTo>
                  <a:pt x="400" y="249"/>
                </a:lnTo>
                <a:lnTo>
                  <a:pt x="448" y="201"/>
                </a:lnTo>
                <a:lnTo>
                  <a:pt x="440" y="201"/>
                </a:lnTo>
                <a:lnTo>
                  <a:pt x="464" y="145"/>
                </a:lnTo>
                <a:lnTo>
                  <a:pt x="480" y="153"/>
                </a:lnTo>
                <a:lnTo>
                  <a:pt x="456" y="209"/>
                </a:lnTo>
                <a:lnTo>
                  <a:pt x="408" y="257"/>
                </a:lnTo>
                <a:lnTo>
                  <a:pt x="336" y="281"/>
                </a:lnTo>
                <a:lnTo>
                  <a:pt x="328" y="281"/>
                </a:lnTo>
                <a:lnTo>
                  <a:pt x="240" y="297"/>
                </a:lnTo>
                <a:lnTo>
                  <a:pt x="152" y="281"/>
                </a:lnTo>
                <a:lnTo>
                  <a:pt x="72" y="257"/>
                </a:lnTo>
                <a:lnTo>
                  <a:pt x="24" y="209"/>
                </a:lnTo>
                <a:lnTo>
                  <a:pt x="16" y="209"/>
                </a:lnTo>
                <a:lnTo>
                  <a:pt x="0" y="153"/>
                </a:lnTo>
                <a:lnTo>
                  <a:pt x="0" y="145"/>
                </a:lnTo>
                <a:lnTo>
                  <a:pt x="16" y="97"/>
                </a:lnTo>
                <a:lnTo>
                  <a:pt x="24" y="97"/>
                </a:lnTo>
                <a:lnTo>
                  <a:pt x="72" y="49"/>
                </a:lnTo>
                <a:lnTo>
                  <a:pt x="72" y="41"/>
                </a:lnTo>
                <a:lnTo>
                  <a:pt x="152" y="9"/>
                </a:lnTo>
                <a:lnTo>
                  <a:pt x="240" y="0"/>
                </a:lnTo>
                <a:lnTo>
                  <a:pt x="328" y="9"/>
                </a:lnTo>
                <a:lnTo>
                  <a:pt x="336" y="9"/>
                </a:lnTo>
                <a:lnTo>
                  <a:pt x="408" y="41"/>
                </a:lnTo>
                <a:lnTo>
                  <a:pt x="408" y="49"/>
                </a:lnTo>
                <a:lnTo>
                  <a:pt x="456" y="97"/>
                </a:lnTo>
                <a:lnTo>
                  <a:pt x="480" y="145"/>
                </a:lnTo>
                <a:lnTo>
                  <a:pt x="464" y="153"/>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32927" name="Freeform 140"/>
          <p:cNvSpPr>
            <a:spLocks/>
          </p:cNvSpPr>
          <p:nvPr/>
        </p:nvSpPr>
        <p:spPr bwMode="auto">
          <a:xfrm>
            <a:off x="7759700" y="2430463"/>
            <a:ext cx="660400" cy="406400"/>
          </a:xfrm>
          <a:custGeom>
            <a:avLst/>
            <a:gdLst>
              <a:gd name="T0" fmla="*/ 2147483647 w 480"/>
              <a:gd name="T1" fmla="*/ 2147483647 h 296"/>
              <a:gd name="T2" fmla="*/ 2147483647 w 480"/>
              <a:gd name="T3" fmla="*/ 2147483647 h 296"/>
              <a:gd name="T4" fmla="*/ 2147483647 w 480"/>
              <a:gd name="T5" fmla="*/ 2147483647 h 296"/>
              <a:gd name="T6" fmla="*/ 2147483647 w 480"/>
              <a:gd name="T7" fmla="*/ 2147483647 h 296"/>
              <a:gd name="T8" fmla="*/ 2147483647 w 480"/>
              <a:gd name="T9" fmla="*/ 2147483647 h 296"/>
              <a:gd name="T10" fmla="*/ 2147483647 w 480"/>
              <a:gd name="T11" fmla="*/ 2147483647 h 296"/>
              <a:gd name="T12" fmla="*/ 2147483647 w 480"/>
              <a:gd name="T13" fmla="*/ 2147483647 h 296"/>
              <a:gd name="T14" fmla="*/ 2147483647 w 480"/>
              <a:gd name="T15" fmla="*/ 2147483647 h 296"/>
              <a:gd name="T16" fmla="*/ 2147483647 w 480"/>
              <a:gd name="T17" fmla="*/ 2147483647 h 296"/>
              <a:gd name="T18" fmla="*/ 2147483647 w 480"/>
              <a:gd name="T19" fmla="*/ 2147483647 h 296"/>
              <a:gd name="T20" fmla="*/ 2147483647 w 480"/>
              <a:gd name="T21" fmla="*/ 2147483647 h 296"/>
              <a:gd name="T22" fmla="*/ 2147483647 w 480"/>
              <a:gd name="T23" fmla="*/ 2147483647 h 296"/>
              <a:gd name="T24" fmla="*/ 2147483647 w 480"/>
              <a:gd name="T25" fmla="*/ 2147483647 h 296"/>
              <a:gd name="T26" fmla="*/ 2147483647 w 480"/>
              <a:gd name="T27" fmla="*/ 2147483647 h 296"/>
              <a:gd name="T28" fmla="*/ 2147483647 w 480"/>
              <a:gd name="T29" fmla="*/ 2147483647 h 296"/>
              <a:gd name="T30" fmla="*/ 2147483647 w 480"/>
              <a:gd name="T31" fmla="*/ 2147483647 h 296"/>
              <a:gd name="T32" fmla="*/ 2147483647 w 480"/>
              <a:gd name="T33" fmla="*/ 2147483647 h 296"/>
              <a:gd name="T34" fmla="*/ 2147483647 w 480"/>
              <a:gd name="T35" fmla="*/ 2147483647 h 296"/>
              <a:gd name="T36" fmla="*/ 2147483647 w 480"/>
              <a:gd name="T37" fmla="*/ 2147483647 h 296"/>
              <a:gd name="T38" fmla="*/ 2147483647 w 480"/>
              <a:gd name="T39" fmla="*/ 2147483647 h 296"/>
              <a:gd name="T40" fmla="*/ 2147483647 w 480"/>
              <a:gd name="T41" fmla="*/ 2147483647 h 296"/>
              <a:gd name="T42" fmla="*/ 2147483647 w 480"/>
              <a:gd name="T43" fmla="*/ 2147483647 h 296"/>
              <a:gd name="T44" fmla="*/ 2147483647 w 480"/>
              <a:gd name="T45" fmla="*/ 2147483647 h 296"/>
              <a:gd name="T46" fmla="*/ 2147483647 w 480"/>
              <a:gd name="T47" fmla="*/ 2147483647 h 296"/>
              <a:gd name="T48" fmla="*/ 2147483647 w 480"/>
              <a:gd name="T49" fmla="*/ 2147483647 h 296"/>
              <a:gd name="T50" fmla="*/ 2147483647 w 480"/>
              <a:gd name="T51" fmla="*/ 2147483647 h 296"/>
              <a:gd name="T52" fmla="*/ 2147483647 w 480"/>
              <a:gd name="T53" fmla="*/ 2147483647 h 296"/>
              <a:gd name="T54" fmla="*/ 2147483647 w 480"/>
              <a:gd name="T55" fmla="*/ 2147483647 h 296"/>
              <a:gd name="T56" fmla="*/ 2147483647 w 480"/>
              <a:gd name="T57" fmla="*/ 2147483647 h 296"/>
              <a:gd name="T58" fmla="*/ 2147483647 w 480"/>
              <a:gd name="T59" fmla="*/ 2147483647 h 296"/>
              <a:gd name="T60" fmla="*/ 2147483647 w 480"/>
              <a:gd name="T61" fmla="*/ 2147483647 h 296"/>
              <a:gd name="T62" fmla="*/ 2147483647 w 480"/>
              <a:gd name="T63" fmla="*/ 2147483647 h 296"/>
              <a:gd name="T64" fmla="*/ 2147483647 w 480"/>
              <a:gd name="T65" fmla="*/ 2147483647 h 296"/>
              <a:gd name="T66" fmla="*/ 2147483647 w 480"/>
              <a:gd name="T67" fmla="*/ 2147483647 h 296"/>
              <a:gd name="T68" fmla="*/ 2147483647 w 480"/>
              <a:gd name="T69" fmla="*/ 2147483647 h 296"/>
              <a:gd name="T70" fmla="*/ 0 w 480"/>
              <a:gd name="T71" fmla="*/ 2147483647 h 296"/>
              <a:gd name="T72" fmla="*/ 0 w 480"/>
              <a:gd name="T73" fmla="*/ 2147483647 h 296"/>
              <a:gd name="T74" fmla="*/ 2147483647 w 480"/>
              <a:gd name="T75" fmla="*/ 2147483647 h 296"/>
              <a:gd name="T76" fmla="*/ 2147483647 w 480"/>
              <a:gd name="T77" fmla="*/ 2147483647 h 296"/>
              <a:gd name="T78" fmla="*/ 2147483647 w 480"/>
              <a:gd name="T79" fmla="*/ 2147483647 h 296"/>
              <a:gd name="T80" fmla="*/ 2147483647 w 480"/>
              <a:gd name="T81" fmla="*/ 2147483647 h 296"/>
              <a:gd name="T82" fmla="*/ 2147483647 w 480"/>
              <a:gd name="T83" fmla="*/ 0 h 296"/>
              <a:gd name="T84" fmla="*/ 2147483647 w 480"/>
              <a:gd name="T85" fmla="*/ 0 h 296"/>
              <a:gd name="T86" fmla="*/ 2147483647 w 480"/>
              <a:gd name="T87" fmla="*/ 2147483647 h 296"/>
              <a:gd name="T88" fmla="*/ 2147483647 w 480"/>
              <a:gd name="T89" fmla="*/ 2147483647 h 296"/>
              <a:gd name="T90" fmla="*/ 2147483647 w 480"/>
              <a:gd name="T91" fmla="*/ 2147483647 h 296"/>
              <a:gd name="T92" fmla="*/ 2147483647 w 480"/>
              <a:gd name="T93" fmla="*/ 2147483647 h 296"/>
              <a:gd name="T94" fmla="*/ 2147483647 w 480"/>
              <a:gd name="T95" fmla="*/ 2147483647 h 29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80"/>
              <a:gd name="T145" fmla="*/ 0 h 296"/>
              <a:gd name="T146" fmla="*/ 480 w 480"/>
              <a:gd name="T147" fmla="*/ 296 h 29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80" h="296">
                <a:moveTo>
                  <a:pt x="464" y="152"/>
                </a:moveTo>
                <a:lnTo>
                  <a:pt x="440" y="104"/>
                </a:lnTo>
                <a:lnTo>
                  <a:pt x="448" y="104"/>
                </a:lnTo>
                <a:lnTo>
                  <a:pt x="400" y="56"/>
                </a:lnTo>
                <a:lnTo>
                  <a:pt x="328" y="24"/>
                </a:lnTo>
                <a:lnTo>
                  <a:pt x="240" y="16"/>
                </a:lnTo>
                <a:lnTo>
                  <a:pt x="152" y="24"/>
                </a:lnTo>
                <a:lnTo>
                  <a:pt x="160" y="24"/>
                </a:lnTo>
                <a:lnTo>
                  <a:pt x="80" y="56"/>
                </a:lnTo>
                <a:lnTo>
                  <a:pt x="32" y="104"/>
                </a:lnTo>
                <a:lnTo>
                  <a:pt x="16" y="152"/>
                </a:lnTo>
                <a:lnTo>
                  <a:pt x="16" y="144"/>
                </a:lnTo>
                <a:lnTo>
                  <a:pt x="32" y="200"/>
                </a:lnTo>
                <a:lnTo>
                  <a:pt x="80" y="248"/>
                </a:lnTo>
                <a:lnTo>
                  <a:pt x="80" y="240"/>
                </a:lnTo>
                <a:lnTo>
                  <a:pt x="160" y="264"/>
                </a:lnTo>
                <a:lnTo>
                  <a:pt x="152" y="264"/>
                </a:lnTo>
                <a:lnTo>
                  <a:pt x="240" y="280"/>
                </a:lnTo>
                <a:lnTo>
                  <a:pt x="328" y="264"/>
                </a:lnTo>
                <a:lnTo>
                  <a:pt x="400" y="240"/>
                </a:lnTo>
                <a:lnTo>
                  <a:pt x="400" y="248"/>
                </a:lnTo>
                <a:lnTo>
                  <a:pt x="448" y="200"/>
                </a:lnTo>
                <a:lnTo>
                  <a:pt x="440" y="200"/>
                </a:lnTo>
                <a:lnTo>
                  <a:pt x="464" y="144"/>
                </a:lnTo>
                <a:lnTo>
                  <a:pt x="480" y="152"/>
                </a:lnTo>
                <a:lnTo>
                  <a:pt x="456" y="208"/>
                </a:lnTo>
                <a:lnTo>
                  <a:pt x="408" y="256"/>
                </a:lnTo>
                <a:lnTo>
                  <a:pt x="336" y="280"/>
                </a:lnTo>
                <a:lnTo>
                  <a:pt x="328" y="280"/>
                </a:lnTo>
                <a:lnTo>
                  <a:pt x="240" y="296"/>
                </a:lnTo>
                <a:lnTo>
                  <a:pt x="152" y="280"/>
                </a:lnTo>
                <a:lnTo>
                  <a:pt x="72" y="256"/>
                </a:lnTo>
                <a:lnTo>
                  <a:pt x="24" y="208"/>
                </a:lnTo>
                <a:lnTo>
                  <a:pt x="16" y="208"/>
                </a:lnTo>
                <a:lnTo>
                  <a:pt x="0" y="152"/>
                </a:lnTo>
                <a:lnTo>
                  <a:pt x="0" y="144"/>
                </a:lnTo>
                <a:lnTo>
                  <a:pt x="16" y="96"/>
                </a:lnTo>
                <a:lnTo>
                  <a:pt x="24" y="96"/>
                </a:lnTo>
                <a:lnTo>
                  <a:pt x="72" y="48"/>
                </a:lnTo>
                <a:lnTo>
                  <a:pt x="72" y="40"/>
                </a:lnTo>
                <a:lnTo>
                  <a:pt x="152" y="8"/>
                </a:lnTo>
                <a:lnTo>
                  <a:pt x="240" y="0"/>
                </a:lnTo>
                <a:lnTo>
                  <a:pt x="328" y="8"/>
                </a:lnTo>
                <a:lnTo>
                  <a:pt x="336" y="8"/>
                </a:lnTo>
                <a:lnTo>
                  <a:pt x="408" y="40"/>
                </a:lnTo>
                <a:lnTo>
                  <a:pt x="408" y="48"/>
                </a:lnTo>
                <a:lnTo>
                  <a:pt x="456" y="96"/>
                </a:lnTo>
                <a:lnTo>
                  <a:pt x="480" y="144"/>
                </a:lnTo>
                <a:lnTo>
                  <a:pt x="464" y="152"/>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Tree>
    <p:extLst>
      <p:ext uri="{BB962C8B-B14F-4D97-AF65-F5344CB8AC3E}">
        <p14:creationId xmlns:p14="http://schemas.microsoft.com/office/powerpoint/2010/main" val="412194555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pic>
        <p:nvPicPr>
          <p:cNvPr id="3379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8100" y="952500"/>
            <a:ext cx="68707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Tree>
    <p:extLst>
      <p:ext uri="{BB962C8B-B14F-4D97-AF65-F5344CB8AC3E}">
        <p14:creationId xmlns:p14="http://schemas.microsoft.com/office/powerpoint/2010/main" val="189370091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8100" y="952500"/>
            <a:ext cx="68707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34819" name="Rectangle 2"/>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spTree>
    <p:extLst>
      <p:ext uri="{BB962C8B-B14F-4D97-AF65-F5344CB8AC3E}">
        <p14:creationId xmlns:p14="http://schemas.microsoft.com/office/powerpoint/2010/main" val="6523114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8100" y="952500"/>
            <a:ext cx="68707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35843" name="Rectangle 2"/>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spTree>
    <p:extLst>
      <p:ext uri="{BB962C8B-B14F-4D97-AF65-F5344CB8AC3E}">
        <p14:creationId xmlns:p14="http://schemas.microsoft.com/office/powerpoint/2010/main" val="392406092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pic>
        <p:nvPicPr>
          <p:cNvPr id="368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400" y="952500"/>
            <a:ext cx="68834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Tree>
    <p:extLst>
      <p:ext uri="{BB962C8B-B14F-4D97-AF65-F5344CB8AC3E}">
        <p14:creationId xmlns:p14="http://schemas.microsoft.com/office/powerpoint/2010/main" val="190507793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pic>
        <p:nvPicPr>
          <p:cNvPr id="378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400" y="952500"/>
            <a:ext cx="68834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Tree>
    <p:extLst>
      <p:ext uri="{BB962C8B-B14F-4D97-AF65-F5344CB8AC3E}">
        <p14:creationId xmlns:p14="http://schemas.microsoft.com/office/powerpoint/2010/main" val="344300138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pic>
        <p:nvPicPr>
          <p:cNvPr id="389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400" y="952500"/>
            <a:ext cx="68834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Tree>
    <p:extLst>
      <p:ext uri="{BB962C8B-B14F-4D97-AF65-F5344CB8AC3E}">
        <p14:creationId xmlns:p14="http://schemas.microsoft.com/office/powerpoint/2010/main" val="164303595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pic>
        <p:nvPicPr>
          <p:cNvPr id="399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400" y="952500"/>
            <a:ext cx="68834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Tree>
    <p:extLst>
      <p:ext uri="{BB962C8B-B14F-4D97-AF65-F5344CB8AC3E}">
        <p14:creationId xmlns:p14="http://schemas.microsoft.com/office/powerpoint/2010/main" val="143849629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400" y="952500"/>
            <a:ext cx="68834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40963" name="Rectangle 2"/>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spTree>
    <p:extLst>
      <p:ext uri="{BB962C8B-B14F-4D97-AF65-F5344CB8AC3E}">
        <p14:creationId xmlns:p14="http://schemas.microsoft.com/office/powerpoint/2010/main" val="213654500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pic>
        <p:nvPicPr>
          <p:cNvPr id="419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400" y="952500"/>
            <a:ext cx="68834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Tree>
    <p:extLst>
      <p:ext uri="{BB962C8B-B14F-4D97-AF65-F5344CB8AC3E}">
        <p14:creationId xmlns:p14="http://schemas.microsoft.com/office/powerpoint/2010/main" val="365690339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pic>
        <p:nvPicPr>
          <p:cNvPr id="430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400" y="952500"/>
            <a:ext cx="68834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Tree>
    <p:extLst>
      <p:ext uri="{BB962C8B-B14F-4D97-AF65-F5344CB8AC3E}">
        <p14:creationId xmlns:p14="http://schemas.microsoft.com/office/powerpoint/2010/main" val="408188850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400" y="952500"/>
            <a:ext cx="68834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44035" name="Rectangle 2"/>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spTree>
    <p:extLst>
      <p:ext uri="{BB962C8B-B14F-4D97-AF65-F5344CB8AC3E}">
        <p14:creationId xmlns:p14="http://schemas.microsoft.com/office/powerpoint/2010/main" val="418499192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400" y="952500"/>
            <a:ext cx="68834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45059" name="Rectangle 2"/>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spTree>
    <p:extLst>
      <p:ext uri="{BB962C8B-B14F-4D97-AF65-F5344CB8AC3E}">
        <p14:creationId xmlns:p14="http://schemas.microsoft.com/office/powerpoint/2010/main" val="280675424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tr-TR" dirty="0" err="1"/>
              <a:t>Kruskal</a:t>
            </a:r>
            <a:r>
              <a:rPr lang="tr-TR" dirty="0"/>
              <a:t> Algoritması Uygulama</a:t>
            </a:r>
            <a:endParaRPr lang="en-US" altLang="zh-TW" dirty="0" smtClean="0"/>
          </a:p>
        </p:txBody>
      </p:sp>
      <p:sp>
        <p:nvSpPr>
          <p:cNvPr id="2" name="Content Placeholder 1"/>
          <p:cNvSpPr>
            <a:spLocks noGrp="1"/>
          </p:cNvSpPr>
          <p:nvPr>
            <p:ph idx="1"/>
          </p:nvPr>
        </p:nvSpPr>
        <p:spPr/>
        <p:txBody>
          <a:bodyPr/>
          <a:lstStyle/>
          <a:p>
            <a:endParaRPr lang="tr-TR"/>
          </a:p>
        </p:txBody>
      </p:sp>
      <p:grpSp>
        <p:nvGrpSpPr>
          <p:cNvPr id="46083" name="Group 419"/>
          <p:cNvGrpSpPr>
            <a:grpSpLocks/>
          </p:cNvGrpSpPr>
          <p:nvPr/>
        </p:nvGrpSpPr>
        <p:grpSpPr bwMode="auto">
          <a:xfrm>
            <a:off x="2592388" y="1535114"/>
            <a:ext cx="6475412" cy="4789487"/>
            <a:chOff x="785813" y="838200"/>
            <a:chExt cx="7519987" cy="5562600"/>
          </a:xfrm>
        </p:grpSpPr>
        <p:sp>
          <p:nvSpPr>
            <p:cNvPr id="46084" name="Freeform 3"/>
            <p:cNvSpPr>
              <a:spLocks/>
            </p:cNvSpPr>
            <p:nvPr/>
          </p:nvSpPr>
          <p:spPr bwMode="auto">
            <a:xfrm>
              <a:off x="976313" y="879475"/>
              <a:ext cx="7329487" cy="5521325"/>
            </a:xfrm>
            <a:custGeom>
              <a:avLst/>
              <a:gdLst>
                <a:gd name="T0" fmla="*/ 2147483647 w 4617"/>
                <a:gd name="T1" fmla="*/ 2147483647 h 3755"/>
                <a:gd name="T2" fmla="*/ 2147483647 w 4617"/>
                <a:gd name="T3" fmla="*/ 2147483647 h 3755"/>
                <a:gd name="T4" fmla="*/ 2147483647 w 4617"/>
                <a:gd name="T5" fmla="*/ 2147483647 h 3755"/>
                <a:gd name="T6" fmla="*/ 2147483647 w 4617"/>
                <a:gd name="T7" fmla="*/ 2147483647 h 3755"/>
                <a:gd name="T8" fmla="*/ 2147483647 w 4617"/>
                <a:gd name="T9" fmla="*/ 2147483647 h 3755"/>
                <a:gd name="T10" fmla="*/ 2147483647 w 4617"/>
                <a:gd name="T11" fmla="*/ 2147483647 h 3755"/>
                <a:gd name="T12" fmla="*/ 2147483647 w 4617"/>
                <a:gd name="T13" fmla="*/ 2147483647 h 3755"/>
                <a:gd name="T14" fmla="*/ 2147483647 w 4617"/>
                <a:gd name="T15" fmla="*/ 2147483647 h 3755"/>
                <a:gd name="T16" fmla="*/ 2147483647 w 4617"/>
                <a:gd name="T17" fmla="*/ 2147483647 h 3755"/>
                <a:gd name="T18" fmla="*/ 2147483647 w 4617"/>
                <a:gd name="T19" fmla="*/ 2147483647 h 3755"/>
                <a:gd name="T20" fmla="*/ 2147483647 w 4617"/>
                <a:gd name="T21" fmla="*/ 2147483647 h 3755"/>
                <a:gd name="T22" fmla="*/ 2147483647 w 4617"/>
                <a:gd name="T23" fmla="*/ 2147483647 h 3755"/>
                <a:gd name="T24" fmla="*/ 2147483647 w 4617"/>
                <a:gd name="T25" fmla="*/ 2147483647 h 3755"/>
                <a:gd name="T26" fmla="*/ 2147483647 w 4617"/>
                <a:gd name="T27" fmla="*/ 2147483647 h 3755"/>
                <a:gd name="T28" fmla="*/ 2147483647 w 4617"/>
                <a:gd name="T29" fmla="*/ 2147483647 h 3755"/>
                <a:gd name="T30" fmla="*/ 2147483647 w 4617"/>
                <a:gd name="T31" fmla="*/ 0 h 3755"/>
                <a:gd name="T32" fmla="*/ 2147483647 w 4617"/>
                <a:gd name="T33" fmla="*/ 2147483647 h 3755"/>
                <a:gd name="T34" fmla="*/ 2147483647 w 4617"/>
                <a:gd name="T35" fmla="*/ 2147483647 h 3755"/>
                <a:gd name="T36" fmla="*/ 2147483647 w 4617"/>
                <a:gd name="T37" fmla="*/ 2147483647 h 3755"/>
                <a:gd name="T38" fmla="*/ 2147483647 w 4617"/>
                <a:gd name="T39" fmla="*/ 2147483647 h 3755"/>
                <a:gd name="T40" fmla="*/ 2147483647 w 4617"/>
                <a:gd name="T41" fmla="*/ 2147483647 h 3755"/>
                <a:gd name="T42" fmla="*/ 2147483647 w 4617"/>
                <a:gd name="T43" fmla="*/ 2147483647 h 3755"/>
                <a:gd name="T44" fmla="*/ 2147483647 w 4617"/>
                <a:gd name="T45" fmla="*/ 2147483647 h 3755"/>
                <a:gd name="T46" fmla="*/ 2147483647 w 4617"/>
                <a:gd name="T47" fmla="*/ 2147483647 h 3755"/>
                <a:gd name="T48" fmla="*/ 2147483647 w 4617"/>
                <a:gd name="T49" fmla="*/ 2147483647 h 3755"/>
                <a:gd name="T50" fmla="*/ 2147483647 w 4617"/>
                <a:gd name="T51" fmla="*/ 2147483647 h 3755"/>
                <a:gd name="T52" fmla="*/ 2147483647 w 4617"/>
                <a:gd name="T53" fmla="*/ 2147483647 h 3755"/>
                <a:gd name="T54" fmla="*/ 2147483647 w 4617"/>
                <a:gd name="T55" fmla="*/ 2147483647 h 3755"/>
                <a:gd name="T56" fmla="*/ 2147483647 w 4617"/>
                <a:gd name="T57" fmla="*/ 2147483647 h 3755"/>
                <a:gd name="T58" fmla="*/ 0 w 4617"/>
                <a:gd name="T59" fmla="*/ 2147483647 h 3755"/>
                <a:gd name="T60" fmla="*/ 2147483647 w 4617"/>
                <a:gd name="T61" fmla="*/ 2147483647 h 3755"/>
                <a:gd name="T62" fmla="*/ 2147483647 w 4617"/>
                <a:gd name="T63" fmla="*/ 2147483647 h 3755"/>
                <a:gd name="T64" fmla="*/ 2147483647 w 4617"/>
                <a:gd name="T65" fmla="*/ 2147483647 h 3755"/>
                <a:gd name="T66" fmla="*/ 2147483647 w 4617"/>
                <a:gd name="T67" fmla="*/ 2147483647 h 3755"/>
                <a:gd name="T68" fmla="*/ 2147483647 w 4617"/>
                <a:gd name="T69" fmla="*/ 2147483647 h 3755"/>
                <a:gd name="T70" fmla="*/ 2147483647 w 4617"/>
                <a:gd name="T71" fmla="*/ 2147483647 h 3755"/>
                <a:gd name="T72" fmla="*/ 2147483647 w 4617"/>
                <a:gd name="T73" fmla="*/ 2147483647 h 3755"/>
                <a:gd name="T74" fmla="*/ 2147483647 w 4617"/>
                <a:gd name="T75" fmla="*/ 2147483647 h 3755"/>
                <a:gd name="T76" fmla="*/ 2147483647 w 4617"/>
                <a:gd name="T77" fmla="*/ 2147483647 h 3755"/>
                <a:gd name="T78" fmla="*/ 2147483647 w 4617"/>
                <a:gd name="T79" fmla="*/ 2147483647 h 3755"/>
                <a:gd name="T80" fmla="*/ 2147483647 w 4617"/>
                <a:gd name="T81" fmla="*/ 2147483647 h 3755"/>
                <a:gd name="T82" fmla="*/ 2147483647 w 4617"/>
                <a:gd name="T83" fmla="*/ 2147483647 h 3755"/>
                <a:gd name="T84" fmla="*/ 2147483647 w 4617"/>
                <a:gd name="T85" fmla="*/ 2147483647 h 3755"/>
                <a:gd name="T86" fmla="*/ 2147483647 w 4617"/>
                <a:gd name="T87" fmla="*/ 2147483647 h 3755"/>
                <a:gd name="T88" fmla="*/ 2147483647 w 4617"/>
                <a:gd name="T89" fmla="*/ 2147483647 h 3755"/>
                <a:gd name="T90" fmla="*/ 2147483647 w 4617"/>
                <a:gd name="T91" fmla="*/ 2147483647 h 3755"/>
                <a:gd name="T92" fmla="*/ 2147483647 w 4617"/>
                <a:gd name="T93" fmla="*/ 2147483647 h 3755"/>
                <a:gd name="T94" fmla="*/ 2147483647 w 4617"/>
                <a:gd name="T95" fmla="*/ 2147483647 h 3755"/>
                <a:gd name="T96" fmla="*/ 2147483647 w 4617"/>
                <a:gd name="T97" fmla="*/ 2147483647 h 3755"/>
                <a:gd name="T98" fmla="*/ 2147483647 w 4617"/>
                <a:gd name="T99" fmla="*/ 2147483647 h 3755"/>
                <a:gd name="T100" fmla="*/ 2147483647 w 4617"/>
                <a:gd name="T101" fmla="*/ 2147483647 h 3755"/>
                <a:gd name="T102" fmla="*/ 2147483647 w 4617"/>
                <a:gd name="T103" fmla="*/ 2147483647 h 3755"/>
                <a:gd name="T104" fmla="*/ 2147483647 w 4617"/>
                <a:gd name="T105" fmla="*/ 2147483647 h 375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617"/>
                <a:gd name="T160" fmla="*/ 0 h 3755"/>
                <a:gd name="T161" fmla="*/ 4617 w 4617"/>
                <a:gd name="T162" fmla="*/ 3755 h 375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617" h="3755">
                  <a:moveTo>
                    <a:pt x="4401" y="2594"/>
                  </a:moveTo>
                  <a:lnTo>
                    <a:pt x="4473" y="2418"/>
                  </a:lnTo>
                  <a:lnTo>
                    <a:pt x="4529" y="2234"/>
                  </a:lnTo>
                  <a:lnTo>
                    <a:pt x="4593" y="1858"/>
                  </a:lnTo>
                  <a:lnTo>
                    <a:pt x="4617" y="1481"/>
                  </a:lnTo>
                  <a:lnTo>
                    <a:pt x="4585" y="1129"/>
                  </a:lnTo>
                  <a:lnTo>
                    <a:pt x="4521" y="809"/>
                  </a:lnTo>
                  <a:lnTo>
                    <a:pt x="4409" y="545"/>
                  </a:lnTo>
                  <a:lnTo>
                    <a:pt x="4345" y="441"/>
                  </a:lnTo>
                  <a:lnTo>
                    <a:pt x="4273" y="353"/>
                  </a:lnTo>
                  <a:lnTo>
                    <a:pt x="4193" y="288"/>
                  </a:lnTo>
                  <a:lnTo>
                    <a:pt x="4105" y="248"/>
                  </a:lnTo>
                  <a:lnTo>
                    <a:pt x="3729" y="144"/>
                  </a:lnTo>
                  <a:lnTo>
                    <a:pt x="3353" y="64"/>
                  </a:lnTo>
                  <a:lnTo>
                    <a:pt x="2969" y="16"/>
                  </a:lnTo>
                  <a:lnTo>
                    <a:pt x="2601" y="0"/>
                  </a:lnTo>
                  <a:lnTo>
                    <a:pt x="2240" y="8"/>
                  </a:lnTo>
                  <a:lnTo>
                    <a:pt x="1896" y="48"/>
                  </a:lnTo>
                  <a:lnTo>
                    <a:pt x="1568" y="120"/>
                  </a:lnTo>
                  <a:lnTo>
                    <a:pt x="1264" y="224"/>
                  </a:lnTo>
                  <a:lnTo>
                    <a:pt x="976" y="369"/>
                  </a:lnTo>
                  <a:lnTo>
                    <a:pt x="728" y="545"/>
                  </a:lnTo>
                  <a:lnTo>
                    <a:pt x="608" y="641"/>
                  </a:lnTo>
                  <a:lnTo>
                    <a:pt x="504" y="753"/>
                  </a:lnTo>
                  <a:lnTo>
                    <a:pt x="408" y="873"/>
                  </a:lnTo>
                  <a:lnTo>
                    <a:pt x="320" y="1001"/>
                  </a:lnTo>
                  <a:lnTo>
                    <a:pt x="168" y="1289"/>
                  </a:lnTo>
                  <a:lnTo>
                    <a:pt x="64" y="1609"/>
                  </a:lnTo>
                  <a:lnTo>
                    <a:pt x="8" y="1970"/>
                  </a:lnTo>
                  <a:lnTo>
                    <a:pt x="0" y="2378"/>
                  </a:lnTo>
                  <a:lnTo>
                    <a:pt x="32" y="2610"/>
                  </a:lnTo>
                  <a:lnTo>
                    <a:pt x="96" y="2818"/>
                  </a:lnTo>
                  <a:lnTo>
                    <a:pt x="192" y="3002"/>
                  </a:lnTo>
                  <a:lnTo>
                    <a:pt x="312" y="3170"/>
                  </a:lnTo>
                  <a:lnTo>
                    <a:pt x="464" y="3315"/>
                  </a:lnTo>
                  <a:lnTo>
                    <a:pt x="640" y="3435"/>
                  </a:lnTo>
                  <a:lnTo>
                    <a:pt x="840" y="3539"/>
                  </a:lnTo>
                  <a:lnTo>
                    <a:pt x="1048" y="3619"/>
                  </a:lnTo>
                  <a:lnTo>
                    <a:pt x="1280" y="3683"/>
                  </a:lnTo>
                  <a:lnTo>
                    <a:pt x="1520" y="3731"/>
                  </a:lnTo>
                  <a:lnTo>
                    <a:pt x="1760" y="3755"/>
                  </a:lnTo>
                  <a:lnTo>
                    <a:pt x="2016" y="3755"/>
                  </a:lnTo>
                  <a:lnTo>
                    <a:pt x="2272" y="3747"/>
                  </a:lnTo>
                  <a:lnTo>
                    <a:pt x="2529" y="3715"/>
                  </a:lnTo>
                  <a:lnTo>
                    <a:pt x="2777" y="3667"/>
                  </a:lnTo>
                  <a:lnTo>
                    <a:pt x="3025" y="3603"/>
                  </a:lnTo>
                  <a:lnTo>
                    <a:pt x="3473" y="3467"/>
                  </a:lnTo>
                  <a:lnTo>
                    <a:pt x="3649" y="3403"/>
                  </a:lnTo>
                  <a:lnTo>
                    <a:pt x="3801" y="3323"/>
                  </a:lnTo>
                  <a:lnTo>
                    <a:pt x="3937" y="3210"/>
                  </a:lnTo>
                  <a:lnTo>
                    <a:pt x="4073" y="3066"/>
                  </a:lnTo>
                  <a:lnTo>
                    <a:pt x="4225" y="2858"/>
                  </a:lnTo>
                  <a:lnTo>
                    <a:pt x="4401" y="2594"/>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85" name="Freeform 4"/>
            <p:cNvSpPr>
              <a:spLocks/>
            </p:cNvSpPr>
            <p:nvPr/>
          </p:nvSpPr>
          <p:spPr bwMode="auto">
            <a:xfrm>
              <a:off x="1941513" y="4689475"/>
              <a:ext cx="762000" cy="533400"/>
            </a:xfrm>
            <a:custGeom>
              <a:avLst/>
              <a:gdLst>
                <a:gd name="T0" fmla="*/ 2147483647 w 480"/>
                <a:gd name="T1" fmla="*/ 2147483647 h 336"/>
                <a:gd name="T2" fmla="*/ 2147483647 w 480"/>
                <a:gd name="T3" fmla="*/ 2147483647 h 336"/>
                <a:gd name="T4" fmla="*/ 2147483647 w 480"/>
                <a:gd name="T5" fmla="*/ 2147483647 h 336"/>
                <a:gd name="T6" fmla="*/ 2147483647 w 480"/>
                <a:gd name="T7" fmla="*/ 2147483647 h 336"/>
                <a:gd name="T8" fmla="*/ 2147483647 w 480"/>
                <a:gd name="T9" fmla="*/ 2147483647 h 336"/>
                <a:gd name="T10" fmla="*/ 2147483647 w 480"/>
                <a:gd name="T11" fmla="*/ 2147483647 h 336"/>
                <a:gd name="T12" fmla="*/ 2147483647 w 480"/>
                <a:gd name="T13" fmla="*/ 2147483647 h 336"/>
                <a:gd name="T14" fmla="*/ 2147483647 w 480"/>
                <a:gd name="T15" fmla="*/ 2147483647 h 336"/>
                <a:gd name="T16" fmla="*/ 2147483647 w 480"/>
                <a:gd name="T17" fmla="*/ 2147483647 h 336"/>
                <a:gd name="T18" fmla="*/ 0 w 480"/>
                <a:gd name="T19" fmla="*/ 2147483647 h 336"/>
                <a:gd name="T20" fmla="*/ 2147483647 w 480"/>
                <a:gd name="T21" fmla="*/ 2147483647 h 336"/>
                <a:gd name="T22" fmla="*/ 0 w 480"/>
                <a:gd name="T23" fmla="*/ 2147483647 h 336"/>
                <a:gd name="T24" fmla="*/ 2147483647 w 480"/>
                <a:gd name="T25" fmla="*/ 2147483647 h 336"/>
                <a:gd name="T26" fmla="*/ 2147483647 w 480"/>
                <a:gd name="T27" fmla="*/ 0 h 336"/>
                <a:gd name="T28" fmla="*/ 2147483647 w 480"/>
                <a:gd name="T29" fmla="*/ 2147483647 h 3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0"/>
                <a:gd name="T46" fmla="*/ 0 h 336"/>
                <a:gd name="T47" fmla="*/ 480 w 480"/>
                <a:gd name="T48" fmla="*/ 336 h 3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0" h="336">
                  <a:moveTo>
                    <a:pt x="288" y="88"/>
                  </a:moveTo>
                  <a:lnTo>
                    <a:pt x="376" y="16"/>
                  </a:lnTo>
                  <a:lnTo>
                    <a:pt x="376" y="104"/>
                  </a:lnTo>
                  <a:lnTo>
                    <a:pt x="480" y="136"/>
                  </a:lnTo>
                  <a:lnTo>
                    <a:pt x="416" y="200"/>
                  </a:lnTo>
                  <a:lnTo>
                    <a:pt x="472" y="272"/>
                  </a:lnTo>
                  <a:lnTo>
                    <a:pt x="336" y="272"/>
                  </a:lnTo>
                  <a:lnTo>
                    <a:pt x="240" y="336"/>
                  </a:lnTo>
                  <a:lnTo>
                    <a:pt x="144" y="280"/>
                  </a:lnTo>
                  <a:lnTo>
                    <a:pt x="0" y="304"/>
                  </a:lnTo>
                  <a:lnTo>
                    <a:pt x="56" y="192"/>
                  </a:lnTo>
                  <a:lnTo>
                    <a:pt x="0" y="96"/>
                  </a:lnTo>
                  <a:lnTo>
                    <a:pt x="160" y="120"/>
                  </a:lnTo>
                  <a:lnTo>
                    <a:pt x="160" y="0"/>
                  </a:lnTo>
                  <a:lnTo>
                    <a:pt x="288" y="88"/>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86" name="Freeform 5"/>
            <p:cNvSpPr>
              <a:spLocks/>
            </p:cNvSpPr>
            <p:nvPr/>
          </p:nvSpPr>
          <p:spPr bwMode="auto">
            <a:xfrm>
              <a:off x="7035800" y="2109788"/>
              <a:ext cx="50800" cy="38100"/>
            </a:xfrm>
            <a:custGeom>
              <a:avLst/>
              <a:gdLst>
                <a:gd name="T0" fmla="*/ 2147483647 w 32"/>
                <a:gd name="T1" fmla="*/ 2147483647 h 24"/>
                <a:gd name="T2" fmla="*/ 2147483647 w 32"/>
                <a:gd name="T3" fmla="*/ 2147483647 h 24"/>
                <a:gd name="T4" fmla="*/ 0 w 32"/>
                <a:gd name="T5" fmla="*/ 0 h 24"/>
                <a:gd name="T6" fmla="*/ 0 w 32"/>
                <a:gd name="T7" fmla="*/ 2147483647 h 24"/>
                <a:gd name="T8" fmla="*/ 2147483647 w 32"/>
                <a:gd name="T9" fmla="*/ 2147483647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32" y="24"/>
                  </a:moveTo>
                  <a:lnTo>
                    <a:pt x="32" y="8"/>
                  </a:lnTo>
                  <a:lnTo>
                    <a:pt x="0" y="0"/>
                  </a:lnTo>
                  <a:lnTo>
                    <a:pt x="0" y="16"/>
                  </a:lnTo>
                  <a:lnTo>
                    <a:pt x="32"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87" name="Freeform 6"/>
            <p:cNvSpPr>
              <a:spLocks/>
            </p:cNvSpPr>
            <p:nvPr/>
          </p:nvSpPr>
          <p:spPr bwMode="auto">
            <a:xfrm>
              <a:off x="6591300" y="2135188"/>
              <a:ext cx="495300" cy="723900"/>
            </a:xfrm>
            <a:custGeom>
              <a:avLst/>
              <a:gdLst>
                <a:gd name="T0" fmla="*/ 2147483647 w 312"/>
                <a:gd name="T1" fmla="*/ 2147483647 h 456"/>
                <a:gd name="T2" fmla="*/ 2147483647 w 312"/>
                <a:gd name="T3" fmla="*/ 2147483647 h 456"/>
                <a:gd name="T4" fmla="*/ 2147483647 w 312"/>
                <a:gd name="T5" fmla="*/ 2147483647 h 456"/>
                <a:gd name="T6" fmla="*/ 2147483647 w 312"/>
                <a:gd name="T7" fmla="*/ 2147483647 h 456"/>
                <a:gd name="T8" fmla="*/ 2147483647 w 312"/>
                <a:gd name="T9" fmla="*/ 2147483647 h 456"/>
                <a:gd name="T10" fmla="*/ 2147483647 w 312"/>
                <a:gd name="T11" fmla="*/ 2147483647 h 456"/>
                <a:gd name="T12" fmla="*/ 2147483647 w 312"/>
                <a:gd name="T13" fmla="*/ 2147483647 h 456"/>
                <a:gd name="T14" fmla="*/ 2147483647 w 312"/>
                <a:gd name="T15" fmla="*/ 2147483647 h 456"/>
                <a:gd name="T16" fmla="*/ 2147483647 w 312"/>
                <a:gd name="T17" fmla="*/ 2147483647 h 456"/>
                <a:gd name="T18" fmla="*/ 2147483647 w 312"/>
                <a:gd name="T19" fmla="*/ 2147483647 h 456"/>
                <a:gd name="T20" fmla="*/ 2147483647 w 312"/>
                <a:gd name="T21" fmla="*/ 2147483647 h 456"/>
                <a:gd name="T22" fmla="*/ 2147483647 w 312"/>
                <a:gd name="T23" fmla="*/ 2147483647 h 456"/>
                <a:gd name="T24" fmla="*/ 2147483647 w 312"/>
                <a:gd name="T25" fmla="*/ 2147483647 h 456"/>
                <a:gd name="T26" fmla="*/ 2147483647 w 312"/>
                <a:gd name="T27" fmla="*/ 2147483647 h 456"/>
                <a:gd name="T28" fmla="*/ 2147483647 w 312"/>
                <a:gd name="T29" fmla="*/ 2147483647 h 456"/>
                <a:gd name="T30" fmla="*/ 0 w 312"/>
                <a:gd name="T31" fmla="*/ 2147483647 h 456"/>
                <a:gd name="T32" fmla="*/ 0 w 312"/>
                <a:gd name="T33" fmla="*/ 2147483647 h 456"/>
                <a:gd name="T34" fmla="*/ 2147483647 w 312"/>
                <a:gd name="T35" fmla="*/ 2147483647 h 456"/>
                <a:gd name="T36" fmla="*/ 2147483647 w 312"/>
                <a:gd name="T37" fmla="*/ 2147483647 h 456"/>
                <a:gd name="T38" fmla="*/ 2147483647 w 312"/>
                <a:gd name="T39" fmla="*/ 2147483647 h 456"/>
                <a:gd name="T40" fmla="*/ 2147483647 w 312"/>
                <a:gd name="T41" fmla="*/ 2147483647 h 456"/>
                <a:gd name="T42" fmla="*/ 2147483647 w 312"/>
                <a:gd name="T43" fmla="*/ 2147483647 h 456"/>
                <a:gd name="T44" fmla="*/ 2147483647 w 312"/>
                <a:gd name="T45" fmla="*/ 2147483647 h 456"/>
                <a:gd name="T46" fmla="*/ 2147483647 w 312"/>
                <a:gd name="T47" fmla="*/ 2147483647 h 456"/>
                <a:gd name="T48" fmla="*/ 2147483647 w 312"/>
                <a:gd name="T49" fmla="*/ 2147483647 h 456"/>
                <a:gd name="T50" fmla="*/ 2147483647 w 312"/>
                <a:gd name="T51" fmla="*/ 2147483647 h 456"/>
                <a:gd name="T52" fmla="*/ 2147483647 w 312"/>
                <a:gd name="T53" fmla="*/ 2147483647 h 456"/>
                <a:gd name="T54" fmla="*/ 2147483647 w 312"/>
                <a:gd name="T55" fmla="*/ 2147483647 h 456"/>
                <a:gd name="T56" fmla="*/ 2147483647 w 312"/>
                <a:gd name="T57" fmla="*/ 2147483647 h 456"/>
                <a:gd name="T58" fmla="*/ 2147483647 w 312"/>
                <a:gd name="T59" fmla="*/ 0 h 456"/>
                <a:gd name="T60" fmla="*/ 2147483647 w 312"/>
                <a:gd name="T61" fmla="*/ 2147483647 h 45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2"/>
                <a:gd name="T94" fmla="*/ 0 h 456"/>
                <a:gd name="T95" fmla="*/ 312 w 312"/>
                <a:gd name="T96" fmla="*/ 456 h 45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2" h="456">
                  <a:moveTo>
                    <a:pt x="312" y="8"/>
                  </a:moveTo>
                  <a:lnTo>
                    <a:pt x="272" y="176"/>
                  </a:lnTo>
                  <a:lnTo>
                    <a:pt x="232" y="256"/>
                  </a:lnTo>
                  <a:lnTo>
                    <a:pt x="176" y="328"/>
                  </a:lnTo>
                  <a:lnTo>
                    <a:pt x="176" y="336"/>
                  </a:lnTo>
                  <a:lnTo>
                    <a:pt x="104" y="408"/>
                  </a:lnTo>
                  <a:lnTo>
                    <a:pt x="96" y="408"/>
                  </a:lnTo>
                  <a:lnTo>
                    <a:pt x="16" y="456"/>
                  </a:lnTo>
                  <a:lnTo>
                    <a:pt x="0" y="424"/>
                  </a:lnTo>
                  <a:lnTo>
                    <a:pt x="0" y="432"/>
                  </a:lnTo>
                  <a:lnTo>
                    <a:pt x="80" y="384"/>
                  </a:lnTo>
                  <a:lnTo>
                    <a:pt x="152" y="312"/>
                  </a:lnTo>
                  <a:lnTo>
                    <a:pt x="208" y="240"/>
                  </a:lnTo>
                  <a:lnTo>
                    <a:pt x="200" y="240"/>
                  </a:lnTo>
                  <a:lnTo>
                    <a:pt x="240" y="160"/>
                  </a:lnTo>
                  <a:lnTo>
                    <a:pt x="240" y="168"/>
                  </a:lnTo>
                  <a:lnTo>
                    <a:pt x="280" y="0"/>
                  </a:lnTo>
                  <a:lnTo>
                    <a:pt x="312"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88" name="Freeform 7"/>
            <p:cNvSpPr>
              <a:spLocks/>
            </p:cNvSpPr>
            <p:nvPr/>
          </p:nvSpPr>
          <p:spPr bwMode="auto">
            <a:xfrm>
              <a:off x="6438900" y="2808288"/>
              <a:ext cx="177800" cy="114300"/>
            </a:xfrm>
            <a:custGeom>
              <a:avLst/>
              <a:gdLst>
                <a:gd name="T0" fmla="*/ 2147483647 w 112"/>
                <a:gd name="T1" fmla="*/ 2147483647 h 72"/>
                <a:gd name="T2" fmla="*/ 2147483647 w 112"/>
                <a:gd name="T3" fmla="*/ 2147483647 h 72"/>
                <a:gd name="T4" fmla="*/ 2147483647 w 112"/>
                <a:gd name="T5" fmla="*/ 2147483647 h 72"/>
                <a:gd name="T6" fmla="*/ 2147483647 w 112"/>
                <a:gd name="T7" fmla="*/ 2147483647 h 72"/>
                <a:gd name="T8" fmla="*/ 0 w 112"/>
                <a:gd name="T9" fmla="*/ 2147483647 h 72"/>
                <a:gd name="T10" fmla="*/ 2147483647 w 112"/>
                <a:gd name="T11" fmla="*/ 0 h 72"/>
                <a:gd name="T12" fmla="*/ 2147483647 w 112"/>
                <a:gd name="T13" fmla="*/ 2147483647 h 72"/>
                <a:gd name="T14" fmla="*/ 0 60000 65536"/>
                <a:gd name="T15" fmla="*/ 0 60000 65536"/>
                <a:gd name="T16" fmla="*/ 0 60000 65536"/>
                <a:gd name="T17" fmla="*/ 0 60000 65536"/>
                <a:gd name="T18" fmla="*/ 0 60000 65536"/>
                <a:gd name="T19" fmla="*/ 0 60000 65536"/>
                <a:gd name="T20" fmla="*/ 0 60000 65536"/>
                <a:gd name="T21" fmla="*/ 0 w 112"/>
                <a:gd name="T22" fmla="*/ 0 h 72"/>
                <a:gd name="T23" fmla="*/ 112 w 112"/>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 h="72">
                  <a:moveTo>
                    <a:pt x="112" y="32"/>
                  </a:moveTo>
                  <a:lnTo>
                    <a:pt x="16" y="72"/>
                  </a:lnTo>
                  <a:lnTo>
                    <a:pt x="8" y="40"/>
                  </a:lnTo>
                  <a:lnTo>
                    <a:pt x="0" y="40"/>
                  </a:lnTo>
                  <a:lnTo>
                    <a:pt x="96" y="0"/>
                  </a:lnTo>
                  <a:lnTo>
                    <a:pt x="112"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89" name="Freeform 8"/>
            <p:cNvSpPr>
              <a:spLocks/>
            </p:cNvSpPr>
            <p:nvPr/>
          </p:nvSpPr>
          <p:spPr bwMode="auto">
            <a:xfrm>
              <a:off x="6261100" y="2909888"/>
              <a:ext cx="38100" cy="50800"/>
            </a:xfrm>
            <a:custGeom>
              <a:avLst/>
              <a:gdLst>
                <a:gd name="T0" fmla="*/ 2147483647 w 24"/>
                <a:gd name="T1" fmla="*/ 2147483647 h 32"/>
                <a:gd name="T2" fmla="*/ 2147483647 w 24"/>
                <a:gd name="T3" fmla="*/ 2147483647 h 32"/>
                <a:gd name="T4" fmla="*/ 0 w 24"/>
                <a:gd name="T5" fmla="*/ 0 h 32"/>
                <a:gd name="T6" fmla="*/ 2147483647 w 24"/>
                <a:gd name="T7" fmla="*/ 0 h 32"/>
                <a:gd name="T8" fmla="*/ 2147483647 w 24"/>
                <a:gd name="T9" fmla="*/ 2147483647 h 32"/>
                <a:gd name="T10" fmla="*/ 0 60000 65536"/>
                <a:gd name="T11" fmla="*/ 0 60000 65536"/>
                <a:gd name="T12" fmla="*/ 0 60000 65536"/>
                <a:gd name="T13" fmla="*/ 0 60000 65536"/>
                <a:gd name="T14" fmla="*/ 0 60000 65536"/>
                <a:gd name="T15" fmla="*/ 0 w 24"/>
                <a:gd name="T16" fmla="*/ 0 h 32"/>
                <a:gd name="T17" fmla="*/ 24 w 24"/>
                <a:gd name="T18" fmla="*/ 32 h 32"/>
              </a:gdLst>
              <a:ahLst/>
              <a:cxnLst>
                <a:cxn ang="T10">
                  <a:pos x="T0" y="T1"/>
                </a:cxn>
                <a:cxn ang="T11">
                  <a:pos x="T2" y="T3"/>
                </a:cxn>
                <a:cxn ang="T12">
                  <a:pos x="T4" y="T5"/>
                </a:cxn>
                <a:cxn ang="T13">
                  <a:pos x="T6" y="T7"/>
                </a:cxn>
                <a:cxn ang="T14">
                  <a:pos x="T8" y="T9"/>
                </a:cxn>
              </a:cxnLst>
              <a:rect l="T15" t="T16" r="T17" b="T18"/>
              <a:pathLst>
                <a:path w="24" h="32">
                  <a:moveTo>
                    <a:pt x="24" y="32"/>
                  </a:moveTo>
                  <a:lnTo>
                    <a:pt x="8" y="32"/>
                  </a:lnTo>
                  <a:lnTo>
                    <a:pt x="0" y="0"/>
                  </a:lnTo>
                  <a:lnTo>
                    <a:pt x="16" y="0"/>
                  </a:lnTo>
                  <a:lnTo>
                    <a:pt x="24"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90" name="Freeform 9"/>
            <p:cNvSpPr>
              <a:spLocks/>
            </p:cNvSpPr>
            <p:nvPr/>
          </p:nvSpPr>
          <p:spPr bwMode="auto">
            <a:xfrm>
              <a:off x="6286500" y="2871788"/>
              <a:ext cx="177800" cy="88900"/>
            </a:xfrm>
            <a:custGeom>
              <a:avLst/>
              <a:gdLst>
                <a:gd name="T0" fmla="*/ 2147483647 w 112"/>
                <a:gd name="T1" fmla="*/ 2147483647 h 56"/>
                <a:gd name="T2" fmla="*/ 2147483647 w 112"/>
                <a:gd name="T3" fmla="*/ 0 h 56"/>
                <a:gd name="T4" fmla="*/ 0 w 112"/>
                <a:gd name="T5" fmla="*/ 2147483647 h 56"/>
                <a:gd name="T6" fmla="*/ 2147483647 w 112"/>
                <a:gd name="T7" fmla="*/ 2147483647 h 56"/>
                <a:gd name="T8" fmla="*/ 2147483647 w 112"/>
                <a:gd name="T9" fmla="*/ 2147483647 h 56"/>
                <a:gd name="T10" fmla="*/ 0 60000 65536"/>
                <a:gd name="T11" fmla="*/ 0 60000 65536"/>
                <a:gd name="T12" fmla="*/ 0 60000 65536"/>
                <a:gd name="T13" fmla="*/ 0 60000 65536"/>
                <a:gd name="T14" fmla="*/ 0 60000 65536"/>
                <a:gd name="T15" fmla="*/ 0 w 112"/>
                <a:gd name="T16" fmla="*/ 0 h 56"/>
                <a:gd name="T17" fmla="*/ 112 w 112"/>
                <a:gd name="T18" fmla="*/ 56 h 56"/>
              </a:gdLst>
              <a:ahLst/>
              <a:cxnLst>
                <a:cxn ang="T10">
                  <a:pos x="T0" y="T1"/>
                </a:cxn>
                <a:cxn ang="T11">
                  <a:pos x="T2" y="T3"/>
                </a:cxn>
                <a:cxn ang="T12">
                  <a:pos x="T4" y="T5"/>
                </a:cxn>
                <a:cxn ang="T13">
                  <a:pos x="T6" y="T7"/>
                </a:cxn>
                <a:cxn ang="T14">
                  <a:pos x="T8" y="T9"/>
                </a:cxn>
              </a:cxnLst>
              <a:rect l="T15" t="T16" r="T17" b="T18"/>
              <a:pathLst>
                <a:path w="112" h="56">
                  <a:moveTo>
                    <a:pt x="112" y="32"/>
                  </a:moveTo>
                  <a:lnTo>
                    <a:pt x="104" y="0"/>
                  </a:lnTo>
                  <a:lnTo>
                    <a:pt x="0" y="24"/>
                  </a:lnTo>
                  <a:lnTo>
                    <a:pt x="8" y="56"/>
                  </a:lnTo>
                  <a:lnTo>
                    <a:pt x="112"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91" name="Freeform 10"/>
            <p:cNvSpPr>
              <a:spLocks/>
            </p:cNvSpPr>
            <p:nvPr/>
          </p:nvSpPr>
          <p:spPr bwMode="auto">
            <a:xfrm>
              <a:off x="6235700" y="2897188"/>
              <a:ext cx="63500" cy="50800"/>
            </a:xfrm>
            <a:custGeom>
              <a:avLst/>
              <a:gdLst>
                <a:gd name="T0" fmla="*/ 2147483647 w 40"/>
                <a:gd name="T1" fmla="*/ 2147483647 h 32"/>
                <a:gd name="T2" fmla="*/ 2147483647 w 40"/>
                <a:gd name="T3" fmla="*/ 2147483647 h 32"/>
                <a:gd name="T4" fmla="*/ 2147483647 w 40"/>
                <a:gd name="T5" fmla="*/ 0 h 32"/>
                <a:gd name="T6" fmla="*/ 0 w 40"/>
                <a:gd name="T7" fmla="*/ 2147483647 h 32"/>
                <a:gd name="T8" fmla="*/ 2147483647 w 40"/>
                <a:gd name="T9" fmla="*/ 2147483647 h 32"/>
                <a:gd name="T10" fmla="*/ 0 60000 65536"/>
                <a:gd name="T11" fmla="*/ 0 60000 65536"/>
                <a:gd name="T12" fmla="*/ 0 60000 65536"/>
                <a:gd name="T13" fmla="*/ 0 60000 65536"/>
                <a:gd name="T14" fmla="*/ 0 60000 65536"/>
                <a:gd name="T15" fmla="*/ 0 w 40"/>
                <a:gd name="T16" fmla="*/ 0 h 32"/>
                <a:gd name="T17" fmla="*/ 40 w 40"/>
                <a:gd name="T18" fmla="*/ 32 h 32"/>
              </a:gdLst>
              <a:ahLst/>
              <a:cxnLst>
                <a:cxn ang="T10">
                  <a:pos x="T0" y="T1"/>
                </a:cxn>
                <a:cxn ang="T11">
                  <a:pos x="T2" y="T3"/>
                </a:cxn>
                <a:cxn ang="T12">
                  <a:pos x="T4" y="T5"/>
                </a:cxn>
                <a:cxn ang="T13">
                  <a:pos x="T6" y="T7"/>
                </a:cxn>
                <a:cxn ang="T14">
                  <a:pos x="T8" y="T9"/>
                </a:cxn>
              </a:cxnLst>
              <a:rect l="T15" t="T16" r="T17" b="T18"/>
              <a:pathLst>
                <a:path w="40" h="32">
                  <a:moveTo>
                    <a:pt x="32" y="32"/>
                  </a:moveTo>
                  <a:lnTo>
                    <a:pt x="40" y="16"/>
                  </a:lnTo>
                  <a:lnTo>
                    <a:pt x="8" y="0"/>
                  </a:lnTo>
                  <a:lnTo>
                    <a:pt x="0" y="16"/>
                  </a:lnTo>
                  <a:lnTo>
                    <a:pt x="32"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92" name="Freeform 11"/>
            <p:cNvSpPr>
              <a:spLocks/>
            </p:cNvSpPr>
            <p:nvPr/>
          </p:nvSpPr>
          <p:spPr bwMode="auto">
            <a:xfrm>
              <a:off x="6096000" y="2795588"/>
              <a:ext cx="88900" cy="76200"/>
            </a:xfrm>
            <a:custGeom>
              <a:avLst/>
              <a:gdLst>
                <a:gd name="T0" fmla="*/ 2147483647 w 56"/>
                <a:gd name="T1" fmla="*/ 2147483647 h 48"/>
                <a:gd name="T2" fmla="*/ 2147483647 w 56"/>
                <a:gd name="T3" fmla="*/ 2147483647 h 48"/>
                <a:gd name="T4" fmla="*/ 2147483647 w 56"/>
                <a:gd name="T5" fmla="*/ 0 h 48"/>
                <a:gd name="T6" fmla="*/ 0 w 56"/>
                <a:gd name="T7" fmla="*/ 2147483647 h 48"/>
                <a:gd name="T8" fmla="*/ 2147483647 w 56"/>
                <a:gd name="T9" fmla="*/ 2147483647 h 48"/>
                <a:gd name="T10" fmla="*/ 0 60000 65536"/>
                <a:gd name="T11" fmla="*/ 0 60000 65536"/>
                <a:gd name="T12" fmla="*/ 0 60000 65536"/>
                <a:gd name="T13" fmla="*/ 0 60000 65536"/>
                <a:gd name="T14" fmla="*/ 0 60000 65536"/>
                <a:gd name="T15" fmla="*/ 0 w 56"/>
                <a:gd name="T16" fmla="*/ 0 h 48"/>
                <a:gd name="T17" fmla="*/ 56 w 56"/>
                <a:gd name="T18" fmla="*/ 48 h 48"/>
              </a:gdLst>
              <a:ahLst/>
              <a:cxnLst>
                <a:cxn ang="T10">
                  <a:pos x="T0" y="T1"/>
                </a:cxn>
                <a:cxn ang="T11">
                  <a:pos x="T2" y="T3"/>
                </a:cxn>
                <a:cxn ang="T12">
                  <a:pos x="T4" y="T5"/>
                </a:cxn>
                <a:cxn ang="T13">
                  <a:pos x="T6" y="T7"/>
                </a:cxn>
                <a:cxn ang="T14">
                  <a:pos x="T8" y="T9"/>
                </a:cxn>
              </a:cxnLst>
              <a:rect l="T15" t="T16" r="T17" b="T18"/>
              <a:pathLst>
                <a:path w="56" h="48">
                  <a:moveTo>
                    <a:pt x="48" y="48"/>
                  </a:moveTo>
                  <a:lnTo>
                    <a:pt x="56" y="32"/>
                  </a:lnTo>
                  <a:lnTo>
                    <a:pt x="8" y="0"/>
                  </a:lnTo>
                  <a:lnTo>
                    <a:pt x="0" y="16"/>
                  </a:lnTo>
                  <a:lnTo>
                    <a:pt x="48" y="4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93" name="Freeform 12"/>
            <p:cNvSpPr>
              <a:spLocks/>
            </p:cNvSpPr>
            <p:nvPr/>
          </p:nvSpPr>
          <p:spPr bwMode="auto">
            <a:xfrm>
              <a:off x="5994400" y="2719388"/>
              <a:ext cx="50800" cy="50800"/>
            </a:xfrm>
            <a:custGeom>
              <a:avLst/>
              <a:gdLst>
                <a:gd name="T0" fmla="*/ 2147483647 w 32"/>
                <a:gd name="T1" fmla="*/ 2147483647 h 32"/>
                <a:gd name="T2" fmla="*/ 2147483647 w 32"/>
                <a:gd name="T3" fmla="*/ 2147483647 h 32"/>
                <a:gd name="T4" fmla="*/ 2147483647 w 32"/>
                <a:gd name="T5" fmla="*/ 0 h 32"/>
                <a:gd name="T6" fmla="*/ 0 w 32"/>
                <a:gd name="T7" fmla="*/ 0 h 32"/>
                <a:gd name="T8" fmla="*/ 0 w 32"/>
                <a:gd name="T9" fmla="*/ 2147483647 h 32"/>
                <a:gd name="T10" fmla="*/ 0 w 32"/>
                <a:gd name="T11" fmla="*/ 2147483647 h 32"/>
                <a:gd name="T12" fmla="*/ 2147483647 w 32"/>
                <a:gd name="T13" fmla="*/ 2147483647 h 32"/>
                <a:gd name="T14" fmla="*/ 0 60000 65536"/>
                <a:gd name="T15" fmla="*/ 0 60000 65536"/>
                <a:gd name="T16" fmla="*/ 0 60000 65536"/>
                <a:gd name="T17" fmla="*/ 0 60000 65536"/>
                <a:gd name="T18" fmla="*/ 0 60000 65536"/>
                <a:gd name="T19" fmla="*/ 0 60000 65536"/>
                <a:gd name="T20" fmla="*/ 0 60000 65536"/>
                <a:gd name="T21" fmla="*/ 0 w 32"/>
                <a:gd name="T22" fmla="*/ 0 h 32"/>
                <a:gd name="T23" fmla="*/ 32 w 32"/>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2">
                  <a:moveTo>
                    <a:pt x="24" y="32"/>
                  </a:moveTo>
                  <a:lnTo>
                    <a:pt x="32" y="16"/>
                  </a:lnTo>
                  <a:lnTo>
                    <a:pt x="8" y="0"/>
                  </a:lnTo>
                  <a:lnTo>
                    <a:pt x="0" y="0"/>
                  </a:lnTo>
                  <a:lnTo>
                    <a:pt x="0" y="16"/>
                  </a:lnTo>
                  <a:lnTo>
                    <a:pt x="24"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94" name="Freeform 13"/>
            <p:cNvSpPr>
              <a:spLocks/>
            </p:cNvSpPr>
            <p:nvPr/>
          </p:nvSpPr>
          <p:spPr bwMode="auto">
            <a:xfrm>
              <a:off x="5943600" y="2706688"/>
              <a:ext cx="50800" cy="38100"/>
            </a:xfrm>
            <a:custGeom>
              <a:avLst/>
              <a:gdLst>
                <a:gd name="T0" fmla="*/ 2147483647 w 32"/>
                <a:gd name="T1" fmla="*/ 2147483647 h 24"/>
                <a:gd name="T2" fmla="*/ 2147483647 w 32"/>
                <a:gd name="T3" fmla="*/ 2147483647 h 24"/>
                <a:gd name="T4" fmla="*/ 0 w 32"/>
                <a:gd name="T5" fmla="*/ 0 h 24"/>
                <a:gd name="T6" fmla="*/ 0 w 32"/>
                <a:gd name="T7" fmla="*/ 2147483647 h 24"/>
                <a:gd name="T8" fmla="*/ 2147483647 w 32"/>
                <a:gd name="T9" fmla="*/ 2147483647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32" y="24"/>
                  </a:moveTo>
                  <a:lnTo>
                    <a:pt x="32" y="8"/>
                  </a:lnTo>
                  <a:lnTo>
                    <a:pt x="0" y="0"/>
                  </a:lnTo>
                  <a:lnTo>
                    <a:pt x="0" y="16"/>
                  </a:lnTo>
                  <a:lnTo>
                    <a:pt x="32"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95" name="Freeform 14"/>
            <p:cNvSpPr>
              <a:spLocks/>
            </p:cNvSpPr>
            <p:nvPr/>
          </p:nvSpPr>
          <p:spPr bwMode="auto">
            <a:xfrm>
              <a:off x="5765800" y="2630488"/>
              <a:ext cx="114300" cy="63500"/>
            </a:xfrm>
            <a:custGeom>
              <a:avLst/>
              <a:gdLst>
                <a:gd name="T0" fmla="*/ 2147483647 w 72"/>
                <a:gd name="T1" fmla="*/ 2147483647 h 40"/>
                <a:gd name="T2" fmla="*/ 2147483647 w 72"/>
                <a:gd name="T3" fmla="*/ 2147483647 h 40"/>
                <a:gd name="T4" fmla="*/ 2147483647 w 72"/>
                <a:gd name="T5" fmla="*/ 0 h 40"/>
                <a:gd name="T6" fmla="*/ 0 w 72"/>
                <a:gd name="T7" fmla="*/ 2147483647 h 40"/>
                <a:gd name="T8" fmla="*/ 2147483647 w 72"/>
                <a:gd name="T9" fmla="*/ 2147483647 h 40"/>
                <a:gd name="T10" fmla="*/ 0 60000 65536"/>
                <a:gd name="T11" fmla="*/ 0 60000 65536"/>
                <a:gd name="T12" fmla="*/ 0 60000 65536"/>
                <a:gd name="T13" fmla="*/ 0 60000 65536"/>
                <a:gd name="T14" fmla="*/ 0 60000 65536"/>
                <a:gd name="T15" fmla="*/ 0 w 72"/>
                <a:gd name="T16" fmla="*/ 0 h 40"/>
                <a:gd name="T17" fmla="*/ 72 w 72"/>
                <a:gd name="T18" fmla="*/ 40 h 40"/>
              </a:gdLst>
              <a:ahLst/>
              <a:cxnLst>
                <a:cxn ang="T10">
                  <a:pos x="T0" y="T1"/>
                </a:cxn>
                <a:cxn ang="T11">
                  <a:pos x="T2" y="T3"/>
                </a:cxn>
                <a:cxn ang="T12">
                  <a:pos x="T4" y="T5"/>
                </a:cxn>
                <a:cxn ang="T13">
                  <a:pos x="T6" y="T7"/>
                </a:cxn>
                <a:cxn ang="T14">
                  <a:pos x="T8" y="T9"/>
                </a:cxn>
              </a:cxnLst>
              <a:rect l="T15" t="T16" r="T17" b="T18"/>
              <a:pathLst>
                <a:path w="72" h="40">
                  <a:moveTo>
                    <a:pt x="64" y="40"/>
                  </a:moveTo>
                  <a:lnTo>
                    <a:pt x="72" y="24"/>
                  </a:lnTo>
                  <a:lnTo>
                    <a:pt x="8" y="0"/>
                  </a:lnTo>
                  <a:lnTo>
                    <a:pt x="0" y="16"/>
                  </a:lnTo>
                  <a:lnTo>
                    <a:pt x="64" y="4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96" name="Freeform 15"/>
            <p:cNvSpPr>
              <a:spLocks/>
            </p:cNvSpPr>
            <p:nvPr/>
          </p:nvSpPr>
          <p:spPr bwMode="auto">
            <a:xfrm>
              <a:off x="5626100" y="2579688"/>
              <a:ext cx="88900" cy="50800"/>
            </a:xfrm>
            <a:custGeom>
              <a:avLst/>
              <a:gdLst>
                <a:gd name="T0" fmla="*/ 2147483647 w 56"/>
                <a:gd name="T1" fmla="*/ 2147483647 h 32"/>
                <a:gd name="T2" fmla="*/ 2147483647 w 56"/>
                <a:gd name="T3" fmla="*/ 2147483647 h 32"/>
                <a:gd name="T4" fmla="*/ 2147483647 w 56"/>
                <a:gd name="T5" fmla="*/ 0 h 32"/>
                <a:gd name="T6" fmla="*/ 0 w 56"/>
                <a:gd name="T7" fmla="*/ 0 h 32"/>
                <a:gd name="T8" fmla="*/ 0 w 56"/>
                <a:gd name="T9" fmla="*/ 2147483647 h 32"/>
                <a:gd name="T10" fmla="*/ 0 w 56"/>
                <a:gd name="T11" fmla="*/ 2147483647 h 32"/>
                <a:gd name="T12" fmla="*/ 2147483647 w 56"/>
                <a:gd name="T13" fmla="*/ 2147483647 h 32"/>
                <a:gd name="T14" fmla="*/ 0 60000 65536"/>
                <a:gd name="T15" fmla="*/ 0 60000 65536"/>
                <a:gd name="T16" fmla="*/ 0 60000 65536"/>
                <a:gd name="T17" fmla="*/ 0 60000 65536"/>
                <a:gd name="T18" fmla="*/ 0 60000 65536"/>
                <a:gd name="T19" fmla="*/ 0 60000 65536"/>
                <a:gd name="T20" fmla="*/ 0 60000 65536"/>
                <a:gd name="T21" fmla="*/ 0 w 56"/>
                <a:gd name="T22" fmla="*/ 0 h 32"/>
                <a:gd name="T23" fmla="*/ 56 w 56"/>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2">
                  <a:moveTo>
                    <a:pt x="48" y="32"/>
                  </a:moveTo>
                  <a:lnTo>
                    <a:pt x="56" y="16"/>
                  </a:lnTo>
                  <a:lnTo>
                    <a:pt x="8" y="0"/>
                  </a:lnTo>
                  <a:lnTo>
                    <a:pt x="0" y="0"/>
                  </a:lnTo>
                  <a:lnTo>
                    <a:pt x="0" y="16"/>
                  </a:lnTo>
                  <a:lnTo>
                    <a:pt x="48"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97" name="Rectangle 16"/>
            <p:cNvSpPr>
              <a:spLocks noChangeArrowheads="1"/>
            </p:cNvSpPr>
            <p:nvPr/>
          </p:nvSpPr>
          <p:spPr bwMode="auto">
            <a:xfrm>
              <a:off x="5600700" y="2579688"/>
              <a:ext cx="25400" cy="254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098" name="Freeform 17"/>
            <p:cNvSpPr>
              <a:spLocks/>
            </p:cNvSpPr>
            <p:nvPr/>
          </p:nvSpPr>
          <p:spPr bwMode="auto">
            <a:xfrm>
              <a:off x="5422900" y="2541588"/>
              <a:ext cx="101600" cy="38100"/>
            </a:xfrm>
            <a:custGeom>
              <a:avLst/>
              <a:gdLst>
                <a:gd name="T0" fmla="*/ 2147483647 w 64"/>
                <a:gd name="T1" fmla="*/ 2147483647 h 24"/>
                <a:gd name="T2" fmla="*/ 2147483647 w 64"/>
                <a:gd name="T3" fmla="*/ 2147483647 h 24"/>
                <a:gd name="T4" fmla="*/ 0 w 64"/>
                <a:gd name="T5" fmla="*/ 0 h 24"/>
                <a:gd name="T6" fmla="*/ 0 w 64"/>
                <a:gd name="T7" fmla="*/ 2147483647 h 24"/>
                <a:gd name="T8" fmla="*/ 2147483647 w 64"/>
                <a:gd name="T9" fmla="*/ 2147483647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64" y="24"/>
                  </a:moveTo>
                  <a:lnTo>
                    <a:pt x="64" y="8"/>
                  </a:lnTo>
                  <a:lnTo>
                    <a:pt x="0" y="0"/>
                  </a:lnTo>
                  <a:lnTo>
                    <a:pt x="0" y="16"/>
                  </a:lnTo>
                  <a:lnTo>
                    <a:pt x="64"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099" name="Freeform 18"/>
            <p:cNvSpPr>
              <a:spLocks/>
            </p:cNvSpPr>
            <p:nvPr/>
          </p:nvSpPr>
          <p:spPr bwMode="auto">
            <a:xfrm>
              <a:off x="5245100" y="2503488"/>
              <a:ext cx="101600" cy="50800"/>
            </a:xfrm>
            <a:custGeom>
              <a:avLst/>
              <a:gdLst>
                <a:gd name="T0" fmla="*/ 2147483647 w 64"/>
                <a:gd name="T1" fmla="*/ 2147483647 h 32"/>
                <a:gd name="T2" fmla="*/ 2147483647 w 64"/>
                <a:gd name="T3" fmla="*/ 2147483647 h 32"/>
                <a:gd name="T4" fmla="*/ 0 w 64"/>
                <a:gd name="T5" fmla="*/ 0 h 32"/>
                <a:gd name="T6" fmla="*/ 0 w 64"/>
                <a:gd name="T7" fmla="*/ 2147483647 h 32"/>
                <a:gd name="T8" fmla="*/ 2147483647 w 64"/>
                <a:gd name="T9" fmla="*/ 2147483647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64" y="32"/>
                  </a:moveTo>
                  <a:lnTo>
                    <a:pt x="64" y="16"/>
                  </a:lnTo>
                  <a:lnTo>
                    <a:pt x="0" y="0"/>
                  </a:lnTo>
                  <a:lnTo>
                    <a:pt x="0" y="16"/>
                  </a:lnTo>
                  <a:lnTo>
                    <a:pt x="64"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00" name="Freeform 19"/>
            <p:cNvSpPr>
              <a:spLocks/>
            </p:cNvSpPr>
            <p:nvPr/>
          </p:nvSpPr>
          <p:spPr bwMode="auto">
            <a:xfrm>
              <a:off x="5118100" y="2478088"/>
              <a:ext cx="50800" cy="38100"/>
            </a:xfrm>
            <a:custGeom>
              <a:avLst/>
              <a:gdLst>
                <a:gd name="T0" fmla="*/ 2147483647 w 32"/>
                <a:gd name="T1" fmla="*/ 2147483647 h 24"/>
                <a:gd name="T2" fmla="*/ 2147483647 w 32"/>
                <a:gd name="T3" fmla="*/ 2147483647 h 24"/>
                <a:gd name="T4" fmla="*/ 0 w 32"/>
                <a:gd name="T5" fmla="*/ 0 h 24"/>
                <a:gd name="T6" fmla="*/ 0 w 32"/>
                <a:gd name="T7" fmla="*/ 0 h 24"/>
                <a:gd name="T8" fmla="*/ 0 w 32"/>
                <a:gd name="T9" fmla="*/ 2147483647 h 24"/>
                <a:gd name="T10" fmla="*/ 0 w 32"/>
                <a:gd name="T11" fmla="*/ 2147483647 h 24"/>
                <a:gd name="T12" fmla="*/ 2147483647 w 32"/>
                <a:gd name="T13" fmla="*/ 2147483647 h 24"/>
                <a:gd name="T14" fmla="*/ 0 60000 65536"/>
                <a:gd name="T15" fmla="*/ 0 60000 65536"/>
                <a:gd name="T16" fmla="*/ 0 60000 65536"/>
                <a:gd name="T17" fmla="*/ 0 60000 65536"/>
                <a:gd name="T18" fmla="*/ 0 60000 65536"/>
                <a:gd name="T19" fmla="*/ 0 60000 65536"/>
                <a:gd name="T20" fmla="*/ 0 60000 65536"/>
                <a:gd name="T21" fmla="*/ 0 w 32"/>
                <a:gd name="T22" fmla="*/ 0 h 24"/>
                <a:gd name="T23" fmla="*/ 32 w 3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4">
                  <a:moveTo>
                    <a:pt x="32" y="24"/>
                  </a:moveTo>
                  <a:lnTo>
                    <a:pt x="32" y="8"/>
                  </a:lnTo>
                  <a:lnTo>
                    <a:pt x="0" y="0"/>
                  </a:lnTo>
                  <a:lnTo>
                    <a:pt x="0" y="16"/>
                  </a:lnTo>
                  <a:lnTo>
                    <a:pt x="32"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01" name="Rectangle 20"/>
            <p:cNvSpPr>
              <a:spLocks noChangeArrowheads="1"/>
            </p:cNvSpPr>
            <p:nvPr/>
          </p:nvSpPr>
          <p:spPr bwMode="auto">
            <a:xfrm>
              <a:off x="5067300" y="2478088"/>
              <a:ext cx="50800" cy="254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102" name="Rectangle 21"/>
            <p:cNvSpPr>
              <a:spLocks noChangeArrowheads="1"/>
            </p:cNvSpPr>
            <p:nvPr/>
          </p:nvSpPr>
          <p:spPr bwMode="auto">
            <a:xfrm>
              <a:off x="4889500" y="2465388"/>
              <a:ext cx="101600" cy="254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103" name="Freeform 22"/>
            <p:cNvSpPr>
              <a:spLocks/>
            </p:cNvSpPr>
            <p:nvPr/>
          </p:nvSpPr>
          <p:spPr bwMode="auto">
            <a:xfrm>
              <a:off x="4711700" y="2439988"/>
              <a:ext cx="101600" cy="38100"/>
            </a:xfrm>
            <a:custGeom>
              <a:avLst/>
              <a:gdLst>
                <a:gd name="T0" fmla="*/ 2147483647 w 64"/>
                <a:gd name="T1" fmla="*/ 2147483647 h 24"/>
                <a:gd name="T2" fmla="*/ 2147483647 w 64"/>
                <a:gd name="T3" fmla="*/ 2147483647 h 24"/>
                <a:gd name="T4" fmla="*/ 0 w 64"/>
                <a:gd name="T5" fmla="*/ 0 h 24"/>
                <a:gd name="T6" fmla="*/ 0 w 64"/>
                <a:gd name="T7" fmla="*/ 2147483647 h 24"/>
                <a:gd name="T8" fmla="*/ 2147483647 w 64"/>
                <a:gd name="T9" fmla="*/ 2147483647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64" y="24"/>
                  </a:moveTo>
                  <a:lnTo>
                    <a:pt x="64" y="8"/>
                  </a:lnTo>
                  <a:lnTo>
                    <a:pt x="0" y="0"/>
                  </a:lnTo>
                  <a:lnTo>
                    <a:pt x="0" y="16"/>
                  </a:lnTo>
                  <a:lnTo>
                    <a:pt x="64"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04" name="Freeform 23"/>
            <p:cNvSpPr>
              <a:spLocks/>
            </p:cNvSpPr>
            <p:nvPr/>
          </p:nvSpPr>
          <p:spPr bwMode="auto">
            <a:xfrm>
              <a:off x="4532313" y="2427288"/>
              <a:ext cx="103187" cy="38100"/>
            </a:xfrm>
            <a:custGeom>
              <a:avLst/>
              <a:gdLst>
                <a:gd name="T0" fmla="*/ 2147483647 w 65"/>
                <a:gd name="T1" fmla="*/ 2147483647 h 24"/>
                <a:gd name="T2" fmla="*/ 2147483647 w 65"/>
                <a:gd name="T3" fmla="*/ 2147483647 h 24"/>
                <a:gd name="T4" fmla="*/ 0 w 65"/>
                <a:gd name="T5" fmla="*/ 0 h 24"/>
                <a:gd name="T6" fmla="*/ 0 w 65"/>
                <a:gd name="T7" fmla="*/ 2147483647 h 24"/>
                <a:gd name="T8" fmla="*/ 2147483647 w 65"/>
                <a:gd name="T9" fmla="*/ 2147483647 h 24"/>
                <a:gd name="T10" fmla="*/ 0 60000 65536"/>
                <a:gd name="T11" fmla="*/ 0 60000 65536"/>
                <a:gd name="T12" fmla="*/ 0 60000 65536"/>
                <a:gd name="T13" fmla="*/ 0 60000 65536"/>
                <a:gd name="T14" fmla="*/ 0 60000 65536"/>
                <a:gd name="T15" fmla="*/ 0 w 65"/>
                <a:gd name="T16" fmla="*/ 0 h 24"/>
                <a:gd name="T17" fmla="*/ 65 w 65"/>
                <a:gd name="T18" fmla="*/ 24 h 24"/>
              </a:gdLst>
              <a:ahLst/>
              <a:cxnLst>
                <a:cxn ang="T10">
                  <a:pos x="T0" y="T1"/>
                </a:cxn>
                <a:cxn ang="T11">
                  <a:pos x="T2" y="T3"/>
                </a:cxn>
                <a:cxn ang="T12">
                  <a:pos x="T4" y="T5"/>
                </a:cxn>
                <a:cxn ang="T13">
                  <a:pos x="T6" y="T7"/>
                </a:cxn>
                <a:cxn ang="T14">
                  <a:pos x="T8" y="T9"/>
                </a:cxn>
              </a:cxnLst>
              <a:rect l="T15" t="T16" r="T17" b="T18"/>
              <a:pathLst>
                <a:path w="65" h="24">
                  <a:moveTo>
                    <a:pt x="65" y="24"/>
                  </a:moveTo>
                  <a:lnTo>
                    <a:pt x="65" y="8"/>
                  </a:lnTo>
                  <a:lnTo>
                    <a:pt x="0" y="0"/>
                  </a:lnTo>
                  <a:lnTo>
                    <a:pt x="0" y="16"/>
                  </a:lnTo>
                  <a:lnTo>
                    <a:pt x="65"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05" name="Freeform 24"/>
            <p:cNvSpPr>
              <a:spLocks/>
            </p:cNvSpPr>
            <p:nvPr/>
          </p:nvSpPr>
          <p:spPr bwMode="auto">
            <a:xfrm>
              <a:off x="4405313" y="2414588"/>
              <a:ext cx="50800" cy="38100"/>
            </a:xfrm>
            <a:custGeom>
              <a:avLst/>
              <a:gdLst>
                <a:gd name="T0" fmla="*/ 2147483647 w 32"/>
                <a:gd name="T1" fmla="*/ 2147483647 h 24"/>
                <a:gd name="T2" fmla="*/ 2147483647 w 32"/>
                <a:gd name="T3" fmla="*/ 2147483647 h 24"/>
                <a:gd name="T4" fmla="*/ 0 w 32"/>
                <a:gd name="T5" fmla="*/ 0 h 24"/>
                <a:gd name="T6" fmla="*/ 0 w 32"/>
                <a:gd name="T7" fmla="*/ 2147483647 h 24"/>
                <a:gd name="T8" fmla="*/ 2147483647 w 32"/>
                <a:gd name="T9" fmla="*/ 2147483647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32" y="24"/>
                  </a:moveTo>
                  <a:lnTo>
                    <a:pt x="32" y="8"/>
                  </a:lnTo>
                  <a:lnTo>
                    <a:pt x="0" y="0"/>
                  </a:lnTo>
                  <a:lnTo>
                    <a:pt x="0" y="16"/>
                  </a:lnTo>
                  <a:lnTo>
                    <a:pt x="32"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06" name="Rectangle 25"/>
            <p:cNvSpPr>
              <a:spLocks noChangeArrowheads="1"/>
            </p:cNvSpPr>
            <p:nvPr/>
          </p:nvSpPr>
          <p:spPr bwMode="auto">
            <a:xfrm>
              <a:off x="4354513" y="2414588"/>
              <a:ext cx="50800" cy="254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107" name="Rectangle 26"/>
            <p:cNvSpPr>
              <a:spLocks noChangeArrowheads="1"/>
            </p:cNvSpPr>
            <p:nvPr/>
          </p:nvSpPr>
          <p:spPr bwMode="auto">
            <a:xfrm>
              <a:off x="4176713" y="2414588"/>
              <a:ext cx="101600" cy="254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108" name="Freeform 27"/>
            <p:cNvSpPr>
              <a:spLocks/>
            </p:cNvSpPr>
            <p:nvPr/>
          </p:nvSpPr>
          <p:spPr bwMode="auto">
            <a:xfrm>
              <a:off x="4049713" y="2414588"/>
              <a:ext cx="50800" cy="25400"/>
            </a:xfrm>
            <a:custGeom>
              <a:avLst/>
              <a:gdLst>
                <a:gd name="T0" fmla="*/ 2147483647 w 32"/>
                <a:gd name="T1" fmla="*/ 2147483647 h 16"/>
                <a:gd name="T2" fmla="*/ 2147483647 w 32"/>
                <a:gd name="T3" fmla="*/ 0 h 16"/>
                <a:gd name="T4" fmla="*/ 0 w 32"/>
                <a:gd name="T5" fmla="*/ 0 h 16"/>
                <a:gd name="T6" fmla="*/ 0 w 32"/>
                <a:gd name="T7" fmla="*/ 0 h 16"/>
                <a:gd name="T8" fmla="*/ 0 w 32"/>
                <a:gd name="T9" fmla="*/ 2147483647 h 16"/>
                <a:gd name="T10" fmla="*/ 0 w 32"/>
                <a:gd name="T11" fmla="*/ 2147483647 h 16"/>
                <a:gd name="T12" fmla="*/ 2147483647 w 32"/>
                <a:gd name="T13" fmla="*/ 2147483647 h 16"/>
                <a:gd name="T14" fmla="*/ 0 60000 65536"/>
                <a:gd name="T15" fmla="*/ 0 60000 65536"/>
                <a:gd name="T16" fmla="*/ 0 60000 65536"/>
                <a:gd name="T17" fmla="*/ 0 60000 65536"/>
                <a:gd name="T18" fmla="*/ 0 60000 65536"/>
                <a:gd name="T19" fmla="*/ 0 60000 65536"/>
                <a:gd name="T20" fmla="*/ 0 60000 65536"/>
                <a:gd name="T21" fmla="*/ 0 w 32"/>
                <a:gd name="T22" fmla="*/ 0 h 16"/>
                <a:gd name="T23" fmla="*/ 32 w 32"/>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6">
                  <a:moveTo>
                    <a:pt x="32" y="16"/>
                  </a:moveTo>
                  <a:lnTo>
                    <a:pt x="32" y="0"/>
                  </a:lnTo>
                  <a:lnTo>
                    <a:pt x="0" y="0"/>
                  </a:lnTo>
                  <a:lnTo>
                    <a:pt x="0" y="16"/>
                  </a:lnTo>
                  <a:lnTo>
                    <a:pt x="32"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09" name="Rectangle 28"/>
            <p:cNvSpPr>
              <a:spLocks noChangeArrowheads="1"/>
            </p:cNvSpPr>
            <p:nvPr/>
          </p:nvSpPr>
          <p:spPr bwMode="auto">
            <a:xfrm>
              <a:off x="3998913" y="2414588"/>
              <a:ext cx="50800" cy="254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110" name="Freeform 29"/>
            <p:cNvSpPr>
              <a:spLocks/>
            </p:cNvSpPr>
            <p:nvPr/>
          </p:nvSpPr>
          <p:spPr bwMode="auto">
            <a:xfrm>
              <a:off x="3821113" y="2427288"/>
              <a:ext cx="101600" cy="38100"/>
            </a:xfrm>
            <a:custGeom>
              <a:avLst/>
              <a:gdLst>
                <a:gd name="T0" fmla="*/ 2147483647 w 64"/>
                <a:gd name="T1" fmla="*/ 2147483647 h 24"/>
                <a:gd name="T2" fmla="*/ 2147483647 w 64"/>
                <a:gd name="T3" fmla="*/ 0 h 24"/>
                <a:gd name="T4" fmla="*/ 0 w 64"/>
                <a:gd name="T5" fmla="*/ 2147483647 h 24"/>
                <a:gd name="T6" fmla="*/ 0 w 64"/>
                <a:gd name="T7" fmla="*/ 2147483647 h 24"/>
                <a:gd name="T8" fmla="*/ 2147483647 w 64"/>
                <a:gd name="T9" fmla="*/ 2147483647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64" y="16"/>
                  </a:moveTo>
                  <a:lnTo>
                    <a:pt x="64" y="0"/>
                  </a:lnTo>
                  <a:lnTo>
                    <a:pt x="0" y="8"/>
                  </a:lnTo>
                  <a:lnTo>
                    <a:pt x="0" y="24"/>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11" name="Freeform 30"/>
            <p:cNvSpPr>
              <a:spLocks/>
            </p:cNvSpPr>
            <p:nvPr/>
          </p:nvSpPr>
          <p:spPr bwMode="auto">
            <a:xfrm>
              <a:off x="3681413" y="2452688"/>
              <a:ext cx="63500" cy="25400"/>
            </a:xfrm>
            <a:custGeom>
              <a:avLst/>
              <a:gdLst>
                <a:gd name="T0" fmla="*/ 2147483647 w 40"/>
                <a:gd name="T1" fmla="*/ 2147483647 h 16"/>
                <a:gd name="T2" fmla="*/ 2147483647 w 40"/>
                <a:gd name="T3" fmla="*/ 0 h 16"/>
                <a:gd name="T4" fmla="*/ 0 w 40"/>
                <a:gd name="T5" fmla="*/ 0 h 16"/>
                <a:gd name="T6" fmla="*/ 0 w 40"/>
                <a:gd name="T7" fmla="*/ 0 h 16"/>
                <a:gd name="T8" fmla="*/ 2147483647 w 40"/>
                <a:gd name="T9" fmla="*/ 2147483647 h 16"/>
                <a:gd name="T10" fmla="*/ 0 w 40"/>
                <a:gd name="T11" fmla="*/ 2147483647 h 16"/>
                <a:gd name="T12" fmla="*/ 2147483647 w 40"/>
                <a:gd name="T13" fmla="*/ 2147483647 h 16"/>
                <a:gd name="T14" fmla="*/ 0 60000 65536"/>
                <a:gd name="T15" fmla="*/ 0 60000 65536"/>
                <a:gd name="T16" fmla="*/ 0 60000 65536"/>
                <a:gd name="T17" fmla="*/ 0 60000 65536"/>
                <a:gd name="T18" fmla="*/ 0 60000 65536"/>
                <a:gd name="T19" fmla="*/ 0 60000 65536"/>
                <a:gd name="T20" fmla="*/ 0 60000 65536"/>
                <a:gd name="T21" fmla="*/ 0 w 40"/>
                <a:gd name="T22" fmla="*/ 0 h 16"/>
                <a:gd name="T23" fmla="*/ 40 w 40"/>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6">
                  <a:moveTo>
                    <a:pt x="40" y="16"/>
                  </a:moveTo>
                  <a:lnTo>
                    <a:pt x="40" y="0"/>
                  </a:lnTo>
                  <a:lnTo>
                    <a:pt x="0" y="0"/>
                  </a:lnTo>
                  <a:lnTo>
                    <a:pt x="8" y="16"/>
                  </a:lnTo>
                  <a:lnTo>
                    <a:pt x="0" y="16"/>
                  </a:lnTo>
                  <a:lnTo>
                    <a:pt x="40"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12" name="Freeform 31"/>
            <p:cNvSpPr>
              <a:spLocks/>
            </p:cNvSpPr>
            <p:nvPr/>
          </p:nvSpPr>
          <p:spPr bwMode="auto">
            <a:xfrm>
              <a:off x="3643313" y="2452688"/>
              <a:ext cx="50800" cy="38100"/>
            </a:xfrm>
            <a:custGeom>
              <a:avLst/>
              <a:gdLst>
                <a:gd name="T0" fmla="*/ 2147483647 w 32"/>
                <a:gd name="T1" fmla="*/ 2147483647 h 24"/>
                <a:gd name="T2" fmla="*/ 2147483647 w 32"/>
                <a:gd name="T3" fmla="*/ 0 h 24"/>
                <a:gd name="T4" fmla="*/ 0 w 32"/>
                <a:gd name="T5" fmla="*/ 2147483647 h 24"/>
                <a:gd name="T6" fmla="*/ 2147483647 w 32"/>
                <a:gd name="T7" fmla="*/ 2147483647 h 24"/>
                <a:gd name="T8" fmla="*/ 2147483647 w 32"/>
                <a:gd name="T9" fmla="*/ 2147483647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32" y="16"/>
                  </a:moveTo>
                  <a:lnTo>
                    <a:pt x="24" y="0"/>
                  </a:lnTo>
                  <a:lnTo>
                    <a:pt x="0" y="8"/>
                  </a:lnTo>
                  <a:lnTo>
                    <a:pt x="8" y="24"/>
                  </a:lnTo>
                  <a:lnTo>
                    <a:pt x="32"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13" name="Freeform 32"/>
            <p:cNvSpPr>
              <a:spLocks/>
            </p:cNvSpPr>
            <p:nvPr/>
          </p:nvSpPr>
          <p:spPr bwMode="auto">
            <a:xfrm>
              <a:off x="3478213" y="2478088"/>
              <a:ext cx="101600" cy="50800"/>
            </a:xfrm>
            <a:custGeom>
              <a:avLst/>
              <a:gdLst>
                <a:gd name="T0" fmla="*/ 2147483647 w 64"/>
                <a:gd name="T1" fmla="*/ 2147483647 h 32"/>
                <a:gd name="T2" fmla="*/ 2147483647 w 64"/>
                <a:gd name="T3" fmla="*/ 0 h 32"/>
                <a:gd name="T4" fmla="*/ 0 w 64"/>
                <a:gd name="T5" fmla="*/ 2147483647 h 32"/>
                <a:gd name="T6" fmla="*/ 2147483647 w 64"/>
                <a:gd name="T7" fmla="*/ 2147483647 h 32"/>
                <a:gd name="T8" fmla="*/ 2147483647 w 64"/>
                <a:gd name="T9" fmla="*/ 2147483647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64" y="16"/>
                  </a:moveTo>
                  <a:lnTo>
                    <a:pt x="56" y="0"/>
                  </a:lnTo>
                  <a:lnTo>
                    <a:pt x="0" y="16"/>
                  </a:lnTo>
                  <a:lnTo>
                    <a:pt x="8" y="32"/>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14" name="Freeform 33"/>
            <p:cNvSpPr>
              <a:spLocks/>
            </p:cNvSpPr>
            <p:nvPr/>
          </p:nvSpPr>
          <p:spPr bwMode="auto">
            <a:xfrm>
              <a:off x="3300413" y="2516188"/>
              <a:ext cx="101600" cy="50800"/>
            </a:xfrm>
            <a:custGeom>
              <a:avLst/>
              <a:gdLst>
                <a:gd name="T0" fmla="*/ 2147483647 w 64"/>
                <a:gd name="T1" fmla="*/ 2147483647 h 32"/>
                <a:gd name="T2" fmla="*/ 2147483647 w 64"/>
                <a:gd name="T3" fmla="*/ 0 h 32"/>
                <a:gd name="T4" fmla="*/ 0 w 64"/>
                <a:gd name="T5" fmla="*/ 2147483647 h 32"/>
                <a:gd name="T6" fmla="*/ 0 w 64"/>
                <a:gd name="T7" fmla="*/ 2147483647 h 32"/>
                <a:gd name="T8" fmla="*/ 2147483647 w 64"/>
                <a:gd name="T9" fmla="*/ 2147483647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64" y="16"/>
                  </a:moveTo>
                  <a:lnTo>
                    <a:pt x="64" y="0"/>
                  </a:lnTo>
                  <a:lnTo>
                    <a:pt x="0" y="16"/>
                  </a:lnTo>
                  <a:lnTo>
                    <a:pt x="0" y="32"/>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15" name="Freeform 34"/>
            <p:cNvSpPr>
              <a:spLocks/>
            </p:cNvSpPr>
            <p:nvPr/>
          </p:nvSpPr>
          <p:spPr bwMode="auto">
            <a:xfrm>
              <a:off x="3135313" y="2566988"/>
              <a:ext cx="101600" cy="63500"/>
            </a:xfrm>
            <a:custGeom>
              <a:avLst/>
              <a:gdLst>
                <a:gd name="T0" fmla="*/ 2147483647 w 64"/>
                <a:gd name="T1" fmla="*/ 2147483647 h 40"/>
                <a:gd name="T2" fmla="*/ 2147483647 w 64"/>
                <a:gd name="T3" fmla="*/ 0 h 40"/>
                <a:gd name="T4" fmla="*/ 0 w 64"/>
                <a:gd name="T5" fmla="*/ 2147483647 h 40"/>
                <a:gd name="T6" fmla="*/ 2147483647 w 64"/>
                <a:gd name="T7" fmla="*/ 2147483647 h 40"/>
                <a:gd name="T8" fmla="*/ 2147483647 w 64"/>
                <a:gd name="T9" fmla="*/ 2147483647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64" y="16"/>
                  </a:moveTo>
                  <a:lnTo>
                    <a:pt x="56" y="0"/>
                  </a:lnTo>
                  <a:lnTo>
                    <a:pt x="0" y="24"/>
                  </a:lnTo>
                  <a:lnTo>
                    <a:pt x="8" y="40"/>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16" name="Freeform 35"/>
            <p:cNvSpPr>
              <a:spLocks/>
            </p:cNvSpPr>
            <p:nvPr/>
          </p:nvSpPr>
          <p:spPr bwMode="auto">
            <a:xfrm>
              <a:off x="2970213" y="2630488"/>
              <a:ext cx="101600" cy="50800"/>
            </a:xfrm>
            <a:custGeom>
              <a:avLst/>
              <a:gdLst>
                <a:gd name="T0" fmla="*/ 2147483647 w 64"/>
                <a:gd name="T1" fmla="*/ 2147483647 h 32"/>
                <a:gd name="T2" fmla="*/ 2147483647 w 64"/>
                <a:gd name="T3" fmla="*/ 0 h 32"/>
                <a:gd name="T4" fmla="*/ 0 w 64"/>
                <a:gd name="T5" fmla="*/ 2147483647 h 32"/>
                <a:gd name="T6" fmla="*/ 2147483647 w 64"/>
                <a:gd name="T7" fmla="*/ 2147483647 h 32"/>
                <a:gd name="T8" fmla="*/ 2147483647 w 64"/>
                <a:gd name="T9" fmla="*/ 2147483647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64" y="16"/>
                  </a:moveTo>
                  <a:lnTo>
                    <a:pt x="56" y="0"/>
                  </a:lnTo>
                  <a:lnTo>
                    <a:pt x="0" y="16"/>
                  </a:lnTo>
                  <a:lnTo>
                    <a:pt x="8" y="32"/>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17" name="Freeform 36"/>
            <p:cNvSpPr>
              <a:spLocks/>
            </p:cNvSpPr>
            <p:nvPr/>
          </p:nvSpPr>
          <p:spPr bwMode="auto">
            <a:xfrm>
              <a:off x="2881313" y="2681288"/>
              <a:ext cx="12700" cy="25400"/>
            </a:xfrm>
            <a:custGeom>
              <a:avLst/>
              <a:gdLst>
                <a:gd name="T0" fmla="*/ 2147483647 w 8"/>
                <a:gd name="T1" fmla="*/ 2147483647 h 16"/>
                <a:gd name="T2" fmla="*/ 2147483647 w 8"/>
                <a:gd name="T3" fmla="*/ 0 h 16"/>
                <a:gd name="T4" fmla="*/ 0 w 8"/>
                <a:gd name="T5" fmla="*/ 0 h 16"/>
                <a:gd name="T6" fmla="*/ 0 w 8"/>
                <a:gd name="T7" fmla="*/ 0 h 16"/>
                <a:gd name="T8" fmla="*/ 2147483647 w 8"/>
                <a:gd name="T9" fmla="*/ 2147483647 h 16"/>
                <a:gd name="T10" fmla="*/ 0 w 8"/>
                <a:gd name="T11" fmla="*/ 2147483647 h 16"/>
                <a:gd name="T12" fmla="*/ 2147483647 w 8"/>
                <a:gd name="T13" fmla="*/ 2147483647 h 16"/>
                <a:gd name="T14" fmla="*/ 0 60000 65536"/>
                <a:gd name="T15" fmla="*/ 0 60000 65536"/>
                <a:gd name="T16" fmla="*/ 0 60000 65536"/>
                <a:gd name="T17" fmla="*/ 0 60000 65536"/>
                <a:gd name="T18" fmla="*/ 0 60000 65536"/>
                <a:gd name="T19" fmla="*/ 0 60000 65536"/>
                <a:gd name="T20" fmla="*/ 0 60000 65536"/>
                <a:gd name="T21" fmla="*/ 0 w 8"/>
                <a:gd name="T22" fmla="*/ 0 h 16"/>
                <a:gd name="T23" fmla="*/ 8 w 8"/>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16">
                  <a:moveTo>
                    <a:pt x="8" y="16"/>
                  </a:moveTo>
                  <a:lnTo>
                    <a:pt x="8" y="0"/>
                  </a:lnTo>
                  <a:lnTo>
                    <a:pt x="0" y="0"/>
                  </a:lnTo>
                  <a:lnTo>
                    <a:pt x="8" y="16"/>
                  </a:lnTo>
                  <a:lnTo>
                    <a:pt x="0" y="16"/>
                  </a:lnTo>
                  <a:lnTo>
                    <a:pt x="8"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18" name="Freeform 37"/>
            <p:cNvSpPr>
              <a:spLocks/>
            </p:cNvSpPr>
            <p:nvPr/>
          </p:nvSpPr>
          <p:spPr bwMode="auto">
            <a:xfrm>
              <a:off x="2805113" y="2681288"/>
              <a:ext cx="88900" cy="63500"/>
            </a:xfrm>
            <a:custGeom>
              <a:avLst/>
              <a:gdLst>
                <a:gd name="T0" fmla="*/ 2147483647 w 56"/>
                <a:gd name="T1" fmla="*/ 2147483647 h 40"/>
                <a:gd name="T2" fmla="*/ 2147483647 w 56"/>
                <a:gd name="T3" fmla="*/ 0 h 40"/>
                <a:gd name="T4" fmla="*/ 0 w 56"/>
                <a:gd name="T5" fmla="*/ 2147483647 h 40"/>
                <a:gd name="T6" fmla="*/ 2147483647 w 56"/>
                <a:gd name="T7" fmla="*/ 2147483647 h 40"/>
                <a:gd name="T8" fmla="*/ 2147483647 w 56"/>
                <a:gd name="T9" fmla="*/ 2147483647 h 40"/>
                <a:gd name="T10" fmla="*/ 0 60000 65536"/>
                <a:gd name="T11" fmla="*/ 0 60000 65536"/>
                <a:gd name="T12" fmla="*/ 0 60000 65536"/>
                <a:gd name="T13" fmla="*/ 0 60000 65536"/>
                <a:gd name="T14" fmla="*/ 0 60000 65536"/>
                <a:gd name="T15" fmla="*/ 0 w 56"/>
                <a:gd name="T16" fmla="*/ 0 h 40"/>
                <a:gd name="T17" fmla="*/ 56 w 56"/>
                <a:gd name="T18" fmla="*/ 40 h 40"/>
              </a:gdLst>
              <a:ahLst/>
              <a:cxnLst>
                <a:cxn ang="T10">
                  <a:pos x="T0" y="T1"/>
                </a:cxn>
                <a:cxn ang="T11">
                  <a:pos x="T2" y="T3"/>
                </a:cxn>
                <a:cxn ang="T12">
                  <a:pos x="T4" y="T5"/>
                </a:cxn>
                <a:cxn ang="T13">
                  <a:pos x="T6" y="T7"/>
                </a:cxn>
                <a:cxn ang="T14">
                  <a:pos x="T8" y="T9"/>
                </a:cxn>
              </a:cxnLst>
              <a:rect l="T15" t="T16" r="T17" b="T18"/>
              <a:pathLst>
                <a:path w="56" h="40">
                  <a:moveTo>
                    <a:pt x="56" y="16"/>
                  </a:moveTo>
                  <a:lnTo>
                    <a:pt x="48" y="0"/>
                  </a:lnTo>
                  <a:lnTo>
                    <a:pt x="0" y="24"/>
                  </a:lnTo>
                  <a:lnTo>
                    <a:pt x="8" y="40"/>
                  </a:lnTo>
                  <a:lnTo>
                    <a:pt x="56"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19" name="Freeform 38"/>
            <p:cNvSpPr>
              <a:spLocks/>
            </p:cNvSpPr>
            <p:nvPr/>
          </p:nvSpPr>
          <p:spPr bwMode="auto">
            <a:xfrm>
              <a:off x="2640013" y="2757488"/>
              <a:ext cx="101600" cy="63500"/>
            </a:xfrm>
            <a:custGeom>
              <a:avLst/>
              <a:gdLst>
                <a:gd name="T0" fmla="*/ 2147483647 w 64"/>
                <a:gd name="T1" fmla="*/ 2147483647 h 40"/>
                <a:gd name="T2" fmla="*/ 2147483647 w 64"/>
                <a:gd name="T3" fmla="*/ 0 h 40"/>
                <a:gd name="T4" fmla="*/ 0 w 64"/>
                <a:gd name="T5" fmla="*/ 2147483647 h 40"/>
                <a:gd name="T6" fmla="*/ 2147483647 w 64"/>
                <a:gd name="T7" fmla="*/ 2147483647 h 40"/>
                <a:gd name="T8" fmla="*/ 2147483647 w 64"/>
                <a:gd name="T9" fmla="*/ 2147483647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64" y="16"/>
                  </a:moveTo>
                  <a:lnTo>
                    <a:pt x="56" y="0"/>
                  </a:lnTo>
                  <a:lnTo>
                    <a:pt x="0" y="24"/>
                  </a:lnTo>
                  <a:lnTo>
                    <a:pt x="8" y="40"/>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20" name="Freeform 39"/>
            <p:cNvSpPr>
              <a:spLocks/>
            </p:cNvSpPr>
            <p:nvPr/>
          </p:nvSpPr>
          <p:spPr bwMode="auto">
            <a:xfrm>
              <a:off x="2474913" y="2820988"/>
              <a:ext cx="101600" cy="76200"/>
            </a:xfrm>
            <a:custGeom>
              <a:avLst/>
              <a:gdLst>
                <a:gd name="T0" fmla="*/ 2147483647 w 64"/>
                <a:gd name="T1" fmla="*/ 2147483647 h 48"/>
                <a:gd name="T2" fmla="*/ 2147483647 w 64"/>
                <a:gd name="T3" fmla="*/ 0 h 48"/>
                <a:gd name="T4" fmla="*/ 0 w 64"/>
                <a:gd name="T5" fmla="*/ 2147483647 h 48"/>
                <a:gd name="T6" fmla="*/ 2147483647 w 64"/>
                <a:gd name="T7" fmla="*/ 2147483647 h 48"/>
                <a:gd name="T8" fmla="*/ 2147483647 w 64"/>
                <a:gd name="T9" fmla="*/ 2147483647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64" y="16"/>
                  </a:moveTo>
                  <a:lnTo>
                    <a:pt x="56" y="0"/>
                  </a:lnTo>
                  <a:lnTo>
                    <a:pt x="0" y="32"/>
                  </a:lnTo>
                  <a:lnTo>
                    <a:pt x="8" y="48"/>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21" name="Freeform 40"/>
            <p:cNvSpPr>
              <a:spLocks/>
            </p:cNvSpPr>
            <p:nvPr/>
          </p:nvSpPr>
          <p:spPr bwMode="auto">
            <a:xfrm>
              <a:off x="2322513" y="2909888"/>
              <a:ext cx="101600" cy="63500"/>
            </a:xfrm>
            <a:custGeom>
              <a:avLst/>
              <a:gdLst>
                <a:gd name="T0" fmla="*/ 2147483647 w 64"/>
                <a:gd name="T1" fmla="*/ 2147483647 h 40"/>
                <a:gd name="T2" fmla="*/ 2147483647 w 64"/>
                <a:gd name="T3" fmla="*/ 0 h 40"/>
                <a:gd name="T4" fmla="*/ 0 w 64"/>
                <a:gd name="T5" fmla="*/ 2147483647 h 40"/>
                <a:gd name="T6" fmla="*/ 2147483647 w 64"/>
                <a:gd name="T7" fmla="*/ 2147483647 h 40"/>
                <a:gd name="T8" fmla="*/ 2147483647 w 64"/>
                <a:gd name="T9" fmla="*/ 2147483647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64" y="16"/>
                  </a:moveTo>
                  <a:lnTo>
                    <a:pt x="56" y="0"/>
                  </a:lnTo>
                  <a:lnTo>
                    <a:pt x="0" y="24"/>
                  </a:lnTo>
                  <a:lnTo>
                    <a:pt x="8" y="40"/>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22" name="Freeform 41"/>
            <p:cNvSpPr>
              <a:spLocks/>
            </p:cNvSpPr>
            <p:nvPr/>
          </p:nvSpPr>
          <p:spPr bwMode="auto">
            <a:xfrm>
              <a:off x="2170113" y="2986088"/>
              <a:ext cx="101600" cy="76200"/>
            </a:xfrm>
            <a:custGeom>
              <a:avLst/>
              <a:gdLst>
                <a:gd name="T0" fmla="*/ 2147483647 w 64"/>
                <a:gd name="T1" fmla="*/ 2147483647 h 48"/>
                <a:gd name="T2" fmla="*/ 2147483647 w 64"/>
                <a:gd name="T3" fmla="*/ 0 h 48"/>
                <a:gd name="T4" fmla="*/ 0 w 64"/>
                <a:gd name="T5" fmla="*/ 2147483647 h 48"/>
                <a:gd name="T6" fmla="*/ 2147483647 w 64"/>
                <a:gd name="T7" fmla="*/ 2147483647 h 48"/>
                <a:gd name="T8" fmla="*/ 2147483647 w 64"/>
                <a:gd name="T9" fmla="*/ 2147483647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64" y="16"/>
                  </a:moveTo>
                  <a:lnTo>
                    <a:pt x="56" y="0"/>
                  </a:lnTo>
                  <a:lnTo>
                    <a:pt x="0" y="32"/>
                  </a:lnTo>
                  <a:lnTo>
                    <a:pt x="8" y="48"/>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23" name="Freeform 42"/>
            <p:cNvSpPr>
              <a:spLocks/>
            </p:cNvSpPr>
            <p:nvPr/>
          </p:nvSpPr>
          <p:spPr bwMode="auto">
            <a:xfrm>
              <a:off x="2043113" y="3074988"/>
              <a:ext cx="63500" cy="50800"/>
            </a:xfrm>
            <a:custGeom>
              <a:avLst/>
              <a:gdLst>
                <a:gd name="T0" fmla="*/ 2147483647 w 40"/>
                <a:gd name="T1" fmla="*/ 2147483647 h 32"/>
                <a:gd name="T2" fmla="*/ 2147483647 w 40"/>
                <a:gd name="T3" fmla="*/ 0 h 32"/>
                <a:gd name="T4" fmla="*/ 0 w 40"/>
                <a:gd name="T5" fmla="*/ 2147483647 h 32"/>
                <a:gd name="T6" fmla="*/ 0 w 40"/>
                <a:gd name="T7" fmla="*/ 2147483647 h 32"/>
                <a:gd name="T8" fmla="*/ 2147483647 w 40"/>
                <a:gd name="T9" fmla="*/ 2147483647 h 32"/>
                <a:gd name="T10" fmla="*/ 2147483647 w 40"/>
                <a:gd name="T11" fmla="*/ 2147483647 h 32"/>
                <a:gd name="T12" fmla="*/ 2147483647 w 40"/>
                <a:gd name="T13" fmla="*/ 2147483647 h 32"/>
                <a:gd name="T14" fmla="*/ 0 60000 65536"/>
                <a:gd name="T15" fmla="*/ 0 60000 65536"/>
                <a:gd name="T16" fmla="*/ 0 60000 65536"/>
                <a:gd name="T17" fmla="*/ 0 60000 65536"/>
                <a:gd name="T18" fmla="*/ 0 60000 65536"/>
                <a:gd name="T19" fmla="*/ 0 60000 65536"/>
                <a:gd name="T20" fmla="*/ 0 60000 65536"/>
                <a:gd name="T21" fmla="*/ 0 w 40"/>
                <a:gd name="T22" fmla="*/ 0 h 32"/>
                <a:gd name="T23" fmla="*/ 40 w 40"/>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32">
                  <a:moveTo>
                    <a:pt x="40" y="16"/>
                  </a:moveTo>
                  <a:lnTo>
                    <a:pt x="32" y="0"/>
                  </a:lnTo>
                  <a:lnTo>
                    <a:pt x="0" y="16"/>
                  </a:lnTo>
                  <a:lnTo>
                    <a:pt x="8" y="32"/>
                  </a:lnTo>
                  <a:lnTo>
                    <a:pt x="40"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24" name="Freeform 43"/>
            <p:cNvSpPr>
              <a:spLocks/>
            </p:cNvSpPr>
            <p:nvPr/>
          </p:nvSpPr>
          <p:spPr bwMode="auto">
            <a:xfrm>
              <a:off x="2005013" y="3100388"/>
              <a:ext cx="50800" cy="50800"/>
            </a:xfrm>
            <a:custGeom>
              <a:avLst/>
              <a:gdLst>
                <a:gd name="T0" fmla="*/ 2147483647 w 32"/>
                <a:gd name="T1" fmla="*/ 2147483647 h 32"/>
                <a:gd name="T2" fmla="*/ 2147483647 w 32"/>
                <a:gd name="T3" fmla="*/ 0 h 32"/>
                <a:gd name="T4" fmla="*/ 0 w 32"/>
                <a:gd name="T5" fmla="*/ 2147483647 h 32"/>
                <a:gd name="T6" fmla="*/ 2147483647 w 32"/>
                <a:gd name="T7" fmla="*/ 2147483647 h 32"/>
                <a:gd name="T8" fmla="*/ 2147483647 w 32"/>
                <a:gd name="T9" fmla="*/ 2147483647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32" y="16"/>
                  </a:moveTo>
                  <a:lnTo>
                    <a:pt x="24" y="0"/>
                  </a:lnTo>
                  <a:lnTo>
                    <a:pt x="0" y="16"/>
                  </a:lnTo>
                  <a:lnTo>
                    <a:pt x="8" y="32"/>
                  </a:lnTo>
                  <a:lnTo>
                    <a:pt x="32"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25" name="Freeform 44"/>
            <p:cNvSpPr>
              <a:spLocks/>
            </p:cNvSpPr>
            <p:nvPr/>
          </p:nvSpPr>
          <p:spPr bwMode="auto">
            <a:xfrm>
              <a:off x="1865313" y="3163888"/>
              <a:ext cx="88900" cy="76200"/>
            </a:xfrm>
            <a:custGeom>
              <a:avLst/>
              <a:gdLst>
                <a:gd name="T0" fmla="*/ 2147483647 w 56"/>
                <a:gd name="T1" fmla="*/ 2147483647 h 48"/>
                <a:gd name="T2" fmla="*/ 2147483647 w 56"/>
                <a:gd name="T3" fmla="*/ 0 h 48"/>
                <a:gd name="T4" fmla="*/ 0 w 56"/>
                <a:gd name="T5" fmla="*/ 2147483647 h 48"/>
                <a:gd name="T6" fmla="*/ 2147483647 w 56"/>
                <a:gd name="T7" fmla="*/ 2147483647 h 48"/>
                <a:gd name="T8" fmla="*/ 2147483647 w 56"/>
                <a:gd name="T9" fmla="*/ 2147483647 h 48"/>
                <a:gd name="T10" fmla="*/ 0 60000 65536"/>
                <a:gd name="T11" fmla="*/ 0 60000 65536"/>
                <a:gd name="T12" fmla="*/ 0 60000 65536"/>
                <a:gd name="T13" fmla="*/ 0 60000 65536"/>
                <a:gd name="T14" fmla="*/ 0 60000 65536"/>
                <a:gd name="T15" fmla="*/ 0 w 56"/>
                <a:gd name="T16" fmla="*/ 0 h 48"/>
                <a:gd name="T17" fmla="*/ 56 w 56"/>
                <a:gd name="T18" fmla="*/ 48 h 48"/>
              </a:gdLst>
              <a:ahLst/>
              <a:cxnLst>
                <a:cxn ang="T10">
                  <a:pos x="T0" y="T1"/>
                </a:cxn>
                <a:cxn ang="T11">
                  <a:pos x="T2" y="T3"/>
                </a:cxn>
                <a:cxn ang="T12">
                  <a:pos x="T4" y="T5"/>
                </a:cxn>
                <a:cxn ang="T13">
                  <a:pos x="T6" y="T7"/>
                </a:cxn>
                <a:cxn ang="T14">
                  <a:pos x="T8" y="T9"/>
                </a:cxn>
              </a:cxnLst>
              <a:rect l="T15" t="T16" r="T17" b="T18"/>
              <a:pathLst>
                <a:path w="56" h="48">
                  <a:moveTo>
                    <a:pt x="56" y="16"/>
                  </a:moveTo>
                  <a:lnTo>
                    <a:pt x="48" y="0"/>
                  </a:lnTo>
                  <a:lnTo>
                    <a:pt x="0" y="32"/>
                  </a:lnTo>
                  <a:lnTo>
                    <a:pt x="8" y="48"/>
                  </a:lnTo>
                  <a:lnTo>
                    <a:pt x="56"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26" name="Freeform 45"/>
            <p:cNvSpPr>
              <a:spLocks/>
            </p:cNvSpPr>
            <p:nvPr/>
          </p:nvSpPr>
          <p:spPr bwMode="auto">
            <a:xfrm>
              <a:off x="1712913" y="3265488"/>
              <a:ext cx="101600" cy="76200"/>
            </a:xfrm>
            <a:custGeom>
              <a:avLst/>
              <a:gdLst>
                <a:gd name="T0" fmla="*/ 2147483647 w 64"/>
                <a:gd name="T1" fmla="*/ 2147483647 h 48"/>
                <a:gd name="T2" fmla="*/ 2147483647 w 64"/>
                <a:gd name="T3" fmla="*/ 0 h 48"/>
                <a:gd name="T4" fmla="*/ 0 w 64"/>
                <a:gd name="T5" fmla="*/ 2147483647 h 48"/>
                <a:gd name="T6" fmla="*/ 2147483647 w 64"/>
                <a:gd name="T7" fmla="*/ 2147483647 h 48"/>
                <a:gd name="T8" fmla="*/ 2147483647 w 64"/>
                <a:gd name="T9" fmla="*/ 2147483647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64" y="16"/>
                  </a:moveTo>
                  <a:lnTo>
                    <a:pt x="56" y="0"/>
                  </a:lnTo>
                  <a:lnTo>
                    <a:pt x="0" y="32"/>
                  </a:lnTo>
                  <a:lnTo>
                    <a:pt x="8" y="48"/>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27" name="Freeform 46"/>
            <p:cNvSpPr>
              <a:spLocks/>
            </p:cNvSpPr>
            <p:nvPr/>
          </p:nvSpPr>
          <p:spPr bwMode="auto">
            <a:xfrm>
              <a:off x="1611313" y="3354388"/>
              <a:ext cx="50800" cy="50800"/>
            </a:xfrm>
            <a:custGeom>
              <a:avLst/>
              <a:gdLst>
                <a:gd name="T0" fmla="*/ 2147483647 w 32"/>
                <a:gd name="T1" fmla="*/ 2147483647 h 32"/>
                <a:gd name="T2" fmla="*/ 2147483647 w 32"/>
                <a:gd name="T3" fmla="*/ 0 h 32"/>
                <a:gd name="T4" fmla="*/ 0 w 32"/>
                <a:gd name="T5" fmla="*/ 2147483647 h 32"/>
                <a:gd name="T6" fmla="*/ 0 w 32"/>
                <a:gd name="T7" fmla="*/ 2147483647 h 32"/>
                <a:gd name="T8" fmla="*/ 2147483647 w 32"/>
                <a:gd name="T9" fmla="*/ 2147483647 h 32"/>
                <a:gd name="T10" fmla="*/ 2147483647 w 32"/>
                <a:gd name="T11" fmla="*/ 2147483647 h 32"/>
                <a:gd name="T12" fmla="*/ 2147483647 w 32"/>
                <a:gd name="T13" fmla="*/ 2147483647 h 32"/>
                <a:gd name="T14" fmla="*/ 0 60000 65536"/>
                <a:gd name="T15" fmla="*/ 0 60000 65536"/>
                <a:gd name="T16" fmla="*/ 0 60000 65536"/>
                <a:gd name="T17" fmla="*/ 0 60000 65536"/>
                <a:gd name="T18" fmla="*/ 0 60000 65536"/>
                <a:gd name="T19" fmla="*/ 0 60000 65536"/>
                <a:gd name="T20" fmla="*/ 0 60000 65536"/>
                <a:gd name="T21" fmla="*/ 0 w 32"/>
                <a:gd name="T22" fmla="*/ 0 h 32"/>
                <a:gd name="T23" fmla="*/ 32 w 32"/>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2">
                  <a:moveTo>
                    <a:pt x="32" y="16"/>
                  </a:moveTo>
                  <a:lnTo>
                    <a:pt x="24" y="0"/>
                  </a:lnTo>
                  <a:lnTo>
                    <a:pt x="0" y="16"/>
                  </a:lnTo>
                  <a:lnTo>
                    <a:pt x="8" y="32"/>
                  </a:lnTo>
                  <a:lnTo>
                    <a:pt x="32"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28" name="Freeform 47"/>
            <p:cNvSpPr>
              <a:spLocks/>
            </p:cNvSpPr>
            <p:nvPr/>
          </p:nvSpPr>
          <p:spPr bwMode="auto">
            <a:xfrm>
              <a:off x="1560513" y="3379788"/>
              <a:ext cx="63500" cy="63500"/>
            </a:xfrm>
            <a:custGeom>
              <a:avLst/>
              <a:gdLst>
                <a:gd name="T0" fmla="*/ 2147483647 w 40"/>
                <a:gd name="T1" fmla="*/ 2147483647 h 40"/>
                <a:gd name="T2" fmla="*/ 2147483647 w 40"/>
                <a:gd name="T3" fmla="*/ 0 h 40"/>
                <a:gd name="T4" fmla="*/ 0 w 40"/>
                <a:gd name="T5" fmla="*/ 2147483647 h 40"/>
                <a:gd name="T6" fmla="*/ 2147483647 w 40"/>
                <a:gd name="T7" fmla="*/ 2147483647 h 40"/>
                <a:gd name="T8" fmla="*/ 2147483647 w 40"/>
                <a:gd name="T9" fmla="*/ 2147483647 h 40"/>
                <a:gd name="T10" fmla="*/ 0 60000 65536"/>
                <a:gd name="T11" fmla="*/ 0 60000 65536"/>
                <a:gd name="T12" fmla="*/ 0 60000 65536"/>
                <a:gd name="T13" fmla="*/ 0 60000 65536"/>
                <a:gd name="T14" fmla="*/ 0 60000 65536"/>
                <a:gd name="T15" fmla="*/ 0 w 40"/>
                <a:gd name="T16" fmla="*/ 0 h 40"/>
                <a:gd name="T17" fmla="*/ 40 w 40"/>
                <a:gd name="T18" fmla="*/ 40 h 40"/>
              </a:gdLst>
              <a:ahLst/>
              <a:cxnLst>
                <a:cxn ang="T10">
                  <a:pos x="T0" y="T1"/>
                </a:cxn>
                <a:cxn ang="T11">
                  <a:pos x="T2" y="T3"/>
                </a:cxn>
                <a:cxn ang="T12">
                  <a:pos x="T4" y="T5"/>
                </a:cxn>
                <a:cxn ang="T13">
                  <a:pos x="T6" y="T7"/>
                </a:cxn>
                <a:cxn ang="T14">
                  <a:pos x="T8" y="T9"/>
                </a:cxn>
              </a:cxnLst>
              <a:rect l="T15" t="T16" r="T17" b="T18"/>
              <a:pathLst>
                <a:path w="40" h="40">
                  <a:moveTo>
                    <a:pt x="40" y="16"/>
                  </a:moveTo>
                  <a:lnTo>
                    <a:pt x="32" y="0"/>
                  </a:lnTo>
                  <a:lnTo>
                    <a:pt x="0" y="24"/>
                  </a:lnTo>
                  <a:lnTo>
                    <a:pt x="8" y="40"/>
                  </a:lnTo>
                  <a:lnTo>
                    <a:pt x="40"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29" name="Freeform 48"/>
            <p:cNvSpPr>
              <a:spLocks/>
            </p:cNvSpPr>
            <p:nvPr/>
          </p:nvSpPr>
          <p:spPr bwMode="auto">
            <a:xfrm>
              <a:off x="1420813" y="3455988"/>
              <a:ext cx="88900" cy="90487"/>
            </a:xfrm>
            <a:custGeom>
              <a:avLst/>
              <a:gdLst>
                <a:gd name="T0" fmla="*/ 2147483647 w 56"/>
                <a:gd name="T1" fmla="*/ 2147483647 h 57"/>
                <a:gd name="T2" fmla="*/ 2147483647 w 56"/>
                <a:gd name="T3" fmla="*/ 0 h 57"/>
                <a:gd name="T4" fmla="*/ 0 w 56"/>
                <a:gd name="T5" fmla="*/ 2147483647 h 57"/>
                <a:gd name="T6" fmla="*/ 2147483647 w 56"/>
                <a:gd name="T7" fmla="*/ 2147483647 h 57"/>
                <a:gd name="T8" fmla="*/ 2147483647 w 56"/>
                <a:gd name="T9" fmla="*/ 2147483647 h 57"/>
                <a:gd name="T10" fmla="*/ 0 60000 65536"/>
                <a:gd name="T11" fmla="*/ 0 60000 65536"/>
                <a:gd name="T12" fmla="*/ 0 60000 65536"/>
                <a:gd name="T13" fmla="*/ 0 60000 65536"/>
                <a:gd name="T14" fmla="*/ 0 60000 65536"/>
                <a:gd name="T15" fmla="*/ 0 w 56"/>
                <a:gd name="T16" fmla="*/ 0 h 57"/>
                <a:gd name="T17" fmla="*/ 56 w 56"/>
                <a:gd name="T18" fmla="*/ 57 h 57"/>
              </a:gdLst>
              <a:ahLst/>
              <a:cxnLst>
                <a:cxn ang="T10">
                  <a:pos x="T0" y="T1"/>
                </a:cxn>
                <a:cxn ang="T11">
                  <a:pos x="T2" y="T3"/>
                </a:cxn>
                <a:cxn ang="T12">
                  <a:pos x="T4" y="T5"/>
                </a:cxn>
                <a:cxn ang="T13">
                  <a:pos x="T6" y="T7"/>
                </a:cxn>
                <a:cxn ang="T14">
                  <a:pos x="T8" y="T9"/>
                </a:cxn>
              </a:cxnLst>
              <a:rect l="T15" t="T16" r="T17" b="T18"/>
              <a:pathLst>
                <a:path w="56" h="57">
                  <a:moveTo>
                    <a:pt x="56" y="16"/>
                  </a:moveTo>
                  <a:lnTo>
                    <a:pt x="48" y="0"/>
                  </a:lnTo>
                  <a:lnTo>
                    <a:pt x="0" y="40"/>
                  </a:lnTo>
                  <a:lnTo>
                    <a:pt x="8" y="57"/>
                  </a:lnTo>
                  <a:lnTo>
                    <a:pt x="56"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30" name="Freeform 49"/>
            <p:cNvSpPr>
              <a:spLocks/>
            </p:cNvSpPr>
            <p:nvPr/>
          </p:nvSpPr>
          <p:spPr bwMode="auto">
            <a:xfrm>
              <a:off x="1281113" y="3571875"/>
              <a:ext cx="88900" cy="76200"/>
            </a:xfrm>
            <a:custGeom>
              <a:avLst/>
              <a:gdLst>
                <a:gd name="T0" fmla="*/ 2147483647 w 56"/>
                <a:gd name="T1" fmla="*/ 2147483647 h 48"/>
                <a:gd name="T2" fmla="*/ 2147483647 w 56"/>
                <a:gd name="T3" fmla="*/ 0 h 48"/>
                <a:gd name="T4" fmla="*/ 0 w 56"/>
                <a:gd name="T5" fmla="*/ 2147483647 h 48"/>
                <a:gd name="T6" fmla="*/ 2147483647 w 56"/>
                <a:gd name="T7" fmla="*/ 2147483647 h 48"/>
                <a:gd name="T8" fmla="*/ 2147483647 w 56"/>
                <a:gd name="T9" fmla="*/ 2147483647 h 48"/>
                <a:gd name="T10" fmla="*/ 0 60000 65536"/>
                <a:gd name="T11" fmla="*/ 0 60000 65536"/>
                <a:gd name="T12" fmla="*/ 0 60000 65536"/>
                <a:gd name="T13" fmla="*/ 0 60000 65536"/>
                <a:gd name="T14" fmla="*/ 0 60000 65536"/>
                <a:gd name="T15" fmla="*/ 0 w 56"/>
                <a:gd name="T16" fmla="*/ 0 h 48"/>
                <a:gd name="T17" fmla="*/ 56 w 56"/>
                <a:gd name="T18" fmla="*/ 48 h 48"/>
              </a:gdLst>
              <a:ahLst/>
              <a:cxnLst>
                <a:cxn ang="T10">
                  <a:pos x="T0" y="T1"/>
                </a:cxn>
                <a:cxn ang="T11">
                  <a:pos x="T2" y="T3"/>
                </a:cxn>
                <a:cxn ang="T12">
                  <a:pos x="T4" y="T5"/>
                </a:cxn>
                <a:cxn ang="T13">
                  <a:pos x="T6" y="T7"/>
                </a:cxn>
                <a:cxn ang="T14">
                  <a:pos x="T8" y="T9"/>
                </a:cxn>
              </a:cxnLst>
              <a:rect l="T15" t="T16" r="T17" b="T18"/>
              <a:pathLst>
                <a:path w="56" h="48">
                  <a:moveTo>
                    <a:pt x="56" y="16"/>
                  </a:moveTo>
                  <a:lnTo>
                    <a:pt x="48" y="0"/>
                  </a:lnTo>
                  <a:lnTo>
                    <a:pt x="0" y="32"/>
                  </a:lnTo>
                  <a:lnTo>
                    <a:pt x="8" y="48"/>
                  </a:lnTo>
                  <a:lnTo>
                    <a:pt x="56"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31" name="Freeform 50"/>
            <p:cNvSpPr>
              <a:spLocks/>
            </p:cNvSpPr>
            <p:nvPr/>
          </p:nvSpPr>
          <p:spPr bwMode="auto">
            <a:xfrm>
              <a:off x="1179513" y="3673475"/>
              <a:ext cx="50800" cy="50800"/>
            </a:xfrm>
            <a:custGeom>
              <a:avLst/>
              <a:gdLst>
                <a:gd name="T0" fmla="*/ 2147483647 w 32"/>
                <a:gd name="T1" fmla="*/ 2147483647 h 32"/>
                <a:gd name="T2" fmla="*/ 2147483647 w 32"/>
                <a:gd name="T3" fmla="*/ 0 h 32"/>
                <a:gd name="T4" fmla="*/ 0 w 32"/>
                <a:gd name="T5" fmla="*/ 2147483647 h 32"/>
                <a:gd name="T6" fmla="*/ 2147483647 w 32"/>
                <a:gd name="T7" fmla="*/ 2147483647 h 32"/>
                <a:gd name="T8" fmla="*/ 2147483647 w 32"/>
                <a:gd name="T9" fmla="*/ 2147483647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32" y="16"/>
                  </a:moveTo>
                  <a:lnTo>
                    <a:pt x="24" y="0"/>
                  </a:lnTo>
                  <a:lnTo>
                    <a:pt x="0" y="16"/>
                  </a:lnTo>
                  <a:lnTo>
                    <a:pt x="8" y="32"/>
                  </a:lnTo>
                  <a:lnTo>
                    <a:pt x="32"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32" name="Freeform 51"/>
            <p:cNvSpPr>
              <a:spLocks/>
            </p:cNvSpPr>
            <p:nvPr/>
          </p:nvSpPr>
          <p:spPr bwMode="auto">
            <a:xfrm>
              <a:off x="1154113" y="3673475"/>
              <a:ext cx="63500" cy="50800"/>
            </a:xfrm>
            <a:custGeom>
              <a:avLst/>
              <a:gdLst>
                <a:gd name="T0" fmla="*/ 2147483647 w 40"/>
                <a:gd name="T1" fmla="*/ 2147483647 h 32"/>
                <a:gd name="T2" fmla="*/ 2147483647 w 40"/>
                <a:gd name="T3" fmla="*/ 2147483647 h 32"/>
                <a:gd name="T4" fmla="*/ 2147483647 w 40"/>
                <a:gd name="T5" fmla="*/ 0 h 32"/>
                <a:gd name="T6" fmla="*/ 0 w 40"/>
                <a:gd name="T7" fmla="*/ 2147483647 h 32"/>
                <a:gd name="T8" fmla="*/ 2147483647 w 40"/>
                <a:gd name="T9" fmla="*/ 2147483647 h 32"/>
                <a:gd name="T10" fmla="*/ 0 60000 65536"/>
                <a:gd name="T11" fmla="*/ 0 60000 65536"/>
                <a:gd name="T12" fmla="*/ 0 60000 65536"/>
                <a:gd name="T13" fmla="*/ 0 60000 65536"/>
                <a:gd name="T14" fmla="*/ 0 60000 65536"/>
                <a:gd name="T15" fmla="*/ 0 w 40"/>
                <a:gd name="T16" fmla="*/ 0 h 32"/>
                <a:gd name="T17" fmla="*/ 40 w 40"/>
                <a:gd name="T18" fmla="*/ 32 h 32"/>
              </a:gdLst>
              <a:ahLst/>
              <a:cxnLst>
                <a:cxn ang="T10">
                  <a:pos x="T0" y="T1"/>
                </a:cxn>
                <a:cxn ang="T11">
                  <a:pos x="T2" y="T3"/>
                </a:cxn>
                <a:cxn ang="T12">
                  <a:pos x="T4" y="T5"/>
                </a:cxn>
                <a:cxn ang="T13">
                  <a:pos x="T6" y="T7"/>
                </a:cxn>
                <a:cxn ang="T14">
                  <a:pos x="T8" y="T9"/>
                </a:cxn>
              </a:cxnLst>
              <a:rect l="T15" t="T16" r="T17" b="T18"/>
              <a:pathLst>
                <a:path w="40" h="32">
                  <a:moveTo>
                    <a:pt x="32" y="32"/>
                  </a:moveTo>
                  <a:lnTo>
                    <a:pt x="40" y="16"/>
                  </a:lnTo>
                  <a:lnTo>
                    <a:pt x="8" y="0"/>
                  </a:lnTo>
                  <a:lnTo>
                    <a:pt x="0" y="16"/>
                  </a:lnTo>
                  <a:lnTo>
                    <a:pt x="32"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33" name="Freeform 52"/>
            <p:cNvSpPr>
              <a:spLocks/>
            </p:cNvSpPr>
            <p:nvPr/>
          </p:nvSpPr>
          <p:spPr bwMode="auto">
            <a:xfrm>
              <a:off x="1001713" y="3698875"/>
              <a:ext cx="203200" cy="1016000"/>
            </a:xfrm>
            <a:custGeom>
              <a:avLst/>
              <a:gdLst>
                <a:gd name="T0" fmla="*/ 2147483647 w 128"/>
                <a:gd name="T1" fmla="*/ 2147483647 h 640"/>
                <a:gd name="T2" fmla="*/ 2147483647 w 128"/>
                <a:gd name="T3" fmla="*/ 2147483647 h 640"/>
                <a:gd name="T4" fmla="*/ 2147483647 w 128"/>
                <a:gd name="T5" fmla="*/ 2147483647 h 640"/>
                <a:gd name="T6" fmla="*/ 2147483647 w 128"/>
                <a:gd name="T7" fmla="*/ 2147483647 h 640"/>
                <a:gd name="T8" fmla="*/ 2147483647 w 128"/>
                <a:gd name="T9" fmla="*/ 2147483647 h 640"/>
                <a:gd name="T10" fmla="*/ 2147483647 w 128"/>
                <a:gd name="T11" fmla="*/ 2147483647 h 640"/>
                <a:gd name="T12" fmla="*/ 2147483647 w 128"/>
                <a:gd name="T13" fmla="*/ 2147483647 h 640"/>
                <a:gd name="T14" fmla="*/ 2147483647 w 128"/>
                <a:gd name="T15" fmla="*/ 2147483647 h 640"/>
                <a:gd name="T16" fmla="*/ 2147483647 w 128"/>
                <a:gd name="T17" fmla="*/ 2147483647 h 640"/>
                <a:gd name="T18" fmla="*/ 2147483647 w 128"/>
                <a:gd name="T19" fmla="*/ 2147483647 h 640"/>
                <a:gd name="T20" fmla="*/ 2147483647 w 128"/>
                <a:gd name="T21" fmla="*/ 2147483647 h 640"/>
                <a:gd name="T22" fmla="*/ 2147483647 w 128"/>
                <a:gd name="T23" fmla="*/ 2147483647 h 640"/>
                <a:gd name="T24" fmla="*/ 2147483647 w 128"/>
                <a:gd name="T25" fmla="*/ 2147483647 h 640"/>
                <a:gd name="T26" fmla="*/ 2147483647 w 128"/>
                <a:gd name="T27" fmla="*/ 2147483647 h 640"/>
                <a:gd name="T28" fmla="*/ 2147483647 w 128"/>
                <a:gd name="T29" fmla="*/ 2147483647 h 640"/>
                <a:gd name="T30" fmla="*/ 2147483647 w 128"/>
                <a:gd name="T31" fmla="*/ 2147483647 h 640"/>
                <a:gd name="T32" fmla="*/ 2147483647 w 128"/>
                <a:gd name="T33" fmla="*/ 2147483647 h 640"/>
                <a:gd name="T34" fmla="*/ 2147483647 w 128"/>
                <a:gd name="T35" fmla="*/ 2147483647 h 640"/>
                <a:gd name="T36" fmla="*/ 2147483647 w 128"/>
                <a:gd name="T37" fmla="*/ 2147483647 h 640"/>
                <a:gd name="T38" fmla="*/ 2147483647 w 128"/>
                <a:gd name="T39" fmla="*/ 2147483647 h 640"/>
                <a:gd name="T40" fmla="*/ 2147483647 w 128"/>
                <a:gd name="T41" fmla="*/ 2147483647 h 640"/>
                <a:gd name="T42" fmla="*/ 2147483647 w 128"/>
                <a:gd name="T43" fmla="*/ 2147483647 h 640"/>
                <a:gd name="T44" fmla="*/ 2147483647 w 128"/>
                <a:gd name="T45" fmla="*/ 2147483647 h 640"/>
                <a:gd name="T46" fmla="*/ 0 w 128"/>
                <a:gd name="T47" fmla="*/ 2147483647 h 640"/>
                <a:gd name="T48" fmla="*/ 0 w 128"/>
                <a:gd name="T49" fmla="*/ 2147483647 h 640"/>
                <a:gd name="T50" fmla="*/ 0 w 128"/>
                <a:gd name="T51" fmla="*/ 2147483647 h 640"/>
                <a:gd name="T52" fmla="*/ 0 w 128"/>
                <a:gd name="T53" fmla="*/ 2147483647 h 640"/>
                <a:gd name="T54" fmla="*/ 0 w 128"/>
                <a:gd name="T55" fmla="*/ 2147483647 h 640"/>
                <a:gd name="T56" fmla="*/ 0 w 128"/>
                <a:gd name="T57" fmla="*/ 2147483647 h 640"/>
                <a:gd name="T58" fmla="*/ 2147483647 w 128"/>
                <a:gd name="T59" fmla="*/ 2147483647 h 640"/>
                <a:gd name="T60" fmla="*/ 2147483647 w 128"/>
                <a:gd name="T61" fmla="*/ 2147483647 h 640"/>
                <a:gd name="T62" fmla="*/ 2147483647 w 128"/>
                <a:gd name="T63" fmla="*/ 2147483647 h 640"/>
                <a:gd name="T64" fmla="*/ 2147483647 w 128"/>
                <a:gd name="T65" fmla="*/ 2147483647 h 640"/>
                <a:gd name="T66" fmla="*/ 2147483647 w 128"/>
                <a:gd name="T67" fmla="*/ 2147483647 h 640"/>
                <a:gd name="T68" fmla="*/ 2147483647 w 128"/>
                <a:gd name="T69" fmla="*/ 2147483647 h 640"/>
                <a:gd name="T70" fmla="*/ 2147483647 w 128"/>
                <a:gd name="T71" fmla="*/ 0 h 640"/>
                <a:gd name="T72" fmla="*/ 2147483647 w 128"/>
                <a:gd name="T73" fmla="*/ 2147483647 h 64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8"/>
                <a:gd name="T112" fmla="*/ 0 h 640"/>
                <a:gd name="T113" fmla="*/ 128 w 128"/>
                <a:gd name="T114" fmla="*/ 640 h 64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8" h="640">
                  <a:moveTo>
                    <a:pt x="128" y="16"/>
                  </a:moveTo>
                  <a:lnTo>
                    <a:pt x="80" y="128"/>
                  </a:lnTo>
                  <a:lnTo>
                    <a:pt x="40" y="232"/>
                  </a:lnTo>
                  <a:lnTo>
                    <a:pt x="40" y="224"/>
                  </a:lnTo>
                  <a:lnTo>
                    <a:pt x="32" y="336"/>
                  </a:lnTo>
                  <a:lnTo>
                    <a:pt x="32" y="440"/>
                  </a:lnTo>
                  <a:lnTo>
                    <a:pt x="48" y="536"/>
                  </a:lnTo>
                  <a:lnTo>
                    <a:pt x="48" y="528"/>
                  </a:lnTo>
                  <a:lnTo>
                    <a:pt x="88" y="624"/>
                  </a:lnTo>
                  <a:lnTo>
                    <a:pt x="56" y="640"/>
                  </a:lnTo>
                  <a:lnTo>
                    <a:pt x="16" y="544"/>
                  </a:lnTo>
                  <a:lnTo>
                    <a:pt x="0" y="448"/>
                  </a:lnTo>
                  <a:lnTo>
                    <a:pt x="0" y="440"/>
                  </a:lnTo>
                  <a:lnTo>
                    <a:pt x="0" y="336"/>
                  </a:lnTo>
                  <a:lnTo>
                    <a:pt x="8" y="224"/>
                  </a:lnTo>
                  <a:lnTo>
                    <a:pt x="48" y="120"/>
                  </a:lnTo>
                  <a:lnTo>
                    <a:pt x="48" y="112"/>
                  </a:lnTo>
                  <a:lnTo>
                    <a:pt x="96" y="0"/>
                  </a:lnTo>
                  <a:lnTo>
                    <a:pt x="128"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34" name="Freeform 53"/>
            <p:cNvSpPr>
              <a:spLocks/>
            </p:cNvSpPr>
            <p:nvPr/>
          </p:nvSpPr>
          <p:spPr bwMode="auto">
            <a:xfrm>
              <a:off x="1090613" y="4689475"/>
              <a:ext cx="127000" cy="177800"/>
            </a:xfrm>
            <a:custGeom>
              <a:avLst/>
              <a:gdLst>
                <a:gd name="T0" fmla="*/ 2147483647 w 80"/>
                <a:gd name="T1" fmla="*/ 0 h 112"/>
                <a:gd name="T2" fmla="*/ 2147483647 w 80"/>
                <a:gd name="T3" fmla="*/ 2147483647 h 112"/>
                <a:gd name="T4" fmla="*/ 2147483647 w 80"/>
                <a:gd name="T5" fmla="*/ 2147483647 h 112"/>
                <a:gd name="T6" fmla="*/ 2147483647 w 80"/>
                <a:gd name="T7" fmla="*/ 2147483647 h 112"/>
                <a:gd name="T8" fmla="*/ 2147483647 w 80"/>
                <a:gd name="T9" fmla="*/ 2147483647 h 112"/>
                <a:gd name="T10" fmla="*/ 0 w 80"/>
                <a:gd name="T11" fmla="*/ 2147483647 h 112"/>
                <a:gd name="T12" fmla="*/ 2147483647 w 80"/>
                <a:gd name="T13" fmla="*/ 0 h 112"/>
                <a:gd name="T14" fmla="*/ 0 60000 65536"/>
                <a:gd name="T15" fmla="*/ 0 60000 65536"/>
                <a:gd name="T16" fmla="*/ 0 60000 65536"/>
                <a:gd name="T17" fmla="*/ 0 60000 65536"/>
                <a:gd name="T18" fmla="*/ 0 60000 65536"/>
                <a:gd name="T19" fmla="*/ 0 60000 65536"/>
                <a:gd name="T20" fmla="*/ 0 60000 65536"/>
                <a:gd name="T21" fmla="*/ 0 w 80"/>
                <a:gd name="T22" fmla="*/ 0 h 112"/>
                <a:gd name="T23" fmla="*/ 80 w 8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0" h="112">
                  <a:moveTo>
                    <a:pt x="32" y="0"/>
                  </a:moveTo>
                  <a:lnTo>
                    <a:pt x="80" y="96"/>
                  </a:lnTo>
                  <a:lnTo>
                    <a:pt x="56" y="112"/>
                  </a:lnTo>
                  <a:lnTo>
                    <a:pt x="48" y="112"/>
                  </a:lnTo>
                  <a:lnTo>
                    <a:pt x="0" y="16"/>
                  </a:lnTo>
                  <a:lnTo>
                    <a:pt x="32"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35" name="Freeform 54"/>
            <p:cNvSpPr>
              <a:spLocks/>
            </p:cNvSpPr>
            <p:nvPr/>
          </p:nvSpPr>
          <p:spPr bwMode="auto">
            <a:xfrm>
              <a:off x="1281113" y="4981575"/>
              <a:ext cx="50800" cy="38100"/>
            </a:xfrm>
            <a:custGeom>
              <a:avLst/>
              <a:gdLst>
                <a:gd name="T0" fmla="*/ 2147483647 w 32"/>
                <a:gd name="T1" fmla="*/ 0 h 24"/>
                <a:gd name="T2" fmla="*/ 2147483647 w 32"/>
                <a:gd name="T3" fmla="*/ 2147483647 h 24"/>
                <a:gd name="T4" fmla="*/ 2147483647 w 32"/>
                <a:gd name="T5" fmla="*/ 2147483647 h 24"/>
                <a:gd name="T6" fmla="*/ 0 w 32"/>
                <a:gd name="T7" fmla="*/ 2147483647 h 24"/>
                <a:gd name="T8" fmla="*/ 2147483647 w 32"/>
                <a:gd name="T9" fmla="*/ 0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24" y="0"/>
                  </a:moveTo>
                  <a:lnTo>
                    <a:pt x="32" y="8"/>
                  </a:lnTo>
                  <a:lnTo>
                    <a:pt x="8" y="24"/>
                  </a:lnTo>
                  <a:lnTo>
                    <a:pt x="0" y="16"/>
                  </a:lnTo>
                  <a:lnTo>
                    <a:pt x="24"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36" name="Freeform 55"/>
            <p:cNvSpPr>
              <a:spLocks/>
            </p:cNvSpPr>
            <p:nvPr/>
          </p:nvSpPr>
          <p:spPr bwMode="auto">
            <a:xfrm>
              <a:off x="1179513" y="4841875"/>
              <a:ext cx="139700" cy="165100"/>
            </a:xfrm>
            <a:custGeom>
              <a:avLst/>
              <a:gdLst>
                <a:gd name="T0" fmla="*/ 2147483647 w 88"/>
                <a:gd name="T1" fmla="*/ 0 h 104"/>
                <a:gd name="T2" fmla="*/ 0 w 88"/>
                <a:gd name="T3" fmla="*/ 2147483647 h 104"/>
                <a:gd name="T4" fmla="*/ 2147483647 w 88"/>
                <a:gd name="T5" fmla="*/ 2147483647 h 104"/>
                <a:gd name="T6" fmla="*/ 2147483647 w 88"/>
                <a:gd name="T7" fmla="*/ 2147483647 h 104"/>
                <a:gd name="T8" fmla="*/ 2147483647 w 88"/>
                <a:gd name="T9" fmla="*/ 0 h 104"/>
                <a:gd name="T10" fmla="*/ 0 60000 65536"/>
                <a:gd name="T11" fmla="*/ 0 60000 65536"/>
                <a:gd name="T12" fmla="*/ 0 60000 65536"/>
                <a:gd name="T13" fmla="*/ 0 60000 65536"/>
                <a:gd name="T14" fmla="*/ 0 60000 65536"/>
                <a:gd name="T15" fmla="*/ 0 w 88"/>
                <a:gd name="T16" fmla="*/ 0 h 104"/>
                <a:gd name="T17" fmla="*/ 88 w 88"/>
                <a:gd name="T18" fmla="*/ 104 h 104"/>
              </a:gdLst>
              <a:ahLst/>
              <a:cxnLst>
                <a:cxn ang="T10">
                  <a:pos x="T0" y="T1"/>
                </a:cxn>
                <a:cxn ang="T11">
                  <a:pos x="T2" y="T3"/>
                </a:cxn>
                <a:cxn ang="T12">
                  <a:pos x="T4" y="T5"/>
                </a:cxn>
                <a:cxn ang="T13">
                  <a:pos x="T6" y="T7"/>
                </a:cxn>
                <a:cxn ang="T14">
                  <a:pos x="T8" y="T9"/>
                </a:cxn>
              </a:cxnLst>
              <a:rect l="T15" t="T16" r="T17" b="T18"/>
              <a:pathLst>
                <a:path w="88" h="104">
                  <a:moveTo>
                    <a:pt x="24" y="0"/>
                  </a:moveTo>
                  <a:lnTo>
                    <a:pt x="0" y="16"/>
                  </a:lnTo>
                  <a:lnTo>
                    <a:pt x="64" y="104"/>
                  </a:lnTo>
                  <a:lnTo>
                    <a:pt x="88" y="88"/>
                  </a:lnTo>
                  <a:lnTo>
                    <a:pt x="24"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37" name="Freeform 56"/>
            <p:cNvSpPr>
              <a:spLocks/>
            </p:cNvSpPr>
            <p:nvPr/>
          </p:nvSpPr>
          <p:spPr bwMode="auto">
            <a:xfrm>
              <a:off x="1255713" y="4956175"/>
              <a:ext cx="50800" cy="63500"/>
            </a:xfrm>
            <a:custGeom>
              <a:avLst/>
              <a:gdLst>
                <a:gd name="T0" fmla="*/ 2147483647 w 32"/>
                <a:gd name="T1" fmla="*/ 2147483647 h 40"/>
                <a:gd name="T2" fmla="*/ 2147483647 w 32"/>
                <a:gd name="T3" fmla="*/ 0 h 40"/>
                <a:gd name="T4" fmla="*/ 0 w 32"/>
                <a:gd name="T5" fmla="*/ 2147483647 h 40"/>
                <a:gd name="T6" fmla="*/ 2147483647 w 32"/>
                <a:gd name="T7" fmla="*/ 2147483647 h 40"/>
                <a:gd name="T8" fmla="*/ 2147483647 w 32"/>
                <a:gd name="T9" fmla="*/ 2147483647 h 40"/>
                <a:gd name="T10" fmla="*/ 0 60000 65536"/>
                <a:gd name="T11" fmla="*/ 0 60000 65536"/>
                <a:gd name="T12" fmla="*/ 0 60000 65536"/>
                <a:gd name="T13" fmla="*/ 0 60000 65536"/>
                <a:gd name="T14" fmla="*/ 0 60000 65536"/>
                <a:gd name="T15" fmla="*/ 0 w 32"/>
                <a:gd name="T16" fmla="*/ 0 h 40"/>
                <a:gd name="T17" fmla="*/ 32 w 32"/>
                <a:gd name="T18" fmla="*/ 40 h 40"/>
              </a:gdLst>
              <a:ahLst/>
              <a:cxnLst>
                <a:cxn ang="T10">
                  <a:pos x="T0" y="T1"/>
                </a:cxn>
                <a:cxn ang="T11">
                  <a:pos x="T2" y="T3"/>
                </a:cxn>
                <a:cxn ang="T12">
                  <a:pos x="T4" y="T5"/>
                </a:cxn>
                <a:cxn ang="T13">
                  <a:pos x="T6" y="T7"/>
                </a:cxn>
                <a:cxn ang="T14">
                  <a:pos x="T8" y="T9"/>
                </a:cxn>
              </a:cxnLst>
              <a:rect l="T15" t="T16" r="T17" b="T18"/>
              <a:pathLst>
                <a:path w="32" h="40">
                  <a:moveTo>
                    <a:pt x="32" y="8"/>
                  </a:moveTo>
                  <a:lnTo>
                    <a:pt x="16" y="0"/>
                  </a:lnTo>
                  <a:lnTo>
                    <a:pt x="0" y="32"/>
                  </a:lnTo>
                  <a:lnTo>
                    <a:pt x="16" y="40"/>
                  </a:lnTo>
                  <a:lnTo>
                    <a:pt x="32"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38" name="Freeform 57"/>
            <p:cNvSpPr>
              <a:spLocks/>
            </p:cNvSpPr>
            <p:nvPr/>
          </p:nvSpPr>
          <p:spPr bwMode="auto">
            <a:xfrm>
              <a:off x="1281113" y="4968875"/>
              <a:ext cx="1689100" cy="304800"/>
            </a:xfrm>
            <a:custGeom>
              <a:avLst/>
              <a:gdLst>
                <a:gd name="T0" fmla="*/ 2147483647 w 1064"/>
                <a:gd name="T1" fmla="*/ 0 h 192"/>
                <a:gd name="T2" fmla="*/ 2147483647 w 1064"/>
                <a:gd name="T3" fmla="*/ 2147483647 h 192"/>
                <a:gd name="T4" fmla="*/ 2147483647 w 1064"/>
                <a:gd name="T5" fmla="*/ 2147483647 h 192"/>
                <a:gd name="T6" fmla="*/ 2147483647 w 1064"/>
                <a:gd name="T7" fmla="*/ 2147483647 h 192"/>
                <a:gd name="T8" fmla="*/ 2147483647 w 1064"/>
                <a:gd name="T9" fmla="*/ 2147483647 h 192"/>
                <a:gd name="T10" fmla="*/ 2147483647 w 1064"/>
                <a:gd name="T11" fmla="*/ 2147483647 h 192"/>
                <a:gd name="T12" fmla="*/ 2147483647 w 1064"/>
                <a:gd name="T13" fmla="*/ 2147483647 h 192"/>
                <a:gd name="T14" fmla="*/ 2147483647 w 1064"/>
                <a:gd name="T15" fmla="*/ 2147483647 h 192"/>
                <a:gd name="T16" fmla="*/ 2147483647 w 1064"/>
                <a:gd name="T17" fmla="*/ 2147483647 h 192"/>
                <a:gd name="T18" fmla="*/ 2147483647 w 1064"/>
                <a:gd name="T19" fmla="*/ 2147483647 h 192"/>
                <a:gd name="T20" fmla="*/ 2147483647 w 1064"/>
                <a:gd name="T21" fmla="*/ 2147483647 h 192"/>
                <a:gd name="T22" fmla="*/ 2147483647 w 1064"/>
                <a:gd name="T23" fmla="*/ 2147483647 h 192"/>
                <a:gd name="T24" fmla="*/ 2147483647 w 1064"/>
                <a:gd name="T25" fmla="*/ 2147483647 h 192"/>
                <a:gd name="T26" fmla="*/ 2147483647 w 1064"/>
                <a:gd name="T27" fmla="*/ 2147483647 h 192"/>
                <a:gd name="T28" fmla="*/ 2147483647 w 1064"/>
                <a:gd name="T29" fmla="*/ 2147483647 h 192"/>
                <a:gd name="T30" fmla="*/ 2147483647 w 1064"/>
                <a:gd name="T31" fmla="*/ 2147483647 h 192"/>
                <a:gd name="T32" fmla="*/ 2147483647 w 1064"/>
                <a:gd name="T33" fmla="*/ 2147483647 h 192"/>
                <a:gd name="T34" fmla="*/ 2147483647 w 1064"/>
                <a:gd name="T35" fmla="*/ 2147483647 h 192"/>
                <a:gd name="T36" fmla="*/ 2147483647 w 1064"/>
                <a:gd name="T37" fmla="*/ 2147483647 h 192"/>
                <a:gd name="T38" fmla="*/ 2147483647 w 1064"/>
                <a:gd name="T39" fmla="*/ 2147483647 h 192"/>
                <a:gd name="T40" fmla="*/ 2147483647 w 1064"/>
                <a:gd name="T41" fmla="*/ 2147483647 h 192"/>
                <a:gd name="T42" fmla="*/ 2147483647 w 1064"/>
                <a:gd name="T43" fmla="*/ 2147483647 h 192"/>
                <a:gd name="T44" fmla="*/ 2147483647 w 1064"/>
                <a:gd name="T45" fmla="*/ 2147483647 h 192"/>
                <a:gd name="T46" fmla="*/ 2147483647 w 1064"/>
                <a:gd name="T47" fmla="*/ 2147483647 h 192"/>
                <a:gd name="T48" fmla="*/ 2147483647 w 1064"/>
                <a:gd name="T49" fmla="*/ 2147483647 h 192"/>
                <a:gd name="T50" fmla="*/ 2147483647 w 1064"/>
                <a:gd name="T51" fmla="*/ 2147483647 h 192"/>
                <a:gd name="T52" fmla="*/ 2147483647 w 1064"/>
                <a:gd name="T53" fmla="*/ 2147483647 h 192"/>
                <a:gd name="T54" fmla="*/ 2147483647 w 1064"/>
                <a:gd name="T55" fmla="*/ 2147483647 h 192"/>
                <a:gd name="T56" fmla="*/ 2147483647 w 1064"/>
                <a:gd name="T57" fmla="*/ 2147483647 h 192"/>
                <a:gd name="T58" fmla="*/ 2147483647 w 1064"/>
                <a:gd name="T59" fmla="*/ 2147483647 h 192"/>
                <a:gd name="T60" fmla="*/ 2147483647 w 1064"/>
                <a:gd name="T61" fmla="*/ 2147483647 h 192"/>
                <a:gd name="T62" fmla="*/ 2147483647 w 1064"/>
                <a:gd name="T63" fmla="*/ 2147483647 h 192"/>
                <a:gd name="T64" fmla="*/ 2147483647 w 1064"/>
                <a:gd name="T65" fmla="*/ 2147483647 h 192"/>
                <a:gd name="T66" fmla="*/ 2147483647 w 1064"/>
                <a:gd name="T67" fmla="*/ 2147483647 h 192"/>
                <a:gd name="T68" fmla="*/ 2147483647 w 1064"/>
                <a:gd name="T69" fmla="*/ 2147483647 h 192"/>
                <a:gd name="T70" fmla="*/ 0 w 1064"/>
                <a:gd name="T71" fmla="*/ 2147483647 h 192"/>
                <a:gd name="T72" fmla="*/ 2147483647 w 1064"/>
                <a:gd name="T73" fmla="*/ 0 h 19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64"/>
                <a:gd name="T112" fmla="*/ 0 h 192"/>
                <a:gd name="T113" fmla="*/ 1064 w 1064"/>
                <a:gd name="T114" fmla="*/ 192 h 19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64" h="192">
                  <a:moveTo>
                    <a:pt x="16" y="0"/>
                  </a:moveTo>
                  <a:lnTo>
                    <a:pt x="192" y="80"/>
                  </a:lnTo>
                  <a:lnTo>
                    <a:pt x="360" y="136"/>
                  </a:lnTo>
                  <a:lnTo>
                    <a:pt x="536" y="160"/>
                  </a:lnTo>
                  <a:lnTo>
                    <a:pt x="528" y="160"/>
                  </a:lnTo>
                  <a:lnTo>
                    <a:pt x="704" y="160"/>
                  </a:lnTo>
                  <a:lnTo>
                    <a:pt x="872" y="128"/>
                  </a:lnTo>
                  <a:lnTo>
                    <a:pt x="1056" y="72"/>
                  </a:lnTo>
                  <a:lnTo>
                    <a:pt x="1048" y="72"/>
                  </a:lnTo>
                  <a:lnTo>
                    <a:pt x="1064" y="104"/>
                  </a:lnTo>
                  <a:lnTo>
                    <a:pt x="880" y="160"/>
                  </a:lnTo>
                  <a:lnTo>
                    <a:pt x="712" y="192"/>
                  </a:lnTo>
                  <a:lnTo>
                    <a:pt x="704" y="192"/>
                  </a:lnTo>
                  <a:lnTo>
                    <a:pt x="528" y="192"/>
                  </a:lnTo>
                  <a:lnTo>
                    <a:pt x="352" y="168"/>
                  </a:lnTo>
                  <a:lnTo>
                    <a:pt x="184" y="112"/>
                  </a:lnTo>
                  <a:lnTo>
                    <a:pt x="176" y="112"/>
                  </a:lnTo>
                  <a:lnTo>
                    <a:pt x="0" y="32"/>
                  </a:lnTo>
                  <a:lnTo>
                    <a:pt x="16"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39" name="Freeform 58"/>
            <p:cNvSpPr>
              <a:spLocks/>
            </p:cNvSpPr>
            <p:nvPr/>
          </p:nvSpPr>
          <p:spPr bwMode="auto">
            <a:xfrm>
              <a:off x="2944813" y="4930775"/>
              <a:ext cx="304800" cy="203200"/>
            </a:xfrm>
            <a:custGeom>
              <a:avLst/>
              <a:gdLst>
                <a:gd name="T0" fmla="*/ 0 w 192"/>
                <a:gd name="T1" fmla="*/ 2147483647 h 128"/>
                <a:gd name="T2" fmla="*/ 2147483647 w 192"/>
                <a:gd name="T3" fmla="*/ 0 h 128"/>
                <a:gd name="T4" fmla="*/ 2147483647 w 192"/>
                <a:gd name="T5" fmla="*/ 2147483647 h 128"/>
                <a:gd name="T6" fmla="*/ 2147483647 w 192"/>
                <a:gd name="T7" fmla="*/ 2147483647 h 128"/>
                <a:gd name="T8" fmla="*/ 2147483647 w 192"/>
                <a:gd name="T9" fmla="*/ 2147483647 h 128"/>
                <a:gd name="T10" fmla="*/ 2147483647 w 192"/>
                <a:gd name="T11" fmla="*/ 2147483647 h 128"/>
                <a:gd name="T12" fmla="*/ 0 w 192"/>
                <a:gd name="T13" fmla="*/ 2147483647 h 128"/>
                <a:gd name="T14" fmla="*/ 0 60000 65536"/>
                <a:gd name="T15" fmla="*/ 0 60000 65536"/>
                <a:gd name="T16" fmla="*/ 0 60000 65536"/>
                <a:gd name="T17" fmla="*/ 0 60000 65536"/>
                <a:gd name="T18" fmla="*/ 0 60000 65536"/>
                <a:gd name="T19" fmla="*/ 0 60000 65536"/>
                <a:gd name="T20" fmla="*/ 0 60000 65536"/>
                <a:gd name="T21" fmla="*/ 0 w 192"/>
                <a:gd name="T22" fmla="*/ 0 h 128"/>
                <a:gd name="T23" fmla="*/ 192 w 192"/>
                <a:gd name="T24" fmla="*/ 128 h 1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2" h="128">
                  <a:moveTo>
                    <a:pt x="0" y="96"/>
                  </a:moveTo>
                  <a:lnTo>
                    <a:pt x="176" y="0"/>
                  </a:lnTo>
                  <a:lnTo>
                    <a:pt x="176" y="8"/>
                  </a:lnTo>
                  <a:lnTo>
                    <a:pt x="192" y="32"/>
                  </a:lnTo>
                  <a:lnTo>
                    <a:pt x="16" y="128"/>
                  </a:lnTo>
                  <a:lnTo>
                    <a:pt x="0" y="9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40" name="Freeform 59"/>
            <p:cNvSpPr>
              <a:spLocks/>
            </p:cNvSpPr>
            <p:nvPr/>
          </p:nvSpPr>
          <p:spPr bwMode="auto">
            <a:xfrm>
              <a:off x="3529013" y="4727575"/>
              <a:ext cx="38100" cy="50800"/>
            </a:xfrm>
            <a:custGeom>
              <a:avLst/>
              <a:gdLst>
                <a:gd name="T0" fmla="*/ 0 w 24"/>
                <a:gd name="T1" fmla="*/ 2147483647 h 32"/>
                <a:gd name="T2" fmla="*/ 2147483647 w 24"/>
                <a:gd name="T3" fmla="*/ 0 h 32"/>
                <a:gd name="T4" fmla="*/ 2147483647 w 24"/>
                <a:gd name="T5" fmla="*/ 2147483647 h 32"/>
                <a:gd name="T6" fmla="*/ 2147483647 w 24"/>
                <a:gd name="T7" fmla="*/ 2147483647 h 32"/>
                <a:gd name="T8" fmla="*/ 0 w 24"/>
                <a:gd name="T9" fmla="*/ 2147483647 h 32"/>
                <a:gd name="T10" fmla="*/ 0 60000 65536"/>
                <a:gd name="T11" fmla="*/ 0 60000 65536"/>
                <a:gd name="T12" fmla="*/ 0 60000 65536"/>
                <a:gd name="T13" fmla="*/ 0 60000 65536"/>
                <a:gd name="T14" fmla="*/ 0 60000 65536"/>
                <a:gd name="T15" fmla="*/ 0 w 24"/>
                <a:gd name="T16" fmla="*/ 0 h 32"/>
                <a:gd name="T17" fmla="*/ 24 w 24"/>
                <a:gd name="T18" fmla="*/ 32 h 32"/>
              </a:gdLst>
              <a:ahLst/>
              <a:cxnLst>
                <a:cxn ang="T10">
                  <a:pos x="T0" y="T1"/>
                </a:cxn>
                <a:cxn ang="T11">
                  <a:pos x="T2" y="T3"/>
                </a:cxn>
                <a:cxn ang="T12">
                  <a:pos x="T4" y="T5"/>
                </a:cxn>
                <a:cxn ang="T13">
                  <a:pos x="T6" y="T7"/>
                </a:cxn>
                <a:cxn ang="T14">
                  <a:pos x="T8" y="T9"/>
                </a:cxn>
              </a:cxnLst>
              <a:rect l="T15" t="T16" r="T17" b="T18"/>
              <a:pathLst>
                <a:path w="24" h="32">
                  <a:moveTo>
                    <a:pt x="0" y="8"/>
                  </a:moveTo>
                  <a:lnTo>
                    <a:pt x="8" y="0"/>
                  </a:lnTo>
                  <a:lnTo>
                    <a:pt x="24" y="24"/>
                  </a:lnTo>
                  <a:lnTo>
                    <a:pt x="16" y="32"/>
                  </a:lnTo>
                  <a:lnTo>
                    <a:pt x="0"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41" name="Freeform 60"/>
            <p:cNvSpPr>
              <a:spLocks/>
            </p:cNvSpPr>
            <p:nvPr/>
          </p:nvSpPr>
          <p:spPr bwMode="auto">
            <a:xfrm>
              <a:off x="3224213" y="4740275"/>
              <a:ext cx="330200" cy="241300"/>
            </a:xfrm>
            <a:custGeom>
              <a:avLst/>
              <a:gdLst>
                <a:gd name="T0" fmla="*/ 0 w 208"/>
                <a:gd name="T1" fmla="*/ 2147483647 h 152"/>
                <a:gd name="T2" fmla="*/ 2147483647 w 208"/>
                <a:gd name="T3" fmla="*/ 2147483647 h 152"/>
                <a:gd name="T4" fmla="*/ 2147483647 w 208"/>
                <a:gd name="T5" fmla="*/ 2147483647 h 152"/>
                <a:gd name="T6" fmla="*/ 2147483647 w 208"/>
                <a:gd name="T7" fmla="*/ 0 h 152"/>
                <a:gd name="T8" fmla="*/ 0 w 208"/>
                <a:gd name="T9" fmla="*/ 2147483647 h 152"/>
                <a:gd name="T10" fmla="*/ 0 60000 65536"/>
                <a:gd name="T11" fmla="*/ 0 60000 65536"/>
                <a:gd name="T12" fmla="*/ 0 60000 65536"/>
                <a:gd name="T13" fmla="*/ 0 60000 65536"/>
                <a:gd name="T14" fmla="*/ 0 60000 65536"/>
                <a:gd name="T15" fmla="*/ 0 w 208"/>
                <a:gd name="T16" fmla="*/ 0 h 152"/>
                <a:gd name="T17" fmla="*/ 208 w 208"/>
                <a:gd name="T18" fmla="*/ 152 h 152"/>
              </a:gdLst>
              <a:ahLst/>
              <a:cxnLst>
                <a:cxn ang="T10">
                  <a:pos x="T0" y="T1"/>
                </a:cxn>
                <a:cxn ang="T11">
                  <a:pos x="T2" y="T3"/>
                </a:cxn>
                <a:cxn ang="T12">
                  <a:pos x="T4" y="T5"/>
                </a:cxn>
                <a:cxn ang="T13">
                  <a:pos x="T6" y="T7"/>
                </a:cxn>
                <a:cxn ang="T14">
                  <a:pos x="T8" y="T9"/>
                </a:cxn>
              </a:cxnLst>
              <a:rect l="T15" t="T16" r="T17" b="T18"/>
              <a:pathLst>
                <a:path w="208" h="152">
                  <a:moveTo>
                    <a:pt x="0" y="128"/>
                  </a:moveTo>
                  <a:lnTo>
                    <a:pt x="16" y="152"/>
                  </a:lnTo>
                  <a:lnTo>
                    <a:pt x="208" y="24"/>
                  </a:lnTo>
                  <a:lnTo>
                    <a:pt x="192" y="0"/>
                  </a:lnTo>
                  <a:lnTo>
                    <a:pt x="0" y="12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42" name="Freeform 61"/>
            <p:cNvSpPr>
              <a:spLocks/>
            </p:cNvSpPr>
            <p:nvPr/>
          </p:nvSpPr>
          <p:spPr bwMode="auto">
            <a:xfrm>
              <a:off x="3529013" y="4752975"/>
              <a:ext cx="50800" cy="63500"/>
            </a:xfrm>
            <a:custGeom>
              <a:avLst/>
              <a:gdLst>
                <a:gd name="T0" fmla="*/ 2147483647 w 32"/>
                <a:gd name="T1" fmla="*/ 0 h 40"/>
                <a:gd name="T2" fmla="*/ 0 w 32"/>
                <a:gd name="T3" fmla="*/ 2147483647 h 40"/>
                <a:gd name="T4" fmla="*/ 2147483647 w 32"/>
                <a:gd name="T5" fmla="*/ 2147483647 h 40"/>
                <a:gd name="T6" fmla="*/ 2147483647 w 32"/>
                <a:gd name="T7" fmla="*/ 2147483647 h 40"/>
                <a:gd name="T8" fmla="*/ 2147483647 w 32"/>
                <a:gd name="T9" fmla="*/ 0 h 40"/>
                <a:gd name="T10" fmla="*/ 0 60000 65536"/>
                <a:gd name="T11" fmla="*/ 0 60000 65536"/>
                <a:gd name="T12" fmla="*/ 0 60000 65536"/>
                <a:gd name="T13" fmla="*/ 0 60000 65536"/>
                <a:gd name="T14" fmla="*/ 0 60000 65536"/>
                <a:gd name="T15" fmla="*/ 0 w 32"/>
                <a:gd name="T16" fmla="*/ 0 h 40"/>
                <a:gd name="T17" fmla="*/ 32 w 32"/>
                <a:gd name="T18" fmla="*/ 40 h 40"/>
              </a:gdLst>
              <a:ahLst/>
              <a:cxnLst>
                <a:cxn ang="T10">
                  <a:pos x="T0" y="T1"/>
                </a:cxn>
                <a:cxn ang="T11">
                  <a:pos x="T2" y="T3"/>
                </a:cxn>
                <a:cxn ang="T12">
                  <a:pos x="T4" y="T5"/>
                </a:cxn>
                <a:cxn ang="T13">
                  <a:pos x="T6" y="T7"/>
                </a:cxn>
                <a:cxn ang="T14">
                  <a:pos x="T8" y="T9"/>
                </a:cxn>
              </a:cxnLst>
              <a:rect l="T15" t="T16" r="T17" b="T18"/>
              <a:pathLst>
                <a:path w="32" h="40">
                  <a:moveTo>
                    <a:pt x="16" y="0"/>
                  </a:moveTo>
                  <a:lnTo>
                    <a:pt x="0" y="8"/>
                  </a:lnTo>
                  <a:lnTo>
                    <a:pt x="16" y="40"/>
                  </a:lnTo>
                  <a:lnTo>
                    <a:pt x="32" y="32"/>
                  </a:lnTo>
                  <a:lnTo>
                    <a:pt x="16"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43" name="Freeform 62"/>
            <p:cNvSpPr>
              <a:spLocks/>
            </p:cNvSpPr>
            <p:nvPr/>
          </p:nvSpPr>
          <p:spPr bwMode="auto">
            <a:xfrm>
              <a:off x="3579813" y="4867275"/>
              <a:ext cx="76200" cy="114300"/>
            </a:xfrm>
            <a:custGeom>
              <a:avLst/>
              <a:gdLst>
                <a:gd name="T0" fmla="*/ 2147483647 w 48"/>
                <a:gd name="T1" fmla="*/ 0 h 72"/>
                <a:gd name="T2" fmla="*/ 0 w 48"/>
                <a:gd name="T3" fmla="*/ 2147483647 h 72"/>
                <a:gd name="T4" fmla="*/ 2147483647 w 48"/>
                <a:gd name="T5" fmla="*/ 2147483647 h 72"/>
                <a:gd name="T6" fmla="*/ 2147483647 w 48"/>
                <a:gd name="T7" fmla="*/ 2147483647 h 72"/>
                <a:gd name="T8" fmla="*/ 2147483647 w 48"/>
                <a:gd name="T9" fmla="*/ 0 h 72"/>
                <a:gd name="T10" fmla="*/ 0 60000 65536"/>
                <a:gd name="T11" fmla="*/ 0 60000 65536"/>
                <a:gd name="T12" fmla="*/ 0 60000 65536"/>
                <a:gd name="T13" fmla="*/ 0 60000 65536"/>
                <a:gd name="T14" fmla="*/ 0 60000 65536"/>
                <a:gd name="T15" fmla="*/ 0 w 48"/>
                <a:gd name="T16" fmla="*/ 0 h 72"/>
                <a:gd name="T17" fmla="*/ 48 w 48"/>
                <a:gd name="T18" fmla="*/ 72 h 72"/>
              </a:gdLst>
              <a:ahLst/>
              <a:cxnLst>
                <a:cxn ang="T10">
                  <a:pos x="T0" y="T1"/>
                </a:cxn>
                <a:cxn ang="T11">
                  <a:pos x="T2" y="T3"/>
                </a:cxn>
                <a:cxn ang="T12">
                  <a:pos x="T4" y="T5"/>
                </a:cxn>
                <a:cxn ang="T13">
                  <a:pos x="T6" y="T7"/>
                </a:cxn>
                <a:cxn ang="T14">
                  <a:pos x="T8" y="T9"/>
                </a:cxn>
              </a:cxnLst>
              <a:rect l="T15" t="T16" r="T17" b="T18"/>
              <a:pathLst>
                <a:path w="48" h="72">
                  <a:moveTo>
                    <a:pt x="16" y="0"/>
                  </a:moveTo>
                  <a:lnTo>
                    <a:pt x="0" y="8"/>
                  </a:lnTo>
                  <a:lnTo>
                    <a:pt x="32" y="72"/>
                  </a:lnTo>
                  <a:lnTo>
                    <a:pt x="48" y="64"/>
                  </a:lnTo>
                  <a:lnTo>
                    <a:pt x="16"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44" name="Freeform 63"/>
            <p:cNvSpPr>
              <a:spLocks/>
            </p:cNvSpPr>
            <p:nvPr/>
          </p:nvSpPr>
          <p:spPr bwMode="auto">
            <a:xfrm>
              <a:off x="3668713" y="5032375"/>
              <a:ext cx="25400" cy="38100"/>
            </a:xfrm>
            <a:custGeom>
              <a:avLst/>
              <a:gdLst>
                <a:gd name="T0" fmla="*/ 2147483647 w 16"/>
                <a:gd name="T1" fmla="*/ 0 h 24"/>
                <a:gd name="T2" fmla="*/ 0 w 16"/>
                <a:gd name="T3" fmla="*/ 0 h 24"/>
                <a:gd name="T4" fmla="*/ 0 w 16"/>
                <a:gd name="T5" fmla="*/ 2147483647 h 24"/>
                <a:gd name="T6" fmla="*/ 0 w 16"/>
                <a:gd name="T7" fmla="*/ 2147483647 h 24"/>
                <a:gd name="T8" fmla="*/ 2147483647 w 16"/>
                <a:gd name="T9" fmla="*/ 2147483647 h 24"/>
                <a:gd name="T10" fmla="*/ 2147483647 w 16"/>
                <a:gd name="T11" fmla="*/ 2147483647 h 24"/>
                <a:gd name="T12" fmla="*/ 2147483647 w 16"/>
                <a:gd name="T13" fmla="*/ 0 h 24"/>
                <a:gd name="T14" fmla="*/ 0 60000 65536"/>
                <a:gd name="T15" fmla="*/ 0 60000 65536"/>
                <a:gd name="T16" fmla="*/ 0 60000 65536"/>
                <a:gd name="T17" fmla="*/ 0 60000 65536"/>
                <a:gd name="T18" fmla="*/ 0 60000 65536"/>
                <a:gd name="T19" fmla="*/ 0 60000 65536"/>
                <a:gd name="T20" fmla="*/ 0 60000 65536"/>
                <a:gd name="T21" fmla="*/ 0 w 16"/>
                <a:gd name="T22" fmla="*/ 0 h 24"/>
                <a:gd name="T23" fmla="*/ 16 w 16"/>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24">
                  <a:moveTo>
                    <a:pt x="16" y="0"/>
                  </a:moveTo>
                  <a:lnTo>
                    <a:pt x="0" y="0"/>
                  </a:lnTo>
                  <a:lnTo>
                    <a:pt x="0" y="16"/>
                  </a:lnTo>
                  <a:lnTo>
                    <a:pt x="0" y="24"/>
                  </a:lnTo>
                  <a:lnTo>
                    <a:pt x="16" y="16"/>
                  </a:lnTo>
                  <a:lnTo>
                    <a:pt x="16"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45" name="Freeform 64"/>
            <p:cNvSpPr>
              <a:spLocks/>
            </p:cNvSpPr>
            <p:nvPr/>
          </p:nvSpPr>
          <p:spPr bwMode="auto">
            <a:xfrm>
              <a:off x="3668713" y="5057775"/>
              <a:ext cx="76200" cy="76200"/>
            </a:xfrm>
            <a:custGeom>
              <a:avLst/>
              <a:gdLst>
                <a:gd name="T0" fmla="*/ 2147483647 w 48"/>
                <a:gd name="T1" fmla="*/ 0 h 48"/>
                <a:gd name="T2" fmla="*/ 0 w 48"/>
                <a:gd name="T3" fmla="*/ 2147483647 h 48"/>
                <a:gd name="T4" fmla="*/ 2147483647 w 48"/>
                <a:gd name="T5" fmla="*/ 2147483647 h 48"/>
                <a:gd name="T6" fmla="*/ 2147483647 w 48"/>
                <a:gd name="T7" fmla="*/ 2147483647 h 48"/>
                <a:gd name="T8" fmla="*/ 2147483647 w 48"/>
                <a:gd name="T9" fmla="*/ 0 h 48"/>
                <a:gd name="T10" fmla="*/ 0 60000 65536"/>
                <a:gd name="T11" fmla="*/ 0 60000 65536"/>
                <a:gd name="T12" fmla="*/ 0 60000 65536"/>
                <a:gd name="T13" fmla="*/ 0 60000 65536"/>
                <a:gd name="T14" fmla="*/ 0 60000 65536"/>
                <a:gd name="T15" fmla="*/ 0 w 48"/>
                <a:gd name="T16" fmla="*/ 0 h 48"/>
                <a:gd name="T17" fmla="*/ 48 w 48"/>
                <a:gd name="T18" fmla="*/ 48 h 48"/>
              </a:gdLst>
              <a:ahLst/>
              <a:cxnLst>
                <a:cxn ang="T10">
                  <a:pos x="T0" y="T1"/>
                </a:cxn>
                <a:cxn ang="T11">
                  <a:pos x="T2" y="T3"/>
                </a:cxn>
                <a:cxn ang="T12">
                  <a:pos x="T4" y="T5"/>
                </a:cxn>
                <a:cxn ang="T13">
                  <a:pos x="T6" y="T7"/>
                </a:cxn>
                <a:cxn ang="T14">
                  <a:pos x="T8" y="T9"/>
                </a:cxn>
              </a:cxnLst>
              <a:rect l="T15" t="T16" r="T17" b="T18"/>
              <a:pathLst>
                <a:path w="48" h="48">
                  <a:moveTo>
                    <a:pt x="16" y="0"/>
                  </a:moveTo>
                  <a:lnTo>
                    <a:pt x="0" y="8"/>
                  </a:lnTo>
                  <a:lnTo>
                    <a:pt x="32" y="48"/>
                  </a:lnTo>
                  <a:lnTo>
                    <a:pt x="48" y="40"/>
                  </a:lnTo>
                  <a:lnTo>
                    <a:pt x="16"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46" name="Freeform 65"/>
            <p:cNvSpPr>
              <a:spLocks/>
            </p:cNvSpPr>
            <p:nvPr/>
          </p:nvSpPr>
          <p:spPr bwMode="auto">
            <a:xfrm>
              <a:off x="3770313" y="5172075"/>
              <a:ext cx="88900" cy="101600"/>
            </a:xfrm>
            <a:custGeom>
              <a:avLst/>
              <a:gdLst>
                <a:gd name="T0" fmla="*/ 2147483647 w 56"/>
                <a:gd name="T1" fmla="*/ 0 h 64"/>
                <a:gd name="T2" fmla="*/ 0 w 56"/>
                <a:gd name="T3" fmla="*/ 2147483647 h 64"/>
                <a:gd name="T4" fmla="*/ 2147483647 w 56"/>
                <a:gd name="T5" fmla="*/ 2147483647 h 64"/>
                <a:gd name="T6" fmla="*/ 2147483647 w 56"/>
                <a:gd name="T7" fmla="*/ 2147483647 h 64"/>
                <a:gd name="T8" fmla="*/ 2147483647 w 56"/>
                <a:gd name="T9" fmla="*/ 0 h 64"/>
                <a:gd name="T10" fmla="*/ 0 60000 65536"/>
                <a:gd name="T11" fmla="*/ 0 60000 65536"/>
                <a:gd name="T12" fmla="*/ 0 60000 65536"/>
                <a:gd name="T13" fmla="*/ 0 60000 65536"/>
                <a:gd name="T14" fmla="*/ 0 60000 65536"/>
                <a:gd name="T15" fmla="*/ 0 w 56"/>
                <a:gd name="T16" fmla="*/ 0 h 64"/>
                <a:gd name="T17" fmla="*/ 56 w 56"/>
                <a:gd name="T18" fmla="*/ 64 h 64"/>
              </a:gdLst>
              <a:ahLst/>
              <a:cxnLst>
                <a:cxn ang="T10">
                  <a:pos x="T0" y="T1"/>
                </a:cxn>
                <a:cxn ang="T11">
                  <a:pos x="T2" y="T3"/>
                </a:cxn>
                <a:cxn ang="T12">
                  <a:pos x="T4" y="T5"/>
                </a:cxn>
                <a:cxn ang="T13">
                  <a:pos x="T6" y="T7"/>
                </a:cxn>
                <a:cxn ang="T14">
                  <a:pos x="T8" y="T9"/>
                </a:cxn>
              </a:cxnLst>
              <a:rect l="T15" t="T16" r="T17" b="T18"/>
              <a:pathLst>
                <a:path w="56" h="64">
                  <a:moveTo>
                    <a:pt x="16" y="0"/>
                  </a:moveTo>
                  <a:lnTo>
                    <a:pt x="0" y="8"/>
                  </a:lnTo>
                  <a:lnTo>
                    <a:pt x="40" y="64"/>
                  </a:lnTo>
                  <a:lnTo>
                    <a:pt x="56" y="56"/>
                  </a:lnTo>
                  <a:lnTo>
                    <a:pt x="16"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47" name="Freeform 66"/>
            <p:cNvSpPr>
              <a:spLocks/>
            </p:cNvSpPr>
            <p:nvPr/>
          </p:nvSpPr>
          <p:spPr bwMode="auto">
            <a:xfrm>
              <a:off x="3897313" y="5299075"/>
              <a:ext cx="88900" cy="88900"/>
            </a:xfrm>
            <a:custGeom>
              <a:avLst/>
              <a:gdLst>
                <a:gd name="T0" fmla="*/ 2147483647 w 56"/>
                <a:gd name="T1" fmla="*/ 0 h 56"/>
                <a:gd name="T2" fmla="*/ 0 w 56"/>
                <a:gd name="T3" fmla="*/ 2147483647 h 56"/>
                <a:gd name="T4" fmla="*/ 2147483647 w 56"/>
                <a:gd name="T5" fmla="*/ 2147483647 h 56"/>
                <a:gd name="T6" fmla="*/ 2147483647 w 56"/>
                <a:gd name="T7" fmla="*/ 2147483647 h 56"/>
                <a:gd name="T8" fmla="*/ 2147483647 w 56"/>
                <a:gd name="T9" fmla="*/ 0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8" y="0"/>
                  </a:moveTo>
                  <a:lnTo>
                    <a:pt x="0" y="16"/>
                  </a:lnTo>
                  <a:lnTo>
                    <a:pt x="48" y="56"/>
                  </a:lnTo>
                  <a:lnTo>
                    <a:pt x="56" y="40"/>
                  </a:lnTo>
                  <a:lnTo>
                    <a:pt x="8"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48" name="Freeform 67"/>
            <p:cNvSpPr>
              <a:spLocks/>
            </p:cNvSpPr>
            <p:nvPr/>
          </p:nvSpPr>
          <p:spPr bwMode="auto">
            <a:xfrm>
              <a:off x="4024313" y="5413375"/>
              <a:ext cx="101600" cy="88900"/>
            </a:xfrm>
            <a:custGeom>
              <a:avLst/>
              <a:gdLst>
                <a:gd name="T0" fmla="*/ 2147483647 w 64"/>
                <a:gd name="T1" fmla="*/ 0 h 56"/>
                <a:gd name="T2" fmla="*/ 0 w 64"/>
                <a:gd name="T3" fmla="*/ 2147483647 h 56"/>
                <a:gd name="T4" fmla="*/ 2147483647 w 64"/>
                <a:gd name="T5" fmla="*/ 2147483647 h 56"/>
                <a:gd name="T6" fmla="*/ 2147483647 w 64"/>
                <a:gd name="T7" fmla="*/ 2147483647 h 56"/>
                <a:gd name="T8" fmla="*/ 2147483647 w 64"/>
                <a:gd name="T9" fmla="*/ 0 h 56"/>
                <a:gd name="T10" fmla="*/ 0 60000 65536"/>
                <a:gd name="T11" fmla="*/ 0 60000 65536"/>
                <a:gd name="T12" fmla="*/ 0 60000 65536"/>
                <a:gd name="T13" fmla="*/ 0 60000 65536"/>
                <a:gd name="T14" fmla="*/ 0 60000 65536"/>
                <a:gd name="T15" fmla="*/ 0 w 64"/>
                <a:gd name="T16" fmla="*/ 0 h 56"/>
                <a:gd name="T17" fmla="*/ 64 w 64"/>
                <a:gd name="T18" fmla="*/ 56 h 56"/>
              </a:gdLst>
              <a:ahLst/>
              <a:cxnLst>
                <a:cxn ang="T10">
                  <a:pos x="T0" y="T1"/>
                </a:cxn>
                <a:cxn ang="T11">
                  <a:pos x="T2" y="T3"/>
                </a:cxn>
                <a:cxn ang="T12">
                  <a:pos x="T4" y="T5"/>
                </a:cxn>
                <a:cxn ang="T13">
                  <a:pos x="T6" y="T7"/>
                </a:cxn>
                <a:cxn ang="T14">
                  <a:pos x="T8" y="T9"/>
                </a:cxn>
              </a:cxnLst>
              <a:rect l="T15" t="T16" r="T17" b="T18"/>
              <a:pathLst>
                <a:path w="64" h="56">
                  <a:moveTo>
                    <a:pt x="8" y="0"/>
                  </a:moveTo>
                  <a:lnTo>
                    <a:pt x="0" y="16"/>
                  </a:lnTo>
                  <a:lnTo>
                    <a:pt x="56" y="56"/>
                  </a:lnTo>
                  <a:lnTo>
                    <a:pt x="64" y="40"/>
                  </a:lnTo>
                  <a:lnTo>
                    <a:pt x="8"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49" name="Freeform 68"/>
            <p:cNvSpPr>
              <a:spLocks/>
            </p:cNvSpPr>
            <p:nvPr/>
          </p:nvSpPr>
          <p:spPr bwMode="auto">
            <a:xfrm>
              <a:off x="4176713" y="5514975"/>
              <a:ext cx="101600" cy="76200"/>
            </a:xfrm>
            <a:custGeom>
              <a:avLst/>
              <a:gdLst>
                <a:gd name="T0" fmla="*/ 2147483647 w 64"/>
                <a:gd name="T1" fmla="*/ 0 h 48"/>
                <a:gd name="T2" fmla="*/ 0 w 64"/>
                <a:gd name="T3" fmla="*/ 2147483647 h 48"/>
                <a:gd name="T4" fmla="*/ 2147483647 w 64"/>
                <a:gd name="T5" fmla="*/ 2147483647 h 48"/>
                <a:gd name="T6" fmla="*/ 2147483647 w 64"/>
                <a:gd name="T7" fmla="*/ 2147483647 h 48"/>
                <a:gd name="T8" fmla="*/ 2147483647 w 64"/>
                <a:gd name="T9" fmla="*/ 0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8" y="0"/>
                  </a:moveTo>
                  <a:lnTo>
                    <a:pt x="0" y="16"/>
                  </a:lnTo>
                  <a:lnTo>
                    <a:pt x="56" y="48"/>
                  </a:lnTo>
                  <a:lnTo>
                    <a:pt x="64" y="32"/>
                  </a:lnTo>
                  <a:lnTo>
                    <a:pt x="8"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50" name="Freeform 69"/>
            <p:cNvSpPr>
              <a:spLocks/>
            </p:cNvSpPr>
            <p:nvPr/>
          </p:nvSpPr>
          <p:spPr bwMode="auto">
            <a:xfrm>
              <a:off x="4329113" y="5603875"/>
              <a:ext cx="88900" cy="50800"/>
            </a:xfrm>
            <a:custGeom>
              <a:avLst/>
              <a:gdLst>
                <a:gd name="T0" fmla="*/ 2147483647 w 56"/>
                <a:gd name="T1" fmla="*/ 0 h 32"/>
                <a:gd name="T2" fmla="*/ 0 w 56"/>
                <a:gd name="T3" fmla="*/ 2147483647 h 32"/>
                <a:gd name="T4" fmla="*/ 2147483647 w 56"/>
                <a:gd name="T5" fmla="*/ 2147483647 h 32"/>
                <a:gd name="T6" fmla="*/ 2147483647 w 56"/>
                <a:gd name="T7" fmla="*/ 2147483647 h 32"/>
                <a:gd name="T8" fmla="*/ 2147483647 w 56"/>
                <a:gd name="T9" fmla="*/ 2147483647 h 32"/>
                <a:gd name="T10" fmla="*/ 2147483647 w 56"/>
                <a:gd name="T11" fmla="*/ 2147483647 h 32"/>
                <a:gd name="T12" fmla="*/ 2147483647 w 56"/>
                <a:gd name="T13" fmla="*/ 0 h 32"/>
                <a:gd name="T14" fmla="*/ 0 60000 65536"/>
                <a:gd name="T15" fmla="*/ 0 60000 65536"/>
                <a:gd name="T16" fmla="*/ 0 60000 65536"/>
                <a:gd name="T17" fmla="*/ 0 60000 65536"/>
                <a:gd name="T18" fmla="*/ 0 60000 65536"/>
                <a:gd name="T19" fmla="*/ 0 60000 65536"/>
                <a:gd name="T20" fmla="*/ 0 60000 65536"/>
                <a:gd name="T21" fmla="*/ 0 w 56"/>
                <a:gd name="T22" fmla="*/ 0 h 32"/>
                <a:gd name="T23" fmla="*/ 56 w 56"/>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2">
                  <a:moveTo>
                    <a:pt x="8" y="0"/>
                  </a:moveTo>
                  <a:lnTo>
                    <a:pt x="0" y="16"/>
                  </a:lnTo>
                  <a:lnTo>
                    <a:pt x="48" y="32"/>
                  </a:lnTo>
                  <a:lnTo>
                    <a:pt x="56" y="16"/>
                  </a:lnTo>
                  <a:lnTo>
                    <a:pt x="8"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51" name="Freeform 70"/>
            <p:cNvSpPr>
              <a:spLocks/>
            </p:cNvSpPr>
            <p:nvPr/>
          </p:nvSpPr>
          <p:spPr bwMode="auto">
            <a:xfrm>
              <a:off x="4405313" y="5629275"/>
              <a:ext cx="38100" cy="38100"/>
            </a:xfrm>
            <a:custGeom>
              <a:avLst/>
              <a:gdLst>
                <a:gd name="T0" fmla="*/ 2147483647 w 24"/>
                <a:gd name="T1" fmla="*/ 0 h 24"/>
                <a:gd name="T2" fmla="*/ 0 w 24"/>
                <a:gd name="T3" fmla="*/ 2147483647 h 24"/>
                <a:gd name="T4" fmla="*/ 2147483647 w 24"/>
                <a:gd name="T5" fmla="*/ 2147483647 h 24"/>
                <a:gd name="T6" fmla="*/ 2147483647 w 24"/>
                <a:gd name="T7" fmla="*/ 2147483647 h 24"/>
                <a:gd name="T8" fmla="*/ 2147483647 w 24"/>
                <a:gd name="T9" fmla="*/ 0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8" y="0"/>
                  </a:moveTo>
                  <a:lnTo>
                    <a:pt x="0" y="16"/>
                  </a:lnTo>
                  <a:lnTo>
                    <a:pt x="16" y="24"/>
                  </a:lnTo>
                  <a:lnTo>
                    <a:pt x="24" y="8"/>
                  </a:lnTo>
                  <a:lnTo>
                    <a:pt x="8"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52" name="Freeform 71"/>
            <p:cNvSpPr>
              <a:spLocks/>
            </p:cNvSpPr>
            <p:nvPr/>
          </p:nvSpPr>
          <p:spPr bwMode="auto">
            <a:xfrm>
              <a:off x="4494213" y="5667375"/>
              <a:ext cx="103187" cy="50800"/>
            </a:xfrm>
            <a:custGeom>
              <a:avLst/>
              <a:gdLst>
                <a:gd name="T0" fmla="*/ 0 w 65"/>
                <a:gd name="T1" fmla="*/ 0 h 32"/>
                <a:gd name="T2" fmla="*/ 0 w 65"/>
                <a:gd name="T3" fmla="*/ 2147483647 h 32"/>
                <a:gd name="T4" fmla="*/ 2147483647 w 65"/>
                <a:gd name="T5" fmla="*/ 2147483647 h 32"/>
                <a:gd name="T6" fmla="*/ 2147483647 w 65"/>
                <a:gd name="T7" fmla="*/ 2147483647 h 32"/>
                <a:gd name="T8" fmla="*/ 0 w 65"/>
                <a:gd name="T9" fmla="*/ 0 h 32"/>
                <a:gd name="T10" fmla="*/ 0 60000 65536"/>
                <a:gd name="T11" fmla="*/ 0 60000 65536"/>
                <a:gd name="T12" fmla="*/ 0 60000 65536"/>
                <a:gd name="T13" fmla="*/ 0 60000 65536"/>
                <a:gd name="T14" fmla="*/ 0 60000 65536"/>
                <a:gd name="T15" fmla="*/ 0 w 65"/>
                <a:gd name="T16" fmla="*/ 0 h 32"/>
                <a:gd name="T17" fmla="*/ 65 w 65"/>
                <a:gd name="T18" fmla="*/ 32 h 32"/>
              </a:gdLst>
              <a:ahLst/>
              <a:cxnLst>
                <a:cxn ang="T10">
                  <a:pos x="T0" y="T1"/>
                </a:cxn>
                <a:cxn ang="T11">
                  <a:pos x="T2" y="T3"/>
                </a:cxn>
                <a:cxn ang="T12">
                  <a:pos x="T4" y="T5"/>
                </a:cxn>
                <a:cxn ang="T13">
                  <a:pos x="T6" y="T7"/>
                </a:cxn>
                <a:cxn ang="T14">
                  <a:pos x="T8" y="T9"/>
                </a:cxn>
              </a:cxnLst>
              <a:rect l="T15" t="T16" r="T17" b="T18"/>
              <a:pathLst>
                <a:path w="65" h="32">
                  <a:moveTo>
                    <a:pt x="0" y="0"/>
                  </a:moveTo>
                  <a:lnTo>
                    <a:pt x="0" y="16"/>
                  </a:lnTo>
                  <a:lnTo>
                    <a:pt x="65" y="32"/>
                  </a:lnTo>
                  <a:lnTo>
                    <a:pt x="65" y="16"/>
                  </a:lnTo>
                  <a:lnTo>
                    <a:pt x="0"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53" name="Freeform 72"/>
            <p:cNvSpPr>
              <a:spLocks/>
            </p:cNvSpPr>
            <p:nvPr/>
          </p:nvSpPr>
          <p:spPr bwMode="auto">
            <a:xfrm>
              <a:off x="4673600" y="5705475"/>
              <a:ext cx="76200" cy="50800"/>
            </a:xfrm>
            <a:custGeom>
              <a:avLst/>
              <a:gdLst>
                <a:gd name="T0" fmla="*/ 2147483647 w 48"/>
                <a:gd name="T1" fmla="*/ 0 h 32"/>
                <a:gd name="T2" fmla="*/ 0 w 48"/>
                <a:gd name="T3" fmla="*/ 2147483647 h 32"/>
                <a:gd name="T4" fmla="*/ 2147483647 w 48"/>
                <a:gd name="T5" fmla="*/ 2147483647 h 32"/>
                <a:gd name="T6" fmla="*/ 2147483647 w 48"/>
                <a:gd name="T7" fmla="*/ 2147483647 h 32"/>
                <a:gd name="T8" fmla="*/ 2147483647 w 48"/>
                <a:gd name="T9" fmla="*/ 2147483647 h 32"/>
                <a:gd name="T10" fmla="*/ 2147483647 w 48"/>
                <a:gd name="T11" fmla="*/ 2147483647 h 32"/>
                <a:gd name="T12" fmla="*/ 2147483647 w 48"/>
                <a:gd name="T13" fmla="*/ 0 h 32"/>
                <a:gd name="T14" fmla="*/ 0 60000 65536"/>
                <a:gd name="T15" fmla="*/ 0 60000 65536"/>
                <a:gd name="T16" fmla="*/ 0 60000 65536"/>
                <a:gd name="T17" fmla="*/ 0 60000 65536"/>
                <a:gd name="T18" fmla="*/ 0 60000 65536"/>
                <a:gd name="T19" fmla="*/ 0 60000 65536"/>
                <a:gd name="T20" fmla="*/ 0 60000 65536"/>
                <a:gd name="T21" fmla="*/ 0 w 48"/>
                <a:gd name="T22" fmla="*/ 0 h 32"/>
                <a:gd name="T23" fmla="*/ 48 w 48"/>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2">
                  <a:moveTo>
                    <a:pt x="8" y="0"/>
                  </a:moveTo>
                  <a:lnTo>
                    <a:pt x="0" y="16"/>
                  </a:lnTo>
                  <a:lnTo>
                    <a:pt x="40" y="32"/>
                  </a:lnTo>
                  <a:lnTo>
                    <a:pt x="40" y="16"/>
                  </a:lnTo>
                  <a:lnTo>
                    <a:pt x="48" y="16"/>
                  </a:lnTo>
                  <a:lnTo>
                    <a:pt x="8"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54" name="Rectangle 73"/>
            <p:cNvSpPr>
              <a:spLocks noChangeArrowheads="1"/>
            </p:cNvSpPr>
            <p:nvPr/>
          </p:nvSpPr>
          <p:spPr bwMode="auto">
            <a:xfrm>
              <a:off x="4737100" y="5730875"/>
              <a:ext cx="38100" cy="254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155" name="Freeform 74"/>
            <p:cNvSpPr>
              <a:spLocks/>
            </p:cNvSpPr>
            <p:nvPr/>
          </p:nvSpPr>
          <p:spPr bwMode="auto">
            <a:xfrm>
              <a:off x="4851400" y="5743575"/>
              <a:ext cx="101600" cy="38100"/>
            </a:xfrm>
            <a:custGeom>
              <a:avLst/>
              <a:gdLst>
                <a:gd name="T0" fmla="*/ 0 w 64"/>
                <a:gd name="T1" fmla="*/ 0 h 24"/>
                <a:gd name="T2" fmla="*/ 0 w 64"/>
                <a:gd name="T3" fmla="*/ 2147483647 h 24"/>
                <a:gd name="T4" fmla="*/ 2147483647 w 64"/>
                <a:gd name="T5" fmla="*/ 2147483647 h 24"/>
                <a:gd name="T6" fmla="*/ 2147483647 w 64"/>
                <a:gd name="T7" fmla="*/ 2147483647 h 24"/>
                <a:gd name="T8" fmla="*/ 0 w 64"/>
                <a:gd name="T9" fmla="*/ 0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0" y="0"/>
                  </a:moveTo>
                  <a:lnTo>
                    <a:pt x="0" y="16"/>
                  </a:lnTo>
                  <a:lnTo>
                    <a:pt x="64" y="24"/>
                  </a:lnTo>
                  <a:lnTo>
                    <a:pt x="64" y="8"/>
                  </a:lnTo>
                  <a:lnTo>
                    <a:pt x="0"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56" name="Freeform 75"/>
            <p:cNvSpPr>
              <a:spLocks/>
            </p:cNvSpPr>
            <p:nvPr/>
          </p:nvSpPr>
          <p:spPr bwMode="auto">
            <a:xfrm>
              <a:off x="5029200" y="5768975"/>
              <a:ext cx="101600" cy="38100"/>
            </a:xfrm>
            <a:custGeom>
              <a:avLst/>
              <a:gdLst>
                <a:gd name="T0" fmla="*/ 0 w 64"/>
                <a:gd name="T1" fmla="*/ 0 h 24"/>
                <a:gd name="T2" fmla="*/ 0 w 64"/>
                <a:gd name="T3" fmla="*/ 2147483647 h 24"/>
                <a:gd name="T4" fmla="*/ 2147483647 w 64"/>
                <a:gd name="T5" fmla="*/ 2147483647 h 24"/>
                <a:gd name="T6" fmla="*/ 2147483647 w 64"/>
                <a:gd name="T7" fmla="*/ 2147483647 h 24"/>
                <a:gd name="T8" fmla="*/ 0 w 64"/>
                <a:gd name="T9" fmla="*/ 0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0" y="0"/>
                  </a:moveTo>
                  <a:lnTo>
                    <a:pt x="0" y="16"/>
                  </a:lnTo>
                  <a:lnTo>
                    <a:pt x="64" y="24"/>
                  </a:lnTo>
                  <a:lnTo>
                    <a:pt x="64" y="8"/>
                  </a:lnTo>
                  <a:lnTo>
                    <a:pt x="0"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57" name="Rectangle 76"/>
            <p:cNvSpPr>
              <a:spLocks noChangeArrowheads="1"/>
            </p:cNvSpPr>
            <p:nvPr/>
          </p:nvSpPr>
          <p:spPr bwMode="auto">
            <a:xfrm>
              <a:off x="5207000" y="5781675"/>
              <a:ext cx="101600" cy="254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158" name="Rectangle 77"/>
            <p:cNvSpPr>
              <a:spLocks noChangeArrowheads="1"/>
            </p:cNvSpPr>
            <p:nvPr/>
          </p:nvSpPr>
          <p:spPr bwMode="auto">
            <a:xfrm>
              <a:off x="5384800" y="5781675"/>
              <a:ext cx="101600" cy="254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159" name="Freeform 78"/>
            <p:cNvSpPr>
              <a:spLocks/>
            </p:cNvSpPr>
            <p:nvPr/>
          </p:nvSpPr>
          <p:spPr bwMode="auto">
            <a:xfrm>
              <a:off x="5562600" y="5781675"/>
              <a:ext cx="50800" cy="25400"/>
            </a:xfrm>
            <a:custGeom>
              <a:avLst/>
              <a:gdLst>
                <a:gd name="T0" fmla="*/ 0 w 32"/>
                <a:gd name="T1" fmla="*/ 0 h 16"/>
                <a:gd name="T2" fmla="*/ 0 w 32"/>
                <a:gd name="T3" fmla="*/ 2147483647 h 16"/>
                <a:gd name="T4" fmla="*/ 2147483647 w 32"/>
                <a:gd name="T5" fmla="*/ 2147483647 h 16"/>
                <a:gd name="T6" fmla="*/ 2147483647 w 32"/>
                <a:gd name="T7" fmla="*/ 2147483647 h 16"/>
                <a:gd name="T8" fmla="*/ 2147483647 w 32"/>
                <a:gd name="T9" fmla="*/ 0 h 16"/>
                <a:gd name="T10" fmla="*/ 2147483647 w 32"/>
                <a:gd name="T11" fmla="*/ 0 h 16"/>
                <a:gd name="T12" fmla="*/ 0 w 32"/>
                <a:gd name="T13" fmla="*/ 0 h 16"/>
                <a:gd name="T14" fmla="*/ 0 60000 65536"/>
                <a:gd name="T15" fmla="*/ 0 60000 65536"/>
                <a:gd name="T16" fmla="*/ 0 60000 65536"/>
                <a:gd name="T17" fmla="*/ 0 60000 65536"/>
                <a:gd name="T18" fmla="*/ 0 60000 65536"/>
                <a:gd name="T19" fmla="*/ 0 60000 65536"/>
                <a:gd name="T20" fmla="*/ 0 60000 65536"/>
                <a:gd name="T21" fmla="*/ 0 w 32"/>
                <a:gd name="T22" fmla="*/ 0 h 16"/>
                <a:gd name="T23" fmla="*/ 32 w 32"/>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6">
                  <a:moveTo>
                    <a:pt x="0" y="0"/>
                  </a:moveTo>
                  <a:lnTo>
                    <a:pt x="0" y="16"/>
                  </a:lnTo>
                  <a:lnTo>
                    <a:pt x="32" y="16"/>
                  </a:lnTo>
                  <a:lnTo>
                    <a:pt x="32" y="0"/>
                  </a:lnTo>
                  <a:lnTo>
                    <a:pt x="0"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60" name="Rectangle 79"/>
            <p:cNvSpPr>
              <a:spLocks noChangeArrowheads="1"/>
            </p:cNvSpPr>
            <p:nvPr/>
          </p:nvSpPr>
          <p:spPr bwMode="auto">
            <a:xfrm>
              <a:off x="5613400" y="5781675"/>
              <a:ext cx="50800" cy="254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161" name="Freeform 80"/>
            <p:cNvSpPr>
              <a:spLocks/>
            </p:cNvSpPr>
            <p:nvPr/>
          </p:nvSpPr>
          <p:spPr bwMode="auto">
            <a:xfrm>
              <a:off x="5740400" y="5756275"/>
              <a:ext cx="101600" cy="38100"/>
            </a:xfrm>
            <a:custGeom>
              <a:avLst/>
              <a:gdLst>
                <a:gd name="T0" fmla="*/ 0 w 64"/>
                <a:gd name="T1" fmla="*/ 2147483647 h 24"/>
                <a:gd name="T2" fmla="*/ 0 w 64"/>
                <a:gd name="T3" fmla="*/ 2147483647 h 24"/>
                <a:gd name="T4" fmla="*/ 2147483647 w 64"/>
                <a:gd name="T5" fmla="*/ 2147483647 h 24"/>
                <a:gd name="T6" fmla="*/ 2147483647 w 64"/>
                <a:gd name="T7" fmla="*/ 0 h 24"/>
                <a:gd name="T8" fmla="*/ 0 w 64"/>
                <a:gd name="T9" fmla="*/ 2147483647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0" y="8"/>
                  </a:moveTo>
                  <a:lnTo>
                    <a:pt x="0" y="24"/>
                  </a:lnTo>
                  <a:lnTo>
                    <a:pt x="64" y="16"/>
                  </a:lnTo>
                  <a:lnTo>
                    <a:pt x="64" y="0"/>
                  </a:lnTo>
                  <a:lnTo>
                    <a:pt x="0"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62" name="Freeform 81"/>
            <p:cNvSpPr>
              <a:spLocks/>
            </p:cNvSpPr>
            <p:nvPr/>
          </p:nvSpPr>
          <p:spPr bwMode="auto">
            <a:xfrm>
              <a:off x="5918200" y="5743575"/>
              <a:ext cx="101600" cy="38100"/>
            </a:xfrm>
            <a:custGeom>
              <a:avLst/>
              <a:gdLst>
                <a:gd name="T0" fmla="*/ 0 w 64"/>
                <a:gd name="T1" fmla="*/ 2147483647 h 24"/>
                <a:gd name="T2" fmla="*/ 0 w 64"/>
                <a:gd name="T3" fmla="*/ 2147483647 h 24"/>
                <a:gd name="T4" fmla="*/ 2147483647 w 64"/>
                <a:gd name="T5" fmla="*/ 2147483647 h 24"/>
                <a:gd name="T6" fmla="*/ 2147483647 w 64"/>
                <a:gd name="T7" fmla="*/ 0 h 24"/>
                <a:gd name="T8" fmla="*/ 0 w 64"/>
                <a:gd name="T9" fmla="*/ 2147483647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0" y="8"/>
                  </a:moveTo>
                  <a:lnTo>
                    <a:pt x="0" y="24"/>
                  </a:lnTo>
                  <a:lnTo>
                    <a:pt x="64" y="16"/>
                  </a:lnTo>
                  <a:lnTo>
                    <a:pt x="64" y="0"/>
                  </a:lnTo>
                  <a:lnTo>
                    <a:pt x="0"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63" name="Freeform 82"/>
            <p:cNvSpPr>
              <a:spLocks/>
            </p:cNvSpPr>
            <p:nvPr/>
          </p:nvSpPr>
          <p:spPr bwMode="auto">
            <a:xfrm>
              <a:off x="6096000" y="5730875"/>
              <a:ext cx="50800" cy="38100"/>
            </a:xfrm>
            <a:custGeom>
              <a:avLst/>
              <a:gdLst>
                <a:gd name="T0" fmla="*/ 0 w 32"/>
                <a:gd name="T1" fmla="*/ 2147483647 h 24"/>
                <a:gd name="T2" fmla="*/ 0 w 32"/>
                <a:gd name="T3" fmla="*/ 2147483647 h 24"/>
                <a:gd name="T4" fmla="*/ 2147483647 w 32"/>
                <a:gd name="T5" fmla="*/ 2147483647 h 24"/>
                <a:gd name="T6" fmla="*/ 2147483647 w 32"/>
                <a:gd name="T7" fmla="*/ 0 h 24"/>
                <a:gd name="T8" fmla="*/ 0 w 32"/>
                <a:gd name="T9" fmla="*/ 2147483647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0" y="8"/>
                  </a:moveTo>
                  <a:lnTo>
                    <a:pt x="0" y="24"/>
                  </a:lnTo>
                  <a:lnTo>
                    <a:pt x="32" y="16"/>
                  </a:lnTo>
                  <a:lnTo>
                    <a:pt x="32" y="0"/>
                  </a:lnTo>
                  <a:lnTo>
                    <a:pt x="0"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64" name="Freeform 83"/>
            <p:cNvSpPr>
              <a:spLocks/>
            </p:cNvSpPr>
            <p:nvPr/>
          </p:nvSpPr>
          <p:spPr bwMode="auto">
            <a:xfrm>
              <a:off x="6146800" y="5705475"/>
              <a:ext cx="50800" cy="50800"/>
            </a:xfrm>
            <a:custGeom>
              <a:avLst/>
              <a:gdLst>
                <a:gd name="T0" fmla="*/ 0 w 32"/>
                <a:gd name="T1" fmla="*/ 2147483647 h 32"/>
                <a:gd name="T2" fmla="*/ 2147483647 w 32"/>
                <a:gd name="T3" fmla="*/ 2147483647 h 32"/>
                <a:gd name="T4" fmla="*/ 2147483647 w 32"/>
                <a:gd name="T5" fmla="*/ 2147483647 h 32"/>
                <a:gd name="T6" fmla="*/ 2147483647 w 32"/>
                <a:gd name="T7" fmla="*/ 0 h 32"/>
                <a:gd name="T8" fmla="*/ 0 w 32"/>
                <a:gd name="T9" fmla="*/ 2147483647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0" y="16"/>
                  </a:moveTo>
                  <a:lnTo>
                    <a:pt x="8" y="32"/>
                  </a:lnTo>
                  <a:lnTo>
                    <a:pt x="32" y="16"/>
                  </a:lnTo>
                  <a:lnTo>
                    <a:pt x="24" y="0"/>
                  </a:lnTo>
                  <a:lnTo>
                    <a:pt x="0"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65" name="Freeform 84"/>
            <p:cNvSpPr>
              <a:spLocks/>
            </p:cNvSpPr>
            <p:nvPr/>
          </p:nvSpPr>
          <p:spPr bwMode="auto">
            <a:xfrm>
              <a:off x="6248400" y="5591175"/>
              <a:ext cx="88900" cy="88900"/>
            </a:xfrm>
            <a:custGeom>
              <a:avLst/>
              <a:gdLst>
                <a:gd name="T0" fmla="*/ 0 w 56"/>
                <a:gd name="T1" fmla="*/ 2147483647 h 56"/>
                <a:gd name="T2" fmla="*/ 2147483647 w 56"/>
                <a:gd name="T3" fmla="*/ 2147483647 h 56"/>
                <a:gd name="T4" fmla="*/ 2147483647 w 56"/>
                <a:gd name="T5" fmla="*/ 2147483647 h 56"/>
                <a:gd name="T6" fmla="*/ 2147483647 w 56"/>
                <a:gd name="T7" fmla="*/ 0 h 56"/>
                <a:gd name="T8" fmla="*/ 0 w 56"/>
                <a:gd name="T9" fmla="*/ 2147483647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0" y="40"/>
                  </a:moveTo>
                  <a:lnTo>
                    <a:pt x="8" y="56"/>
                  </a:lnTo>
                  <a:lnTo>
                    <a:pt x="56" y="16"/>
                  </a:lnTo>
                  <a:lnTo>
                    <a:pt x="48" y="0"/>
                  </a:lnTo>
                  <a:lnTo>
                    <a:pt x="0" y="4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66" name="Freeform 85"/>
            <p:cNvSpPr>
              <a:spLocks/>
            </p:cNvSpPr>
            <p:nvPr/>
          </p:nvSpPr>
          <p:spPr bwMode="auto">
            <a:xfrm>
              <a:off x="6375400" y="5464175"/>
              <a:ext cx="88900" cy="88900"/>
            </a:xfrm>
            <a:custGeom>
              <a:avLst/>
              <a:gdLst>
                <a:gd name="T0" fmla="*/ 0 w 56"/>
                <a:gd name="T1" fmla="*/ 2147483647 h 56"/>
                <a:gd name="T2" fmla="*/ 2147483647 w 56"/>
                <a:gd name="T3" fmla="*/ 2147483647 h 56"/>
                <a:gd name="T4" fmla="*/ 2147483647 w 56"/>
                <a:gd name="T5" fmla="*/ 2147483647 h 56"/>
                <a:gd name="T6" fmla="*/ 2147483647 w 56"/>
                <a:gd name="T7" fmla="*/ 0 h 56"/>
                <a:gd name="T8" fmla="*/ 0 w 56"/>
                <a:gd name="T9" fmla="*/ 2147483647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0" y="40"/>
                  </a:moveTo>
                  <a:lnTo>
                    <a:pt x="8" y="56"/>
                  </a:lnTo>
                  <a:lnTo>
                    <a:pt x="56" y="16"/>
                  </a:lnTo>
                  <a:lnTo>
                    <a:pt x="48" y="0"/>
                  </a:lnTo>
                  <a:lnTo>
                    <a:pt x="0" y="4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67" name="Freeform 86"/>
            <p:cNvSpPr>
              <a:spLocks/>
            </p:cNvSpPr>
            <p:nvPr/>
          </p:nvSpPr>
          <p:spPr bwMode="auto">
            <a:xfrm>
              <a:off x="6515100" y="5400675"/>
              <a:ext cx="25400" cy="25400"/>
            </a:xfrm>
            <a:custGeom>
              <a:avLst/>
              <a:gdLst>
                <a:gd name="T0" fmla="*/ 0 w 16"/>
                <a:gd name="T1" fmla="*/ 2147483647 h 16"/>
                <a:gd name="T2" fmla="*/ 2147483647 w 16"/>
                <a:gd name="T3" fmla="*/ 2147483647 h 16"/>
                <a:gd name="T4" fmla="*/ 2147483647 w 16"/>
                <a:gd name="T5" fmla="*/ 2147483647 h 16"/>
                <a:gd name="T6" fmla="*/ 2147483647 w 16"/>
                <a:gd name="T7" fmla="*/ 2147483647 h 16"/>
                <a:gd name="T8" fmla="*/ 0 w 16"/>
                <a:gd name="T9" fmla="*/ 0 h 16"/>
                <a:gd name="T10" fmla="*/ 2147483647 w 16"/>
                <a:gd name="T11" fmla="*/ 0 h 16"/>
                <a:gd name="T12" fmla="*/ 0 w 16"/>
                <a:gd name="T13" fmla="*/ 2147483647 h 16"/>
                <a:gd name="T14" fmla="*/ 0 60000 65536"/>
                <a:gd name="T15" fmla="*/ 0 60000 65536"/>
                <a:gd name="T16" fmla="*/ 0 60000 65536"/>
                <a:gd name="T17" fmla="*/ 0 60000 65536"/>
                <a:gd name="T18" fmla="*/ 0 60000 65536"/>
                <a:gd name="T19" fmla="*/ 0 60000 65536"/>
                <a:gd name="T20" fmla="*/ 0 60000 65536"/>
                <a:gd name="T21" fmla="*/ 0 w 16"/>
                <a:gd name="T22" fmla="*/ 0 h 16"/>
                <a:gd name="T23" fmla="*/ 16 w 16"/>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16">
                  <a:moveTo>
                    <a:pt x="0" y="8"/>
                  </a:moveTo>
                  <a:lnTo>
                    <a:pt x="8" y="16"/>
                  </a:lnTo>
                  <a:lnTo>
                    <a:pt x="16" y="8"/>
                  </a:lnTo>
                  <a:lnTo>
                    <a:pt x="0" y="0"/>
                  </a:lnTo>
                  <a:lnTo>
                    <a:pt x="8" y="0"/>
                  </a:lnTo>
                  <a:lnTo>
                    <a:pt x="0"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68" name="Freeform 87"/>
            <p:cNvSpPr>
              <a:spLocks/>
            </p:cNvSpPr>
            <p:nvPr/>
          </p:nvSpPr>
          <p:spPr bwMode="auto">
            <a:xfrm>
              <a:off x="6515100" y="5337175"/>
              <a:ext cx="76200" cy="76200"/>
            </a:xfrm>
            <a:custGeom>
              <a:avLst/>
              <a:gdLst>
                <a:gd name="T0" fmla="*/ 0 w 48"/>
                <a:gd name="T1" fmla="*/ 2147483647 h 48"/>
                <a:gd name="T2" fmla="*/ 2147483647 w 48"/>
                <a:gd name="T3" fmla="*/ 2147483647 h 48"/>
                <a:gd name="T4" fmla="*/ 2147483647 w 48"/>
                <a:gd name="T5" fmla="*/ 2147483647 h 48"/>
                <a:gd name="T6" fmla="*/ 2147483647 w 48"/>
                <a:gd name="T7" fmla="*/ 0 h 48"/>
                <a:gd name="T8" fmla="*/ 0 w 48"/>
                <a:gd name="T9" fmla="*/ 2147483647 h 48"/>
                <a:gd name="T10" fmla="*/ 0 60000 65536"/>
                <a:gd name="T11" fmla="*/ 0 60000 65536"/>
                <a:gd name="T12" fmla="*/ 0 60000 65536"/>
                <a:gd name="T13" fmla="*/ 0 60000 65536"/>
                <a:gd name="T14" fmla="*/ 0 60000 65536"/>
                <a:gd name="T15" fmla="*/ 0 w 48"/>
                <a:gd name="T16" fmla="*/ 0 h 48"/>
                <a:gd name="T17" fmla="*/ 48 w 48"/>
                <a:gd name="T18" fmla="*/ 48 h 48"/>
              </a:gdLst>
              <a:ahLst/>
              <a:cxnLst>
                <a:cxn ang="T10">
                  <a:pos x="T0" y="T1"/>
                </a:cxn>
                <a:cxn ang="T11">
                  <a:pos x="T2" y="T3"/>
                </a:cxn>
                <a:cxn ang="T12">
                  <a:pos x="T4" y="T5"/>
                </a:cxn>
                <a:cxn ang="T13">
                  <a:pos x="T6" y="T7"/>
                </a:cxn>
                <a:cxn ang="T14">
                  <a:pos x="T8" y="T9"/>
                </a:cxn>
              </a:cxnLst>
              <a:rect l="T15" t="T16" r="T17" b="T18"/>
              <a:pathLst>
                <a:path w="48" h="48">
                  <a:moveTo>
                    <a:pt x="0" y="40"/>
                  </a:moveTo>
                  <a:lnTo>
                    <a:pt x="16" y="48"/>
                  </a:lnTo>
                  <a:lnTo>
                    <a:pt x="48" y="8"/>
                  </a:lnTo>
                  <a:lnTo>
                    <a:pt x="32" y="0"/>
                  </a:lnTo>
                  <a:lnTo>
                    <a:pt x="0" y="4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69" name="Freeform 88"/>
            <p:cNvSpPr>
              <a:spLocks/>
            </p:cNvSpPr>
            <p:nvPr/>
          </p:nvSpPr>
          <p:spPr bwMode="auto">
            <a:xfrm>
              <a:off x="6616700" y="5210175"/>
              <a:ext cx="76200" cy="76200"/>
            </a:xfrm>
            <a:custGeom>
              <a:avLst/>
              <a:gdLst>
                <a:gd name="T0" fmla="*/ 0 w 48"/>
                <a:gd name="T1" fmla="*/ 2147483647 h 48"/>
                <a:gd name="T2" fmla="*/ 2147483647 w 48"/>
                <a:gd name="T3" fmla="*/ 2147483647 h 48"/>
                <a:gd name="T4" fmla="*/ 2147483647 w 48"/>
                <a:gd name="T5" fmla="*/ 2147483647 h 48"/>
                <a:gd name="T6" fmla="*/ 2147483647 w 48"/>
                <a:gd name="T7" fmla="*/ 2147483647 h 48"/>
                <a:gd name="T8" fmla="*/ 2147483647 w 48"/>
                <a:gd name="T9" fmla="*/ 0 h 48"/>
                <a:gd name="T10" fmla="*/ 2147483647 w 48"/>
                <a:gd name="T11" fmla="*/ 0 h 48"/>
                <a:gd name="T12" fmla="*/ 0 w 48"/>
                <a:gd name="T13" fmla="*/ 2147483647 h 48"/>
                <a:gd name="T14" fmla="*/ 0 60000 65536"/>
                <a:gd name="T15" fmla="*/ 0 60000 65536"/>
                <a:gd name="T16" fmla="*/ 0 60000 65536"/>
                <a:gd name="T17" fmla="*/ 0 60000 65536"/>
                <a:gd name="T18" fmla="*/ 0 60000 65536"/>
                <a:gd name="T19" fmla="*/ 0 60000 65536"/>
                <a:gd name="T20" fmla="*/ 0 60000 65536"/>
                <a:gd name="T21" fmla="*/ 0 w 48"/>
                <a:gd name="T22" fmla="*/ 0 h 48"/>
                <a:gd name="T23" fmla="*/ 48 w 48"/>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48">
                  <a:moveTo>
                    <a:pt x="0" y="40"/>
                  </a:moveTo>
                  <a:lnTo>
                    <a:pt x="16" y="48"/>
                  </a:lnTo>
                  <a:lnTo>
                    <a:pt x="48" y="8"/>
                  </a:lnTo>
                  <a:lnTo>
                    <a:pt x="40" y="0"/>
                  </a:lnTo>
                  <a:lnTo>
                    <a:pt x="32" y="0"/>
                  </a:lnTo>
                  <a:lnTo>
                    <a:pt x="0" y="4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70" name="Freeform 89"/>
            <p:cNvSpPr>
              <a:spLocks/>
            </p:cNvSpPr>
            <p:nvPr/>
          </p:nvSpPr>
          <p:spPr bwMode="auto">
            <a:xfrm>
              <a:off x="6680200" y="5197475"/>
              <a:ext cx="25400" cy="25400"/>
            </a:xfrm>
            <a:custGeom>
              <a:avLst/>
              <a:gdLst>
                <a:gd name="T0" fmla="*/ 0 w 16"/>
                <a:gd name="T1" fmla="*/ 2147483647 h 16"/>
                <a:gd name="T2" fmla="*/ 2147483647 w 16"/>
                <a:gd name="T3" fmla="*/ 2147483647 h 16"/>
                <a:gd name="T4" fmla="*/ 2147483647 w 16"/>
                <a:gd name="T5" fmla="*/ 2147483647 h 16"/>
                <a:gd name="T6" fmla="*/ 2147483647 w 16"/>
                <a:gd name="T7" fmla="*/ 0 h 16"/>
                <a:gd name="T8" fmla="*/ 0 w 16"/>
                <a:gd name="T9" fmla="*/ 2147483647 h 16"/>
                <a:gd name="T10" fmla="*/ 0 60000 65536"/>
                <a:gd name="T11" fmla="*/ 0 60000 65536"/>
                <a:gd name="T12" fmla="*/ 0 60000 65536"/>
                <a:gd name="T13" fmla="*/ 0 60000 65536"/>
                <a:gd name="T14" fmla="*/ 0 60000 65536"/>
                <a:gd name="T15" fmla="*/ 0 w 16"/>
                <a:gd name="T16" fmla="*/ 0 h 16"/>
                <a:gd name="T17" fmla="*/ 16 w 16"/>
                <a:gd name="T18" fmla="*/ 16 h 16"/>
              </a:gdLst>
              <a:ahLst/>
              <a:cxnLst>
                <a:cxn ang="T10">
                  <a:pos x="T0" y="T1"/>
                </a:cxn>
                <a:cxn ang="T11">
                  <a:pos x="T2" y="T3"/>
                </a:cxn>
                <a:cxn ang="T12">
                  <a:pos x="T4" y="T5"/>
                </a:cxn>
                <a:cxn ang="T13">
                  <a:pos x="T6" y="T7"/>
                </a:cxn>
                <a:cxn ang="T14">
                  <a:pos x="T8" y="T9"/>
                </a:cxn>
              </a:cxnLst>
              <a:rect l="T15" t="T16" r="T17" b="T18"/>
              <a:pathLst>
                <a:path w="16" h="16">
                  <a:moveTo>
                    <a:pt x="0" y="8"/>
                  </a:moveTo>
                  <a:lnTo>
                    <a:pt x="8" y="16"/>
                  </a:lnTo>
                  <a:lnTo>
                    <a:pt x="16" y="8"/>
                  </a:lnTo>
                  <a:lnTo>
                    <a:pt x="8" y="0"/>
                  </a:lnTo>
                  <a:lnTo>
                    <a:pt x="0"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71" name="Freeform 90"/>
            <p:cNvSpPr>
              <a:spLocks/>
            </p:cNvSpPr>
            <p:nvPr/>
          </p:nvSpPr>
          <p:spPr bwMode="auto">
            <a:xfrm>
              <a:off x="6718300" y="5045075"/>
              <a:ext cx="88900" cy="101600"/>
            </a:xfrm>
            <a:custGeom>
              <a:avLst/>
              <a:gdLst>
                <a:gd name="T0" fmla="*/ 0 w 56"/>
                <a:gd name="T1" fmla="*/ 2147483647 h 64"/>
                <a:gd name="T2" fmla="*/ 2147483647 w 56"/>
                <a:gd name="T3" fmla="*/ 2147483647 h 64"/>
                <a:gd name="T4" fmla="*/ 2147483647 w 56"/>
                <a:gd name="T5" fmla="*/ 2147483647 h 64"/>
                <a:gd name="T6" fmla="*/ 2147483647 w 56"/>
                <a:gd name="T7" fmla="*/ 0 h 64"/>
                <a:gd name="T8" fmla="*/ 0 w 56"/>
                <a:gd name="T9" fmla="*/ 2147483647 h 64"/>
                <a:gd name="T10" fmla="*/ 0 60000 65536"/>
                <a:gd name="T11" fmla="*/ 0 60000 65536"/>
                <a:gd name="T12" fmla="*/ 0 60000 65536"/>
                <a:gd name="T13" fmla="*/ 0 60000 65536"/>
                <a:gd name="T14" fmla="*/ 0 60000 65536"/>
                <a:gd name="T15" fmla="*/ 0 w 56"/>
                <a:gd name="T16" fmla="*/ 0 h 64"/>
                <a:gd name="T17" fmla="*/ 56 w 56"/>
                <a:gd name="T18" fmla="*/ 64 h 64"/>
              </a:gdLst>
              <a:ahLst/>
              <a:cxnLst>
                <a:cxn ang="T10">
                  <a:pos x="T0" y="T1"/>
                </a:cxn>
                <a:cxn ang="T11">
                  <a:pos x="T2" y="T3"/>
                </a:cxn>
                <a:cxn ang="T12">
                  <a:pos x="T4" y="T5"/>
                </a:cxn>
                <a:cxn ang="T13">
                  <a:pos x="T6" y="T7"/>
                </a:cxn>
                <a:cxn ang="T14">
                  <a:pos x="T8" y="T9"/>
                </a:cxn>
              </a:cxnLst>
              <a:rect l="T15" t="T16" r="T17" b="T18"/>
              <a:pathLst>
                <a:path w="56" h="64">
                  <a:moveTo>
                    <a:pt x="0" y="56"/>
                  </a:moveTo>
                  <a:lnTo>
                    <a:pt x="16" y="64"/>
                  </a:lnTo>
                  <a:lnTo>
                    <a:pt x="56" y="8"/>
                  </a:lnTo>
                  <a:lnTo>
                    <a:pt x="40" y="0"/>
                  </a:lnTo>
                  <a:lnTo>
                    <a:pt x="0" y="5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72" name="Freeform 91"/>
            <p:cNvSpPr>
              <a:spLocks/>
            </p:cNvSpPr>
            <p:nvPr/>
          </p:nvSpPr>
          <p:spPr bwMode="auto">
            <a:xfrm>
              <a:off x="6819900" y="4892675"/>
              <a:ext cx="76200" cy="101600"/>
            </a:xfrm>
            <a:custGeom>
              <a:avLst/>
              <a:gdLst>
                <a:gd name="T0" fmla="*/ 0 w 48"/>
                <a:gd name="T1" fmla="*/ 2147483647 h 64"/>
                <a:gd name="T2" fmla="*/ 2147483647 w 48"/>
                <a:gd name="T3" fmla="*/ 2147483647 h 64"/>
                <a:gd name="T4" fmla="*/ 2147483647 w 48"/>
                <a:gd name="T5" fmla="*/ 2147483647 h 64"/>
                <a:gd name="T6" fmla="*/ 2147483647 w 48"/>
                <a:gd name="T7" fmla="*/ 0 h 64"/>
                <a:gd name="T8" fmla="*/ 0 w 48"/>
                <a:gd name="T9" fmla="*/ 2147483647 h 64"/>
                <a:gd name="T10" fmla="*/ 0 60000 65536"/>
                <a:gd name="T11" fmla="*/ 0 60000 65536"/>
                <a:gd name="T12" fmla="*/ 0 60000 65536"/>
                <a:gd name="T13" fmla="*/ 0 60000 65536"/>
                <a:gd name="T14" fmla="*/ 0 60000 65536"/>
                <a:gd name="T15" fmla="*/ 0 w 48"/>
                <a:gd name="T16" fmla="*/ 0 h 64"/>
                <a:gd name="T17" fmla="*/ 48 w 48"/>
                <a:gd name="T18" fmla="*/ 64 h 64"/>
              </a:gdLst>
              <a:ahLst/>
              <a:cxnLst>
                <a:cxn ang="T10">
                  <a:pos x="T0" y="T1"/>
                </a:cxn>
                <a:cxn ang="T11">
                  <a:pos x="T2" y="T3"/>
                </a:cxn>
                <a:cxn ang="T12">
                  <a:pos x="T4" y="T5"/>
                </a:cxn>
                <a:cxn ang="T13">
                  <a:pos x="T6" y="T7"/>
                </a:cxn>
                <a:cxn ang="T14">
                  <a:pos x="T8" y="T9"/>
                </a:cxn>
              </a:cxnLst>
              <a:rect l="T15" t="T16" r="T17" b="T18"/>
              <a:pathLst>
                <a:path w="48" h="64">
                  <a:moveTo>
                    <a:pt x="0" y="56"/>
                  </a:moveTo>
                  <a:lnTo>
                    <a:pt x="16" y="64"/>
                  </a:lnTo>
                  <a:lnTo>
                    <a:pt x="48" y="8"/>
                  </a:lnTo>
                  <a:lnTo>
                    <a:pt x="32" y="0"/>
                  </a:lnTo>
                  <a:lnTo>
                    <a:pt x="0" y="5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73" name="Freeform 92"/>
            <p:cNvSpPr>
              <a:spLocks/>
            </p:cNvSpPr>
            <p:nvPr/>
          </p:nvSpPr>
          <p:spPr bwMode="auto">
            <a:xfrm>
              <a:off x="6908800" y="4816475"/>
              <a:ext cx="25400" cy="12700"/>
            </a:xfrm>
            <a:custGeom>
              <a:avLst/>
              <a:gdLst>
                <a:gd name="T0" fmla="*/ 2147483647 w 16"/>
                <a:gd name="T1" fmla="*/ 0 h 8"/>
                <a:gd name="T2" fmla="*/ 0 w 16"/>
                <a:gd name="T3" fmla="*/ 0 h 8"/>
                <a:gd name="T4" fmla="*/ 0 w 16"/>
                <a:gd name="T5" fmla="*/ 0 h 8"/>
                <a:gd name="T6" fmla="*/ 2147483647 w 16"/>
                <a:gd name="T7" fmla="*/ 2147483647 h 8"/>
                <a:gd name="T8" fmla="*/ 0 w 16"/>
                <a:gd name="T9" fmla="*/ 0 h 8"/>
                <a:gd name="T10" fmla="*/ 2147483647 w 16"/>
                <a:gd name="T11" fmla="*/ 0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16" y="0"/>
                  </a:moveTo>
                  <a:lnTo>
                    <a:pt x="0" y="0"/>
                  </a:lnTo>
                  <a:lnTo>
                    <a:pt x="16" y="8"/>
                  </a:lnTo>
                  <a:lnTo>
                    <a:pt x="0" y="0"/>
                  </a:lnTo>
                  <a:lnTo>
                    <a:pt x="16"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74" name="Freeform 93"/>
            <p:cNvSpPr>
              <a:spLocks/>
            </p:cNvSpPr>
            <p:nvPr/>
          </p:nvSpPr>
          <p:spPr bwMode="auto">
            <a:xfrm>
              <a:off x="6908800" y="4727575"/>
              <a:ext cx="63500" cy="101600"/>
            </a:xfrm>
            <a:custGeom>
              <a:avLst/>
              <a:gdLst>
                <a:gd name="T0" fmla="*/ 0 w 40"/>
                <a:gd name="T1" fmla="*/ 2147483647 h 64"/>
                <a:gd name="T2" fmla="*/ 2147483647 w 40"/>
                <a:gd name="T3" fmla="*/ 2147483647 h 64"/>
                <a:gd name="T4" fmla="*/ 2147483647 w 40"/>
                <a:gd name="T5" fmla="*/ 2147483647 h 64"/>
                <a:gd name="T6" fmla="*/ 2147483647 w 40"/>
                <a:gd name="T7" fmla="*/ 0 h 64"/>
                <a:gd name="T8" fmla="*/ 0 w 40"/>
                <a:gd name="T9" fmla="*/ 2147483647 h 64"/>
                <a:gd name="T10" fmla="*/ 0 60000 65536"/>
                <a:gd name="T11" fmla="*/ 0 60000 65536"/>
                <a:gd name="T12" fmla="*/ 0 60000 65536"/>
                <a:gd name="T13" fmla="*/ 0 60000 65536"/>
                <a:gd name="T14" fmla="*/ 0 60000 65536"/>
                <a:gd name="T15" fmla="*/ 0 w 40"/>
                <a:gd name="T16" fmla="*/ 0 h 64"/>
                <a:gd name="T17" fmla="*/ 40 w 40"/>
                <a:gd name="T18" fmla="*/ 64 h 64"/>
              </a:gdLst>
              <a:ahLst/>
              <a:cxnLst>
                <a:cxn ang="T10">
                  <a:pos x="T0" y="T1"/>
                </a:cxn>
                <a:cxn ang="T11">
                  <a:pos x="T2" y="T3"/>
                </a:cxn>
                <a:cxn ang="T12">
                  <a:pos x="T4" y="T5"/>
                </a:cxn>
                <a:cxn ang="T13">
                  <a:pos x="T6" y="T7"/>
                </a:cxn>
                <a:cxn ang="T14">
                  <a:pos x="T8" y="T9"/>
                </a:cxn>
              </a:cxnLst>
              <a:rect l="T15" t="T16" r="T17" b="T18"/>
              <a:pathLst>
                <a:path w="40" h="64">
                  <a:moveTo>
                    <a:pt x="0" y="56"/>
                  </a:moveTo>
                  <a:lnTo>
                    <a:pt x="16" y="64"/>
                  </a:lnTo>
                  <a:lnTo>
                    <a:pt x="40" y="8"/>
                  </a:lnTo>
                  <a:lnTo>
                    <a:pt x="24" y="0"/>
                  </a:lnTo>
                  <a:lnTo>
                    <a:pt x="0" y="5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75" name="Freeform 94"/>
            <p:cNvSpPr>
              <a:spLocks/>
            </p:cNvSpPr>
            <p:nvPr/>
          </p:nvSpPr>
          <p:spPr bwMode="auto">
            <a:xfrm>
              <a:off x="6972300" y="4625975"/>
              <a:ext cx="38100" cy="38100"/>
            </a:xfrm>
            <a:custGeom>
              <a:avLst/>
              <a:gdLst>
                <a:gd name="T0" fmla="*/ 0 w 24"/>
                <a:gd name="T1" fmla="*/ 2147483647 h 24"/>
                <a:gd name="T2" fmla="*/ 2147483647 w 24"/>
                <a:gd name="T3" fmla="*/ 2147483647 h 24"/>
                <a:gd name="T4" fmla="*/ 2147483647 w 24"/>
                <a:gd name="T5" fmla="*/ 2147483647 h 24"/>
                <a:gd name="T6" fmla="*/ 2147483647 w 24"/>
                <a:gd name="T7" fmla="*/ 2147483647 h 24"/>
                <a:gd name="T8" fmla="*/ 2147483647 w 24"/>
                <a:gd name="T9" fmla="*/ 0 h 24"/>
                <a:gd name="T10" fmla="*/ 2147483647 w 24"/>
                <a:gd name="T11" fmla="*/ 0 h 24"/>
                <a:gd name="T12" fmla="*/ 0 w 24"/>
                <a:gd name="T13" fmla="*/ 2147483647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0" y="16"/>
                  </a:moveTo>
                  <a:lnTo>
                    <a:pt x="16" y="24"/>
                  </a:lnTo>
                  <a:lnTo>
                    <a:pt x="24" y="8"/>
                  </a:lnTo>
                  <a:lnTo>
                    <a:pt x="8" y="0"/>
                  </a:lnTo>
                  <a:lnTo>
                    <a:pt x="0"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76" name="Freeform 95"/>
            <p:cNvSpPr>
              <a:spLocks/>
            </p:cNvSpPr>
            <p:nvPr/>
          </p:nvSpPr>
          <p:spPr bwMode="auto">
            <a:xfrm>
              <a:off x="6985000" y="4549775"/>
              <a:ext cx="50800" cy="88900"/>
            </a:xfrm>
            <a:custGeom>
              <a:avLst/>
              <a:gdLst>
                <a:gd name="T0" fmla="*/ 0 w 32"/>
                <a:gd name="T1" fmla="*/ 2147483647 h 56"/>
                <a:gd name="T2" fmla="*/ 2147483647 w 32"/>
                <a:gd name="T3" fmla="*/ 2147483647 h 56"/>
                <a:gd name="T4" fmla="*/ 2147483647 w 32"/>
                <a:gd name="T5" fmla="*/ 2147483647 h 56"/>
                <a:gd name="T6" fmla="*/ 2147483647 w 32"/>
                <a:gd name="T7" fmla="*/ 0 h 56"/>
                <a:gd name="T8" fmla="*/ 0 w 32"/>
                <a:gd name="T9" fmla="*/ 2147483647 h 56"/>
                <a:gd name="T10" fmla="*/ 0 60000 65536"/>
                <a:gd name="T11" fmla="*/ 0 60000 65536"/>
                <a:gd name="T12" fmla="*/ 0 60000 65536"/>
                <a:gd name="T13" fmla="*/ 0 60000 65536"/>
                <a:gd name="T14" fmla="*/ 0 60000 65536"/>
                <a:gd name="T15" fmla="*/ 0 w 32"/>
                <a:gd name="T16" fmla="*/ 0 h 56"/>
                <a:gd name="T17" fmla="*/ 32 w 32"/>
                <a:gd name="T18" fmla="*/ 56 h 56"/>
              </a:gdLst>
              <a:ahLst/>
              <a:cxnLst>
                <a:cxn ang="T10">
                  <a:pos x="T0" y="T1"/>
                </a:cxn>
                <a:cxn ang="T11">
                  <a:pos x="T2" y="T3"/>
                </a:cxn>
                <a:cxn ang="T12">
                  <a:pos x="T4" y="T5"/>
                </a:cxn>
                <a:cxn ang="T13">
                  <a:pos x="T6" y="T7"/>
                </a:cxn>
                <a:cxn ang="T14">
                  <a:pos x="T8" y="T9"/>
                </a:cxn>
              </a:cxnLst>
              <a:rect l="T15" t="T16" r="T17" b="T18"/>
              <a:pathLst>
                <a:path w="32" h="56">
                  <a:moveTo>
                    <a:pt x="0" y="48"/>
                  </a:moveTo>
                  <a:lnTo>
                    <a:pt x="16" y="56"/>
                  </a:lnTo>
                  <a:lnTo>
                    <a:pt x="32" y="8"/>
                  </a:lnTo>
                  <a:lnTo>
                    <a:pt x="16" y="0"/>
                  </a:lnTo>
                  <a:lnTo>
                    <a:pt x="0" y="4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77" name="Freeform 96"/>
            <p:cNvSpPr>
              <a:spLocks/>
            </p:cNvSpPr>
            <p:nvPr/>
          </p:nvSpPr>
          <p:spPr bwMode="auto">
            <a:xfrm>
              <a:off x="7023100" y="4422775"/>
              <a:ext cx="50800" cy="63500"/>
            </a:xfrm>
            <a:custGeom>
              <a:avLst/>
              <a:gdLst>
                <a:gd name="T0" fmla="*/ 0 w 32"/>
                <a:gd name="T1" fmla="*/ 2147483647 h 40"/>
                <a:gd name="T2" fmla="*/ 2147483647 w 32"/>
                <a:gd name="T3" fmla="*/ 2147483647 h 40"/>
                <a:gd name="T4" fmla="*/ 2147483647 w 32"/>
                <a:gd name="T5" fmla="*/ 2147483647 h 40"/>
                <a:gd name="T6" fmla="*/ 2147483647 w 32"/>
                <a:gd name="T7" fmla="*/ 0 h 40"/>
                <a:gd name="T8" fmla="*/ 2147483647 w 32"/>
                <a:gd name="T9" fmla="*/ 0 h 40"/>
                <a:gd name="T10" fmla="*/ 2147483647 w 32"/>
                <a:gd name="T11" fmla="*/ 0 h 40"/>
                <a:gd name="T12" fmla="*/ 0 w 32"/>
                <a:gd name="T13" fmla="*/ 2147483647 h 40"/>
                <a:gd name="T14" fmla="*/ 0 60000 65536"/>
                <a:gd name="T15" fmla="*/ 0 60000 65536"/>
                <a:gd name="T16" fmla="*/ 0 60000 65536"/>
                <a:gd name="T17" fmla="*/ 0 60000 65536"/>
                <a:gd name="T18" fmla="*/ 0 60000 65536"/>
                <a:gd name="T19" fmla="*/ 0 60000 65536"/>
                <a:gd name="T20" fmla="*/ 0 60000 65536"/>
                <a:gd name="T21" fmla="*/ 0 w 32"/>
                <a:gd name="T22" fmla="*/ 0 h 40"/>
                <a:gd name="T23" fmla="*/ 32 w 32"/>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40">
                  <a:moveTo>
                    <a:pt x="0" y="32"/>
                  </a:moveTo>
                  <a:lnTo>
                    <a:pt x="16" y="40"/>
                  </a:lnTo>
                  <a:lnTo>
                    <a:pt x="32" y="8"/>
                  </a:lnTo>
                  <a:lnTo>
                    <a:pt x="32" y="0"/>
                  </a:lnTo>
                  <a:lnTo>
                    <a:pt x="16" y="0"/>
                  </a:lnTo>
                  <a:lnTo>
                    <a:pt x="0"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78" name="Rectangle 97"/>
            <p:cNvSpPr>
              <a:spLocks noChangeArrowheads="1"/>
            </p:cNvSpPr>
            <p:nvPr/>
          </p:nvSpPr>
          <p:spPr bwMode="auto">
            <a:xfrm>
              <a:off x="7048500" y="4371975"/>
              <a:ext cx="25400" cy="508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179" name="Freeform 98"/>
            <p:cNvSpPr>
              <a:spLocks/>
            </p:cNvSpPr>
            <p:nvPr/>
          </p:nvSpPr>
          <p:spPr bwMode="auto">
            <a:xfrm>
              <a:off x="7061200" y="4232275"/>
              <a:ext cx="38100" cy="63500"/>
            </a:xfrm>
            <a:custGeom>
              <a:avLst/>
              <a:gdLst>
                <a:gd name="T0" fmla="*/ 0 w 24"/>
                <a:gd name="T1" fmla="*/ 2147483647 h 40"/>
                <a:gd name="T2" fmla="*/ 2147483647 w 24"/>
                <a:gd name="T3" fmla="*/ 2147483647 h 40"/>
                <a:gd name="T4" fmla="*/ 2147483647 w 24"/>
                <a:gd name="T5" fmla="*/ 0 h 40"/>
                <a:gd name="T6" fmla="*/ 2147483647 w 24"/>
                <a:gd name="T7" fmla="*/ 0 h 40"/>
                <a:gd name="T8" fmla="*/ 2147483647 w 24"/>
                <a:gd name="T9" fmla="*/ 0 h 40"/>
                <a:gd name="T10" fmla="*/ 2147483647 w 24"/>
                <a:gd name="T11" fmla="*/ 0 h 40"/>
                <a:gd name="T12" fmla="*/ 0 w 24"/>
                <a:gd name="T13" fmla="*/ 2147483647 h 40"/>
                <a:gd name="T14" fmla="*/ 0 60000 65536"/>
                <a:gd name="T15" fmla="*/ 0 60000 65536"/>
                <a:gd name="T16" fmla="*/ 0 60000 65536"/>
                <a:gd name="T17" fmla="*/ 0 60000 65536"/>
                <a:gd name="T18" fmla="*/ 0 60000 65536"/>
                <a:gd name="T19" fmla="*/ 0 60000 65536"/>
                <a:gd name="T20" fmla="*/ 0 60000 65536"/>
                <a:gd name="T21" fmla="*/ 0 w 24"/>
                <a:gd name="T22" fmla="*/ 0 h 40"/>
                <a:gd name="T23" fmla="*/ 24 w 24"/>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40">
                  <a:moveTo>
                    <a:pt x="0" y="40"/>
                  </a:moveTo>
                  <a:lnTo>
                    <a:pt x="16" y="40"/>
                  </a:lnTo>
                  <a:lnTo>
                    <a:pt x="24" y="0"/>
                  </a:lnTo>
                  <a:lnTo>
                    <a:pt x="8" y="0"/>
                  </a:lnTo>
                  <a:lnTo>
                    <a:pt x="0" y="4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80" name="Rectangle 99"/>
            <p:cNvSpPr>
              <a:spLocks noChangeArrowheads="1"/>
            </p:cNvSpPr>
            <p:nvPr/>
          </p:nvSpPr>
          <p:spPr bwMode="auto">
            <a:xfrm>
              <a:off x="7073900" y="4194175"/>
              <a:ext cx="25400" cy="381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181" name="Freeform 100"/>
            <p:cNvSpPr>
              <a:spLocks/>
            </p:cNvSpPr>
            <p:nvPr/>
          </p:nvSpPr>
          <p:spPr bwMode="auto">
            <a:xfrm>
              <a:off x="7073900" y="4041775"/>
              <a:ext cx="25400" cy="76200"/>
            </a:xfrm>
            <a:custGeom>
              <a:avLst/>
              <a:gdLst>
                <a:gd name="T0" fmla="*/ 0 w 16"/>
                <a:gd name="T1" fmla="*/ 2147483647 h 48"/>
                <a:gd name="T2" fmla="*/ 2147483647 w 16"/>
                <a:gd name="T3" fmla="*/ 2147483647 h 48"/>
                <a:gd name="T4" fmla="*/ 2147483647 w 16"/>
                <a:gd name="T5" fmla="*/ 0 h 48"/>
                <a:gd name="T6" fmla="*/ 2147483647 w 16"/>
                <a:gd name="T7" fmla="*/ 0 h 48"/>
                <a:gd name="T8" fmla="*/ 0 w 16"/>
                <a:gd name="T9" fmla="*/ 2147483647 h 48"/>
                <a:gd name="T10" fmla="*/ 0 w 16"/>
                <a:gd name="T11" fmla="*/ 0 h 48"/>
                <a:gd name="T12" fmla="*/ 0 w 16"/>
                <a:gd name="T13" fmla="*/ 2147483647 h 48"/>
                <a:gd name="T14" fmla="*/ 0 60000 65536"/>
                <a:gd name="T15" fmla="*/ 0 60000 65536"/>
                <a:gd name="T16" fmla="*/ 0 60000 65536"/>
                <a:gd name="T17" fmla="*/ 0 60000 65536"/>
                <a:gd name="T18" fmla="*/ 0 60000 65536"/>
                <a:gd name="T19" fmla="*/ 0 60000 65536"/>
                <a:gd name="T20" fmla="*/ 0 60000 65536"/>
                <a:gd name="T21" fmla="*/ 0 w 16"/>
                <a:gd name="T22" fmla="*/ 0 h 48"/>
                <a:gd name="T23" fmla="*/ 16 w 16"/>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48">
                  <a:moveTo>
                    <a:pt x="0" y="48"/>
                  </a:moveTo>
                  <a:lnTo>
                    <a:pt x="16" y="48"/>
                  </a:lnTo>
                  <a:lnTo>
                    <a:pt x="16" y="0"/>
                  </a:lnTo>
                  <a:lnTo>
                    <a:pt x="0" y="8"/>
                  </a:lnTo>
                  <a:lnTo>
                    <a:pt x="0" y="0"/>
                  </a:lnTo>
                  <a:lnTo>
                    <a:pt x="0" y="4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82" name="Freeform 101"/>
            <p:cNvSpPr>
              <a:spLocks/>
            </p:cNvSpPr>
            <p:nvPr/>
          </p:nvSpPr>
          <p:spPr bwMode="auto">
            <a:xfrm>
              <a:off x="7061200" y="4016375"/>
              <a:ext cx="38100" cy="38100"/>
            </a:xfrm>
            <a:custGeom>
              <a:avLst/>
              <a:gdLst>
                <a:gd name="T0" fmla="*/ 2147483647 w 24"/>
                <a:gd name="T1" fmla="*/ 2147483647 h 24"/>
                <a:gd name="T2" fmla="*/ 2147483647 w 24"/>
                <a:gd name="T3" fmla="*/ 2147483647 h 24"/>
                <a:gd name="T4" fmla="*/ 2147483647 w 24"/>
                <a:gd name="T5" fmla="*/ 0 h 24"/>
                <a:gd name="T6" fmla="*/ 0 w 24"/>
                <a:gd name="T7" fmla="*/ 2147483647 h 24"/>
                <a:gd name="T8" fmla="*/ 2147483647 w 24"/>
                <a:gd name="T9" fmla="*/ 2147483647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8" y="24"/>
                  </a:moveTo>
                  <a:lnTo>
                    <a:pt x="24" y="16"/>
                  </a:lnTo>
                  <a:lnTo>
                    <a:pt x="16" y="0"/>
                  </a:lnTo>
                  <a:lnTo>
                    <a:pt x="0" y="8"/>
                  </a:lnTo>
                  <a:lnTo>
                    <a:pt x="8"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83" name="Freeform 102"/>
            <p:cNvSpPr>
              <a:spLocks/>
            </p:cNvSpPr>
            <p:nvPr/>
          </p:nvSpPr>
          <p:spPr bwMode="auto">
            <a:xfrm>
              <a:off x="7035800" y="3851275"/>
              <a:ext cx="38100" cy="88900"/>
            </a:xfrm>
            <a:custGeom>
              <a:avLst/>
              <a:gdLst>
                <a:gd name="T0" fmla="*/ 2147483647 w 24"/>
                <a:gd name="T1" fmla="*/ 2147483647 h 56"/>
                <a:gd name="T2" fmla="*/ 2147483647 w 24"/>
                <a:gd name="T3" fmla="*/ 2147483647 h 56"/>
                <a:gd name="T4" fmla="*/ 2147483647 w 24"/>
                <a:gd name="T5" fmla="*/ 0 h 56"/>
                <a:gd name="T6" fmla="*/ 2147483647 w 24"/>
                <a:gd name="T7" fmla="*/ 0 h 56"/>
                <a:gd name="T8" fmla="*/ 0 w 24"/>
                <a:gd name="T9" fmla="*/ 0 h 56"/>
                <a:gd name="T10" fmla="*/ 0 w 24"/>
                <a:gd name="T11" fmla="*/ 0 h 56"/>
                <a:gd name="T12" fmla="*/ 2147483647 w 24"/>
                <a:gd name="T13" fmla="*/ 2147483647 h 56"/>
                <a:gd name="T14" fmla="*/ 0 60000 65536"/>
                <a:gd name="T15" fmla="*/ 0 60000 65536"/>
                <a:gd name="T16" fmla="*/ 0 60000 65536"/>
                <a:gd name="T17" fmla="*/ 0 60000 65536"/>
                <a:gd name="T18" fmla="*/ 0 60000 65536"/>
                <a:gd name="T19" fmla="*/ 0 60000 65536"/>
                <a:gd name="T20" fmla="*/ 0 60000 65536"/>
                <a:gd name="T21" fmla="*/ 0 w 24"/>
                <a:gd name="T22" fmla="*/ 0 h 56"/>
                <a:gd name="T23" fmla="*/ 24 w 24"/>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56">
                  <a:moveTo>
                    <a:pt x="8" y="56"/>
                  </a:moveTo>
                  <a:lnTo>
                    <a:pt x="24" y="56"/>
                  </a:lnTo>
                  <a:lnTo>
                    <a:pt x="16" y="0"/>
                  </a:lnTo>
                  <a:lnTo>
                    <a:pt x="0" y="0"/>
                  </a:lnTo>
                  <a:lnTo>
                    <a:pt x="8" y="5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84" name="Rectangle 103"/>
            <p:cNvSpPr>
              <a:spLocks noChangeArrowheads="1"/>
            </p:cNvSpPr>
            <p:nvPr/>
          </p:nvSpPr>
          <p:spPr bwMode="auto">
            <a:xfrm>
              <a:off x="7035800" y="3838575"/>
              <a:ext cx="25400" cy="127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185" name="Freeform 104"/>
            <p:cNvSpPr>
              <a:spLocks/>
            </p:cNvSpPr>
            <p:nvPr/>
          </p:nvSpPr>
          <p:spPr bwMode="auto">
            <a:xfrm>
              <a:off x="6985000" y="3673475"/>
              <a:ext cx="50800" cy="101600"/>
            </a:xfrm>
            <a:custGeom>
              <a:avLst/>
              <a:gdLst>
                <a:gd name="T0" fmla="*/ 2147483647 w 32"/>
                <a:gd name="T1" fmla="*/ 2147483647 h 64"/>
                <a:gd name="T2" fmla="*/ 2147483647 w 32"/>
                <a:gd name="T3" fmla="*/ 2147483647 h 64"/>
                <a:gd name="T4" fmla="*/ 2147483647 w 32"/>
                <a:gd name="T5" fmla="*/ 0 h 64"/>
                <a:gd name="T6" fmla="*/ 2147483647 w 32"/>
                <a:gd name="T7" fmla="*/ 0 h 64"/>
                <a:gd name="T8" fmla="*/ 0 w 32"/>
                <a:gd name="T9" fmla="*/ 0 h 64"/>
                <a:gd name="T10" fmla="*/ 0 w 32"/>
                <a:gd name="T11" fmla="*/ 2147483647 h 64"/>
                <a:gd name="T12" fmla="*/ 2147483647 w 32"/>
                <a:gd name="T13" fmla="*/ 2147483647 h 64"/>
                <a:gd name="T14" fmla="*/ 0 60000 65536"/>
                <a:gd name="T15" fmla="*/ 0 60000 65536"/>
                <a:gd name="T16" fmla="*/ 0 60000 65536"/>
                <a:gd name="T17" fmla="*/ 0 60000 65536"/>
                <a:gd name="T18" fmla="*/ 0 60000 65536"/>
                <a:gd name="T19" fmla="*/ 0 60000 65536"/>
                <a:gd name="T20" fmla="*/ 0 60000 65536"/>
                <a:gd name="T21" fmla="*/ 0 w 32"/>
                <a:gd name="T22" fmla="*/ 0 h 64"/>
                <a:gd name="T23" fmla="*/ 32 w 32"/>
                <a:gd name="T24" fmla="*/ 64 h 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64">
                  <a:moveTo>
                    <a:pt x="16" y="64"/>
                  </a:moveTo>
                  <a:lnTo>
                    <a:pt x="32" y="56"/>
                  </a:lnTo>
                  <a:lnTo>
                    <a:pt x="16" y="0"/>
                  </a:lnTo>
                  <a:lnTo>
                    <a:pt x="0" y="0"/>
                  </a:lnTo>
                  <a:lnTo>
                    <a:pt x="0" y="8"/>
                  </a:lnTo>
                  <a:lnTo>
                    <a:pt x="16" y="6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86" name="Rectangle 105"/>
            <p:cNvSpPr>
              <a:spLocks noChangeArrowheads="1"/>
            </p:cNvSpPr>
            <p:nvPr/>
          </p:nvSpPr>
          <p:spPr bwMode="auto">
            <a:xfrm>
              <a:off x="6985000" y="3660775"/>
              <a:ext cx="25400" cy="127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187" name="Freeform 106"/>
            <p:cNvSpPr>
              <a:spLocks/>
            </p:cNvSpPr>
            <p:nvPr/>
          </p:nvSpPr>
          <p:spPr bwMode="auto">
            <a:xfrm>
              <a:off x="6896100" y="3494088"/>
              <a:ext cx="76200" cy="115887"/>
            </a:xfrm>
            <a:custGeom>
              <a:avLst/>
              <a:gdLst>
                <a:gd name="T0" fmla="*/ 2147483647 w 48"/>
                <a:gd name="T1" fmla="*/ 2147483647 h 73"/>
                <a:gd name="T2" fmla="*/ 2147483647 w 48"/>
                <a:gd name="T3" fmla="*/ 2147483647 h 73"/>
                <a:gd name="T4" fmla="*/ 2147483647 w 48"/>
                <a:gd name="T5" fmla="*/ 0 h 73"/>
                <a:gd name="T6" fmla="*/ 2147483647 w 48"/>
                <a:gd name="T7" fmla="*/ 0 h 73"/>
                <a:gd name="T8" fmla="*/ 0 w 48"/>
                <a:gd name="T9" fmla="*/ 2147483647 h 73"/>
                <a:gd name="T10" fmla="*/ 0 w 48"/>
                <a:gd name="T11" fmla="*/ 2147483647 h 73"/>
                <a:gd name="T12" fmla="*/ 2147483647 w 48"/>
                <a:gd name="T13" fmla="*/ 2147483647 h 73"/>
                <a:gd name="T14" fmla="*/ 0 60000 65536"/>
                <a:gd name="T15" fmla="*/ 0 60000 65536"/>
                <a:gd name="T16" fmla="*/ 0 60000 65536"/>
                <a:gd name="T17" fmla="*/ 0 60000 65536"/>
                <a:gd name="T18" fmla="*/ 0 60000 65536"/>
                <a:gd name="T19" fmla="*/ 0 60000 65536"/>
                <a:gd name="T20" fmla="*/ 0 60000 65536"/>
                <a:gd name="T21" fmla="*/ 0 w 48"/>
                <a:gd name="T22" fmla="*/ 0 h 73"/>
                <a:gd name="T23" fmla="*/ 48 w 48"/>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73">
                  <a:moveTo>
                    <a:pt x="32" y="73"/>
                  </a:moveTo>
                  <a:lnTo>
                    <a:pt x="48" y="65"/>
                  </a:lnTo>
                  <a:lnTo>
                    <a:pt x="16" y="0"/>
                  </a:lnTo>
                  <a:lnTo>
                    <a:pt x="0" y="8"/>
                  </a:lnTo>
                  <a:lnTo>
                    <a:pt x="32" y="73"/>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88" name="Freeform 107"/>
            <p:cNvSpPr>
              <a:spLocks/>
            </p:cNvSpPr>
            <p:nvPr/>
          </p:nvSpPr>
          <p:spPr bwMode="auto">
            <a:xfrm>
              <a:off x="6896100" y="3494088"/>
              <a:ext cx="25400" cy="12700"/>
            </a:xfrm>
            <a:custGeom>
              <a:avLst/>
              <a:gdLst>
                <a:gd name="T0" fmla="*/ 0 w 16"/>
                <a:gd name="T1" fmla="*/ 2147483647 h 8"/>
                <a:gd name="T2" fmla="*/ 2147483647 w 16"/>
                <a:gd name="T3" fmla="*/ 0 h 8"/>
                <a:gd name="T4" fmla="*/ 2147483647 w 16"/>
                <a:gd name="T5" fmla="*/ 0 h 8"/>
                <a:gd name="T6" fmla="*/ 0 w 16"/>
                <a:gd name="T7" fmla="*/ 2147483647 h 8"/>
                <a:gd name="T8" fmla="*/ 0 60000 65536"/>
                <a:gd name="T9" fmla="*/ 0 60000 65536"/>
                <a:gd name="T10" fmla="*/ 0 60000 65536"/>
                <a:gd name="T11" fmla="*/ 0 60000 65536"/>
                <a:gd name="T12" fmla="*/ 0 w 16"/>
                <a:gd name="T13" fmla="*/ 0 h 8"/>
                <a:gd name="T14" fmla="*/ 16 w 16"/>
                <a:gd name="T15" fmla="*/ 8 h 8"/>
              </a:gdLst>
              <a:ahLst/>
              <a:cxnLst>
                <a:cxn ang="T8">
                  <a:pos x="T0" y="T1"/>
                </a:cxn>
                <a:cxn ang="T9">
                  <a:pos x="T2" y="T3"/>
                </a:cxn>
                <a:cxn ang="T10">
                  <a:pos x="T4" y="T5"/>
                </a:cxn>
                <a:cxn ang="T11">
                  <a:pos x="T6" y="T7"/>
                </a:cxn>
              </a:cxnLst>
              <a:rect l="T12" t="T13" r="T14" b="T15"/>
              <a:pathLst>
                <a:path w="16" h="8">
                  <a:moveTo>
                    <a:pt x="0" y="8"/>
                  </a:moveTo>
                  <a:lnTo>
                    <a:pt x="16" y="0"/>
                  </a:lnTo>
                  <a:lnTo>
                    <a:pt x="0"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89" name="Freeform 108"/>
            <p:cNvSpPr>
              <a:spLocks/>
            </p:cNvSpPr>
            <p:nvPr/>
          </p:nvSpPr>
          <p:spPr bwMode="auto">
            <a:xfrm>
              <a:off x="6794500" y="3341688"/>
              <a:ext cx="88900" cy="101600"/>
            </a:xfrm>
            <a:custGeom>
              <a:avLst/>
              <a:gdLst>
                <a:gd name="T0" fmla="*/ 2147483647 w 56"/>
                <a:gd name="T1" fmla="*/ 2147483647 h 64"/>
                <a:gd name="T2" fmla="*/ 2147483647 w 56"/>
                <a:gd name="T3" fmla="*/ 2147483647 h 64"/>
                <a:gd name="T4" fmla="*/ 2147483647 w 56"/>
                <a:gd name="T5" fmla="*/ 0 h 64"/>
                <a:gd name="T6" fmla="*/ 0 w 56"/>
                <a:gd name="T7" fmla="*/ 2147483647 h 64"/>
                <a:gd name="T8" fmla="*/ 2147483647 w 56"/>
                <a:gd name="T9" fmla="*/ 2147483647 h 64"/>
                <a:gd name="T10" fmla="*/ 0 60000 65536"/>
                <a:gd name="T11" fmla="*/ 0 60000 65536"/>
                <a:gd name="T12" fmla="*/ 0 60000 65536"/>
                <a:gd name="T13" fmla="*/ 0 60000 65536"/>
                <a:gd name="T14" fmla="*/ 0 60000 65536"/>
                <a:gd name="T15" fmla="*/ 0 w 56"/>
                <a:gd name="T16" fmla="*/ 0 h 64"/>
                <a:gd name="T17" fmla="*/ 56 w 56"/>
                <a:gd name="T18" fmla="*/ 64 h 64"/>
              </a:gdLst>
              <a:ahLst/>
              <a:cxnLst>
                <a:cxn ang="T10">
                  <a:pos x="T0" y="T1"/>
                </a:cxn>
                <a:cxn ang="T11">
                  <a:pos x="T2" y="T3"/>
                </a:cxn>
                <a:cxn ang="T12">
                  <a:pos x="T4" y="T5"/>
                </a:cxn>
                <a:cxn ang="T13">
                  <a:pos x="T6" y="T7"/>
                </a:cxn>
                <a:cxn ang="T14">
                  <a:pos x="T8" y="T9"/>
                </a:cxn>
              </a:cxnLst>
              <a:rect l="T15" t="T16" r="T17" b="T18"/>
              <a:pathLst>
                <a:path w="56" h="64">
                  <a:moveTo>
                    <a:pt x="40" y="64"/>
                  </a:moveTo>
                  <a:lnTo>
                    <a:pt x="56" y="56"/>
                  </a:lnTo>
                  <a:lnTo>
                    <a:pt x="16" y="0"/>
                  </a:lnTo>
                  <a:lnTo>
                    <a:pt x="0" y="8"/>
                  </a:lnTo>
                  <a:lnTo>
                    <a:pt x="40" y="6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90" name="Freeform 109"/>
            <p:cNvSpPr>
              <a:spLocks/>
            </p:cNvSpPr>
            <p:nvPr/>
          </p:nvSpPr>
          <p:spPr bwMode="auto">
            <a:xfrm>
              <a:off x="6680200" y="3214688"/>
              <a:ext cx="88900" cy="88900"/>
            </a:xfrm>
            <a:custGeom>
              <a:avLst/>
              <a:gdLst>
                <a:gd name="T0" fmla="*/ 2147483647 w 56"/>
                <a:gd name="T1" fmla="*/ 2147483647 h 56"/>
                <a:gd name="T2" fmla="*/ 2147483647 w 56"/>
                <a:gd name="T3" fmla="*/ 2147483647 h 56"/>
                <a:gd name="T4" fmla="*/ 2147483647 w 56"/>
                <a:gd name="T5" fmla="*/ 0 h 56"/>
                <a:gd name="T6" fmla="*/ 0 w 56"/>
                <a:gd name="T7" fmla="*/ 2147483647 h 56"/>
                <a:gd name="T8" fmla="*/ 2147483647 w 56"/>
                <a:gd name="T9" fmla="*/ 2147483647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48" y="56"/>
                  </a:moveTo>
                  <a:lnTo>
                    <a:pt x="56" y="48"/>
                  </a:lnTo>
                  <a:lnTo>
                    <a:pt x="8" y="0"/>
                  </a:lnTo>
                  <a:lnTo>
                    <a:pt x="0" y="8"/>
                  </a:lnTo>
                  <a:lnTo>
                    <a:pt x="48" y="5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91" name="Freeform 110"/>
            <p:cNvSpPr>
              <a:spLocks/>
            </p:cNvSpPr>
            <p:nvPr/>
          </p:nvSpPr>
          <p:spPr bwMode="auto">
            <a:xfrm>
              <a:off x="6540500" y="3087688"/>
              <a:ext cx="101600" cy="88900"/>
            </a:xfrm>
            <a:custGeom>
              <a:avLst/>
              <a:gdLst>
                <a:gd name="T0" fmla="*/ 2147483647 w 64"/>
                <a:gd name="T1" fmla="*/ 2147483647 h 56"/>
                <a:gd name="T2" fmla="*/ 2147483647 w 64"/>
                <a:gd name="T3" fmla="*/ 2147483647 h 56"/>
                <a:gd name="T4" fmla="*/ 2147483647 w 64"/>
                <a:gd name="T5" fmla="*/ 0 h 56"/>
                <a:gd name="T6" fmla="*/ 0 w 64"/>
                <a:gd name="T7" fmla="*/ 2147483647 h 56"/>
                <a:gd name="T8" fmla="*/ 2147483647 w 64"/>
                <a:gd name="T9" fmla="*/ 2147483647 h 56"/>
                <a:gd name="T10" fmla="*/ 0 60000 65536"/>
                <a:gd name="T11" fmla="*/ 0 60000 65536"/>
                <a:gd name="T12" fmla="*/ 0 60000 65536"/>
                <a:gd name="T13" fmla="*/ 0 60000 65536"/>
                <a:gd name="T14" fmla="*/ 0 60000 65536"/>
                <a:gd name="T15" fmla="*/ 0 w 64"/>
                <a:gd name="T16" fmla="*/ 0 h 56"/>
                <a:gd name="T17" fmla="*/ 64 w 64"/>
                <a:gd name="T18" fmla="*/ 56 h 56"/>
              </a:gdLst>
              <a:ahLst/>
              <a:cxnLst>
                <a:cxn ang="T10">
                  <a:pos x="T0" y="T1"/>
                </a:cxn>
                <a:cxn ang="T11">
                  <a:pos x="T2" y="T3"/>
                </a:cxn>
                <a:cxn ang="T12">
                  <a:pos x="T4" y="T5"/>
                </a:cxn>
                <a:cxn ang="T13">
                  <a:pos x="T6" y="T7"/>
                </a:cxn>
                <a:cxn ang="T14">
                  <a:pos x="T8" y="T9"/>
                </a:cxn>
              </a:cxnLst>
              <a:rect l="T15" t="T16" r="T17" b="T18"/>
              <a:pathLst>
                <a:path w="64" h="56">
                  <a:moveTo>
                    <a:pt x="56" y="56"/>
                  </a:moveTo>
                  <a:lnTo>
                    <a:pt x="64" y="40"/>
                  </a:lnTo>
                  <a:lnTo>
                    <a:pt x="8" y="0"/>
                  </a:lnTo>
                  <a:lnTo>
                    <a:pt x="0" y="16"/>
                  </a:lnTo>
                  <a:lnTo>
                    <a:pt x="56" y="5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92" name="Freeform 111"/>
            <p:cNvSpPr>
              <a:spLocks/>
            </p:cNvSpPr>
            <p:nvPr/>
          </p:nvSpPr>
          <p:spPr bwMode="auto">
            <a:xfrm>
              <a:off x="6400800" y="2986088"/>
              <a:ext cx="101600" cy="76200"/>
            </a:xfrm>
            <a:custGeom>
              <a:avLst/>
              <a:gdLst>
                <a:gd name="T0" fmla="*/ 2147483647 w 64"/>
                <a:gd name="T1" fmla="*/ 2147483647 h 48"/>
                <a:gd name="T2" fmla="*/ 2147483647 w 64"/>
                <a:gd name="T3" fmla="*/ 2147483647 h 48"/>
                <a:gd name="T4" fmla="*/ 2147483647 w 64"/>
                <a:gd name="T5" fmla="*/ 0 h 48"/>
                <a:gd name="T6" fmla="*/ 0 w 64"/>
                <a:gd name="T7" fmla="*/ 2147483647 h 48"/>
                <a:gd name="T8" fmla="*/ 2147483647 w 64"/>
                <a:gd name="T9" fmla="*/ 2147483647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56" y="48"/>
                  </a:moveTo>
                  <a:lnTo>
                    <a:pt x="64" y="32"/>
                  </a:lnTo>
                  <a:lnTo>
                    <a:pt x="8" y="0"/>
                  </a:lnTo>
                  <a:lnTo>
                    <a:pt x="0" y="16"/>
                  </a:lnTo>
                  <a:lnTo>
                    <a:pt x="56" y="4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93" name="Freeform 112"/>
            <p:cNvSpPr>
              <a:spLocks/>
            </p:cNvSpPr>
            <p:nvPr/>
          </p:nvSpPr>
          <p:spPr bwMode="auto">
            <a:xfrm>
              <a:off x="6286500" y="2922588"/>
              <a:ext cx="50800" cy="50800"/>
            </a:xfrm>
            <a:custGeom>
              <a:avLst/>
              <a:gdLst>
                <a:gd name="T0" fmla="*/ 2147483647 w 32"/>
                <a:gd name="T1" fmla="*/ 2147483647 h 32"/>
                <a:gd name="T2" fmla="*/ 2147483647 w 32"/>
                <a:gd name="T3" fmla="*/ 2147483647 h 32"/>
                <a:gd name="T4" fmla="*/ 2147483647 w 32"/>
                <a:gd name="T5" fmla="*/ 0 h 32"/>
                <a:gd name="T6" fmla="*/ 0 w 32"/>
                <a:gd name="T7" fmla="*/ 2147483647 h 32"/>
                <a:gd name="T8" fmla="*/ 2147483647 w 32"/>
                <a:gd name="T9" fmla="*/ 2147483647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24" y="32"/>
                  </a:moveTo>
                  <a:lnTo>
                    <a:pt x="32" y="24"/>
                  </a:lnTo>
                  <a:lnTo>
                    <a:pt x="8" y="0"/>
                  </a:lnTo>
                  <a:lnTo>
                    <a:pt x="0" y="8"/>
                  </a:lnTo>
                  <a:lnTo>
                    <a:pt x="24"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94" name="Freeform 113"/>
            <p:cNvSpPr>
              <a:spLocks/>
            </p:cNvSpPr>
            <p:nvPr/>
          </p:nvSpPr>
          <p:spPr bwMode="auto">
            <a:xfrm>
              <a:off x="6235700" y="2909888"/>
              <a:ext cx="63500" cy="50800"/>
            </a:xfrm>
            <a:custGeom>
              <a:avLst/>
              <a:gdLst>
                <a:gd name="T0" fmla="*/ 2147483647 w 40"/>
                <a:gd name="T1" fmla="*/ 2147483647 h 32"/>
                <a:gd name="T2" fmla="*/ 2147483647 w 40"/>
                <a:gd name="T3" fmla="*/ 0 h 32"/>
                <a:gd name="T4" fmla="*/ 0 w 40"/>
                <a:gd name="T5" fmla="*/ 2147483647 h 32"/>
                <a:gd name="T6" fmla="*/ 2147483647 w 40"/>
                <a:gd name="T7" fmla="*/ 2147483647 h 32"/>
                <a:gd name="T8" fmla="*/ 2147483647 w 40"/>
                <a:gd name="T9" fmla="*/ 2147483647 h 32"/>
                <a:gd name="T10" fmla="*/ 0 60000 65536"/>
                <a:gd name="T11" fmla="*/ 0 60000 65536"/>
                <a:gd name="T12" fmla="*/ 0 60000 65536"/>
                <a:gd name="T13" fmla="*/ 0 60000 65536"/>
                <a:gd name="T14" fmla="*/ 0 60000 65536"/>
                <a:gd name="T15" fmla="*/ 0 w 40"/>
                <a:gd name="T16" fmla="*/ 0 h 32"/>
                <a:gd name="T17" fmla="*/ 40 w 40"/>
                <a:gd name="T18" fmla="*/ 32 h 32"/>
              </a:gdLst>
              <a:ahLst/>
              <a:cxnLst>
                <a:cxn ang="T10">
                  <a:pos x="T0" y="T1"/>
                </a:cxn>
                <a:cxn ang="T11">
                  <a:pos x="T2" y="T3"/>
                </a:cxn>
                <a:cxn ang="T12">
                  <a:pos x="T4" y="T5"/>
                </a:cxn>
                <a:cxn ang="T13">
                  <a:pos x="T6" y="T7"/>
                </a:cxn>
                <a:cxn ang="T14">
                  <a:pos x="T8" y="T9"/>
                </a:cxn>
              </a:cxnLst>
              <a:rect l="T15" t="T16" r="T17" b="T18"/>
              <a:pathLst>
                <a:path w="40" h="32">
                  <a:moveTo>
                    <a:pt x="40" y="16"/>
                  </a:moveTo>
                  <a:lnTo>
                    <a:pt x="32" y="0"/>
                  </a:lnTo>
                  <a:lnTo>
                    <a:pt x="0" y="16"/>
                  </a:lnTo>
                  <a:lnTo>
                    <a:pt x="8" y="32"/>
                  </a:lnTo>
                  <a:lnTo>
                    <a:pt x="40"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95" name="Freeform 114"/>
            <p:cNvSpPr>
              <a:spLocks/>
            </p:cNvSpPr>
            <p:nvPr/>
          </p:nvSpPr>
          <p:spPr bwMode="auto">
            <a:xfrm>
              <a:off x="6070600" y="2960688"/>
              <a:ext cx="101600" cy="63500"/>
            </a:xfrm>
            <a:custGeom>
              <a:avLst/>
              <a:gdLst>
                <a:gd name="T0" fmla="*/ 2147483647 w 64"/>
                <a:gd name="T1" fmla="*/ 2147483647 h 40"/>
                <a:gd name="T2" fmla="*/ 2147483647 w 64"/>
                <a:gd name="T3" fmla="*/ 0 h 40"/>
                <a:gd name="T4" fmla="*/ 0 w 64"/>
                <a:gd name="T5" fmla="*/ 2147483647 h 40"/>
                <a:gd name="T6" fmla="*/ 2147483647 w 64"/>
                <a:gd name="T7" fmla="*/ 2147483647 h 40"/>
                <a:gd name="T8" fmla="*/ 2147483647 w 64"/>
                <a:gd name="T9" fmla="*/ 2147483647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64" y="16"/>
                  </a:moveTo>
                  <a:lnTo>
                    <a:pt x="56" y="0"/>
                  </a:lnTo>
                  <a:lnTo>
                    <a:pt x="0" y="24"/>
                  </a:lnTo>
                  <a:lnTo>
                    <a:pt x="8" y="40"/>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96" name="Freeform 115"/>
            <p:cNvSpPr>
              <a:spLocks/>
            </p:cNvSpPr>
            <p:nvPr/>
          </p:nvSpPr>
          <p:spPr bwMode="auto">
            <a:xfrm>
              <a:off x="5905500" y="3024188"/>
              <a:ext cx="101600" cy="63500"/>
            </a:xfrm>
            <a:custGeom>
              <a:avLst/>
              <a:gdLst>
                <a:gd name="T0" fmla="*/ 2147483647 w 64"/>
                <a:gd name="T1" fmla="*/ 2147483647 h 40"/>
                <a:gd name="T2" fmla="*/ 2147483647 w 64"/>
                <a:gd name="T3" fmla="*/ 0 h 40"/>
                <a:gd name="T4" fmla="*/ 0 w 64"/>
                <a:gd name="T5" fmla="*/ 2147483647 h 40"/>
                <a:gd name="T6" fmla="*/ 2147483647 w 64"/>
                <a:gd name="T7" fmla="*/ 2147483647 h 40"/>
                <a:gd name="T8" fmla="*/ 2147483647 w 64"/>
                <a:gd name="T9" fmla="*/ 2147483647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64" y="16"/>
                  </a:moveTo>
                  <a:lnTo>
                    <a:pt x="56" y="0"/>
                  </a:lnTo>
                  <a:lnTo>
                    <a:pt x="0" y="24"/>
                  </a:lnTo>
                  <a:lnTo>
                    <a:pt x="8" y="40"/>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97" name="Freeform 116"/>
            <p:cNvSpPr>
              <a:spLocks/>
            </p:cNvSpPr>
            <p:nvPr/>
          </p:nvSpPr>
          <p:spPr bwMode="auto">
            <a:xfrm>
              <a:off x="5740400" y="3087688"/>
              <a:ext cx="101600" cy="63500"/>
            </a:xfrm>
            <a:custGeom>
              <a:avLst/>
              <a:gdLst>
                <a:gd name="T0" fmla="*/ 2147483647 w 64"/>
                <a:gd name="T1" fmla="*/ 2147483647 h 40"/>
                <a:gd name="T2" fmla="*/ 2147483647 w 64"/>
                <a:gd name="T3" fmla="*/ 0 h 40"/>
                <a:gd name="T4" fmla="*/ 0 w 64"/>
                <a:gd name="T5" fmla="*/ 2147483647 h 40"/>
                <a:gd name="T6" fmla="*/ 2147483647 w 64"/>
                <a:gd name="T7" fmla="*/ 2147483647 h 40"/>
                <a:gd name="T8" fmla="*/ 2147483647 w 64"/>
                <a:gd name="T9" fmla="*/ 2147483647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64" y="16"/>
                  </a:moveTo>
                  <a:lnTo>
                    <a:pt x="56" y="0"/>
                  </a:lnTo>
                  <a:lnTo>
                    <a:pt x="0" y="24"/>
                  </a:lnTo>
                  <a:lnTo>
                    <a:pt x="8" y="40"/>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98" name="Freeform 117"/>
            <p:cNvSpPr>
              <a:spLocks/>
            </p:cNvSpPr>
            <p:nvPr/>
          </p:nvSpPr>
          <p:spPr bwMode="auto">
            <a:xfrm>
              <a:off x="5600700" y="3151188"/>
              <a:ext cx="76200" cy="50800"/>
            </a:xfrm>
            <a:custGeom>
              <a:avLst/>
              <a:gdLst>
                <a:gd name="T0" fmla="*/ 2147483647 w 48"/>
                <a:gd name="T1" fmla="*/ 2147483647 h 32"/>
                <a:gd name="T2" fmla="*/ 2147483647 w 48"/>
                <a:gd name="T3" fmla="*/ 0 h 32"/>
                <a:gd name="T4" fmla="*/ 0 w 48"/>
                <a:gd name="T5" fmla="*/ 2147483647 h 32"/>
                <a:gd name="T6" fmla="*/ 0 w 48"/>
                <a:gd name="T7" fmla="*/ 2147483647 h 32"/>
                <a:gd name="T8" fmla="*/ 2147483647 w 48"/>
                <a:gd name="T9" fmla="*/ 2147483647 h 32"/>
                <a:gd name="T10" fmla="*/ 2147483647 w 48"/>
                <a:gd name="T11" fmla="*/ 2147483647 h 32"/>
                <a:gd name="T12" fmla="*/ 2147483647 w 48"/>
                <a:gd name="T13" fmla="*/ 2147483647 h 32"/>
                <a:gd name="T14" fmla="*/ 0 60000 65536"/>
                <a:gd name="T15" fmla="*/ 0 60000 65536"/>
                <a:gd name="T16" fmla="*/ 0 60000 65536"/>
                <a:gd name="T17" fmla="*/ 0 60000 65536"/>
                <a:gd name="T18" fmla="*/ 0 60000 65536"/>
                <a:gd name="T19" fmla="*/ 0 60000 65536"/>
                <a:gd name="T20" fmla="*/ 0 60000 65536"/>
                <a:gd name="T21" fmla="*/ 0 w 48"/>
                <a:gd name="T22" fmla="*/ 0 h 32"/>
                <a:gd name="T23" fmla="*/ 48 w 48"/>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2">
                  <a:moveTo>
                    <a:pt x="48" y="16"/>
                  </a:moveTo>
                  <a:lnTo>
                    <a:pt x="40" y="0"/>
                  </a:lnTo>
                  <a:lnTo>
                    <a:pt x="0" y="16"/>
                  </a:lnTo>
                  <a:lnTo>
                    <a:pt x="8" y="32"/>
                  </a:lnTo>
                  <a:lnTo>
                    <a:pt x="48"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199" name="Freeform 118"/>
            <p:cNvSpPr>
              <a:spLocks/>
            </p:cNvSpPr>
            <p:nvPr/>
          </p:nvSpPr>
          <p:spPr bwMode="auto">
            <a:xfrm>
              <a:off x="5575300" y="3176588"/>
              <a:ext cx="38100" cy="38100"/>
            </a:xfrm>
            <a:custGeom>
              <a:avLst/>
              <a:gdLst>
                <a:gd name="T0" fmla="*/ 2147483647 w 24"/>
                <a:gd name="T1" fmla="*/ 2147483647 h 24"/>
                <a:gd name="T2" fmla="*/ 2147483647 w 24"/>
                <a:gd name="T3" fmla="*/ 0 h 24"/>
                <a:gd name="T4" fmla="*/ 0 w 24"/>
                <a:gd name="T5" fmla="*/ 2147483647 h 24"/>
                <a:gd name="T6" fmla="*/ 2147483647 w 24"/>
                <a:gd name="T7" fmla="*/ 2147483647 h 24"/>
                <a:gd name="T8" fmla="*/ 2147483647 w 24"/>
                <a:gd name="T9" fmla="*/ 2147483647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24" y="16"/>
                  </a:moveTo>
                  <a:lnTo>
                    <a:pt x="16" y="0"/>
                  </a:lnTo>
                  <a:lnTo>
                    <a:pt x="0" y="8"/>
                  </a:lnTo>
                  <a:lnTo>
                    <a:pt x="8" y="24"/>
                  </a:lnTo>
                  <a:lnTo>
                    <a:pt x="2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00" name="Freeform 119"/>
            <p:cNvSpPr>
              <a:spLocks/>
            </p:cNvSpPr>
            <p:nvPr/>
          </p:nvSpPr>
          <p:spPr bwMode="auto">
            <a:xfrm>
              <a:off x="5410200" y="3214688"/>
              <a:ext cx="114300" cy="63500"/>
            </a:xfrm>
            <a:custGeom>
              <a:avLst/>
              <a:gdLst>
                <a:gd name="T0" fmla="*/ 2147483647 w 72"/>
                <a:gd name="T1" fmla="*/ 2147483647 h 40"/>
                <a:gd name="T2" fmla="*/ 2147483647 w 72"/>
                <a:gd name="T3" fmla="*/ 0 h 40"/>
                <a:gd name="T4" fmla="*/ 0 w 72"/>
                <a:gd name="T5" fmla="*/ 2147483647 h 40"/>
                <a:gd name="T6" fmla="*/ 2147483647 w 72"/>
                <a:gd name="T7" fmla="*/ 2147483647 h 40"/>
                <a:gd name="T8" fmla="*/ 2147483647 w 72"/>
                <a:gd name="T9" fmla="*/ 2147483647 h 40"/>
                <a:gd name="T10" fmla="*/ 0 60000 65536"/>
                <a:gd name="T11" fmla="*/ 0 60000 65536"/>
                <a:gd name="T12" fmla="*/ 0 60000 65536"/>
                <a:gd name="T13" fmla="*/ 0 60000 65536"/>
                <a:gd name="T14" fmla="*/ 0 60000 65536"/>
                <a:gd name="T15" fmla="*/ 0 w 72"/>
                <a:gd name="T16" fmla="*/ 0 h 40"/>
                <a:gd name="T17" fmla="*/ 72 w 72"/>
                <a:gd name="T18" fmla="*/ 40 h 40"/>
              </a:gdLst>
              <a:ahLst/>
              <a:cxnLst>
                <a:cxn ang="T10">
                  <a:pos x="T0" y="T1"/>
                </a:cxn>
                <a:cxn ang="T11">
                  <a:pos x="T2" y="T3"/>
                </a:cxn>
                <a:cxn ang="T12">
                  <a:pos x="T4" y="T5"/>
                </a:cxn>
                <a:cxn ang="T13">
                  <a:pos x="T6" y="T7"/>
                </a:cxn>
                <a:cxn ang="T14">
                  <a:pos x="T8" y="T9"/>
                </a:cxn>
              </a:cxnLst>
              <a:rect l="T15" t="T16" r="T17" b="T18"/>
              <a:pathLst>
                <a:path w="72" h="40">
                  <a:moveTo>
                    <a:pt x="72" y="16"/>
                  </a:moveTo>
                  <a:lnTo>
                    <a:pt x="64" y="0"/>
                  </a:lnTo>
                  <a:lnTo>
                    <a:pt x="0" y="24"/>
                  </a:lnTo>
                  <a:lnTo>
                    <a:pt x="8" y="40"/>
                  </a:lnTo>
                  <a:lnTo>
                    <a:pt x="72"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01" name="Freeform 120"/>
            <p:cNvSpPr>
              <a:spLocks/>
            </p:cNvSpPr>
            <p:nvPr/>
          </p:nvSpPr>
          <p:spPr bwMode="auto">
            <a:xfrm>
              <a:off x="5257800" y="3290888"/>
              <a:ext cx="101600" cy="63500"/>
            </a:xfrm>
            <a:custGeom>
              <a:avLst/>
              <a:gdLst>
                <a:gd name="T0" fmla="*/ 2147483647 w 64"/>
                <a:gd name="T1" fmla="*/ 2147483647 h 40"/>
                <a:gd name="T2" fmla="*/ 2147483647 w 64"/>
                <a:gd name="T3" fmla="*/ 0 h 40"/>
                <a:gd name="T4" fmla="*/ 0 w 64"/>
                <a:gd name="T5" fmla="*/ 2147483647 h 40"/>
                <a:gd name="T6" fmla="*/ 2147483647 w 64"/>
                <a:gd name="T7" fmla="*/ 2147483647 h 40"/>
                <a:gd name="T8" fmla="*/ 2147483647 w 64"/>
                <a:gd name="T9" fmla="*/ 2147483647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64" y="16"/>
                  </a:moveTo>
                  <a:lnTo>
                    <a:pt x="56" y="0"/>
                  </a:lnTo>
                  <a:lnTo>
                    <a:pt x="0" y="24"/>
                  </a:lnTo>
                  <a:lnTo>
                    <a:pt x="8" y="40"/>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02" name="Freeform 121"/>
            <p:cNvSpPr>
              <a:spLocks/>
            </p:cNvSpPr>
            <p:nvPr/>
          </p:nvSpPr>
          <p:spPr bwMode="auto">
            <a:xfrm>
              <a:off x="5092700" y="3367088"/>
              <a:ext cx="101600" cy="76200"/>
            </a:xfrm>
            <a:custGeom>
              <a:avLst/>
              <a:gdLst>
                <a:gd name="T0" fmla="*/ 2147483647 w 64"/>
                <a:gd name="T1" fmla="*/ 2147483647 h 48"/>
                <a:gd name="T2" fmla="*/ 2147483647 w 64"/>
                <a:gd name="T3" fmla="*/ 0 h 48"/>
                <a:gd name="T4" fmla="*/ 0 w 64"/>
                <a:gd name="T5" fmla="*/ 2147483647 h 48"/>
                <a:gd name="T6" fmla="*/ 2147483647 w 64"/>
                <a:gd name="T7" fmla="*/ 2147483647 h 48"/>
                <a:gd name="T8" fmla="*/ 2147483647 w 64"/>
                <a:gd name="T9" fmla="*/ 2147483647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64" y="16"/>
                  </a:moveTo>
                  <a:lnTo>
                    <a:pt x="56" y="0"/>
                  </a:lnTo>
                  <a:lnTo>
                    <a:pt x="0" y="32"/>
                  </a:lnTo>
                  <a:lnTo>
                    <a:pt x="8" y="48"/>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03" name="Freeform 122"/>
            <p:cNvSpPr>
              <a:spLocks/>
            </p:cNvSpPr>
            <p:nvPr/>
          </p:nvSpPr>
          <p:spPr bwMode="auto">
            <a:xfrm>
              <a:off x="4940300" y="3443288"/>
              <a:ext cx="101600" cy="76200"/>
            </a:xfrm>
            <a:custGeom>
              <a:avLst/>
              <a:gdLst>
                <a:gd name="T0" fmla="*/ 2147483647 w 64"/>
                <a:gd name="T1" fmla="*/ 2147483647 h 48"/>
                <a:gd name="T2" fmla="*/ 2147483647 w 64"/>
                <a:gd name="T3" fmla="*/ 0 h 48"/>
                <a:gd name="T4" fmla="*/ 0 w 64"/>
                <a:gd name="T5" fmla="*/ 2147483647 h 48"/>
                <a:gd name="T6" fmla="*/ 2147483647 w 64"/>
                <a:gd name="T7" fmla="*/ 2147483647 h 48"/>
                <a:gd name="T8" fmla="*/ 2147483647 w 64"/>
                <a:gd name="T9" fmla="*/ 2147483647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64" y="16"/>
                  </a:moveTo>
                  <a:lnTo>
                    <a:pt x="56" y="0"/>
                  </a:lnTo>
                  <a:lnTo>
                    <a:pt x="0" y="32"/>
                  </a:lnTo>
                  <a:lnTo>
                    <a:pt x="8" y="48"/>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04" name="Freeform 123"/>
            <p:cNvSpPr>
              <a:spLocks/>
            </p:cNvSpPr>
            <p:nvPr/>
          </p:nvSpPr>
          <p:spPr bwMode="auto">
            <a:xfrm>
              <a:off x="4787900" y="3533775"/>
              <a:ext cx="101600" cy="76200"/>
            </a:xfrm>
            <a:custGeom>
              <a:avLst/>
              <a:gdLst>
                <a:gd name="T0" fmla="*/ 2147483647 w 64"/>
                <a:gd name="T1" fmla="*/ 2147483647 h 48"/>
                <a:gd name="T2" fmla="*/ 2147483647 w 64"/>
                <a:gd name="T3" fmla="*/ 0 h 48"/>
                <a:gd name="T4" fmla="*/ 0 w 64"/>
                <a:gd name="T5" fmla="*/ 2147483647 h 48"/>
                <a:gd name="T6" fmla="*/ 2147483647 w 64"/>
                <a:gd name="T7" fmla="*/ 2147483647 h 48"/>
                <a:gd name="T8" fmla="*/ 2147483647 w 64"/>
                <a:gd name="T9" fmla="*/ 2147483647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64" y="16"/>
                  </a:moveTo>
                  <a:lnTo>
                    <a:pt x="56" y="0"/>
                  </a:lnTo>
                  <a:lnTo>
                    <a:pt x="0" y="32"/>
                  </a:lnTo>
                  <a:lnTo>
                    <a:pt x="8" y="48"/>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05" name="Freeform 124"/>
            <p:cNvSpPr>
              <a:spLocks/>
            </p:cNvSpPr>
            <p:nvPr/>
          </p:nvSpPr>
          <p:spPr bwMode="auto">
            <a:xfrm>
              <a:off x="4635500" y="3622675"/>
              <a:ext cx="101600" cy="88900"/>
            </a:xfrm>
            <a:custGeom>
              <a:avLst/>
              <a:gdLst>
                <a:gd name="T0" fmla="*/ 2147483647 w 64"/>
                <a:gd name="T1" fmla="*/ 2147483647 h 56"/>
                <a:gd name="T2" fmla="*/ 2147483647 w 64"/>
                <a:gd name="T3" fmla="*/ 0 h 56"/>
                <a:gd name="T4" fmla="*/ 0 w 64"/>
                <a:gd name="T5" fmla="*/ 2147483647 h 56"/>
                <a:gd name="T6" fmla="*/ 2147483647 w 64"/>
                <a:gd name="T7" fmla="*/ 2147483647 h 56"/>
                <a:gd name="T8" fmla="*/ 2147483647 w 64"/>
                <a:gd name="T9" fmla="*/ 2147483647 h 56"/>
                <a:gd name="T10" fmla="*/ 0 60000 65536"/>
                <a:gd name="T11" fmla="*/ 0 60000 65536"/>
                <a:gd name="T12" fmla="*/ 0 60000 65536"/>
                <a:gd name="T13" fmla="*/ 0 60000 65536"/>
                <a:gd name="T14" fmla="*/ 0 60000 65536"/>
                <a:gd name="T15" fmla="*/ 0 w 64"/>
                <a:gd name="T16" fmla="*/ 0 h 56"/>
                <a:gd name="T17" fmla="*/ 64 w 64"/>
                <a:gd name="T18" fmla="*/ 56 h 56"/>
              </a:gdLst>
              <a:ahLst/>
              <a:cxnLst>
                <a:cxn ang="T10">
                  <a:pos x="T0" y="T1"/>
                </a:cxn>
                <a:cxn ang="T11">
                  <a:pos x="T2" y="T3"/>
                </a:cxn>
                <a:cxn ang="T12">
                  <a:pos x="T4" y="T5"/>
                </a:cxn>
                <a:cxn ang="T13">
                  <a:pos x="T6" y="T7"/>
                </a:cxn>
                <a:cxn ang="T14">
                  <a:pos x="T8" y="T9"/>
                </a:cxn>
              </a:cxnLst>
              <a:rect l="T15" t="T16" r="T17" b="T18"/>
              <a:pathLst>
                <a:path w="64" h="56">
                  <a:moveTo>
                    <a:pt x="64" y="16"/>
                  </a:moveTo>
                  <a:lnTo>
                    <a:pt x="56" y="0"/>
                  </a:lnTo>
                  <a:lnTo>
                    <a:pt x="0" y="40"/>
                  </a:lnTo>
                  <a:lnTo>
                    <a:pt x="8" y="56"/>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06" name="Freeform 125"/>
            <p:cNvSpPr>
              <a:spLocks/>
            </p:cNvSpPr>
            <p:nvPr/>
          </p:nvSpPr>
          <p:spPr bwMode="auto">
            <a:xfrm>
              <a:off x="4519613" y="3724275"/>
              <a:ext cx="65087" cy="63500"/>
            </a:xfrm>
            <a:custGeom>
              <a:avLst/>
              <a:gdLst>
                <a:gd name="T0" fmla="*/ 2147483647 w 41"/>
                <a:gd name="T1" fmla="*/ 2147483647 h 40"/>
                <a:gd name="T2" fmla="*/ 2147483647 w 41"/>
                <a:gd name="T3" fmla="*/ 0 h 40"/>
                <a:gd name="T4" fmla="*/ 0 w 41"/>
                <a:gd name="T5" fmla="*/ 2147483647 h 40"/>
                <a:gd name="T6" fmla="*/ 0 w 41"/>
                <a:gd name="T7" fmla="*/ 2147483647 h 40"/>
                <a:gd name="T8" fmla="*/ 2147483647 w 41"/>
                <a:gd name="T9" fmla="*/ 2147483647 h 40"/>
                <a:gd name="T10" fmla="*/ 2147483647 w 41"/>
                <a:gd name="T11" fmla="*/ 2147483647 h 40"/>
                <a:gd name="T12" fmla="*/ 2147483647 w 41"/>
                <a:gd name="T13" fmla="*/ 2147483647 h 40"/>
                <a:gd name="T14" fmla="*/ 0 60000 65536"/>
                <a:gd name="T15" fmla="*/ 0 60000 65536"/>
                <a:gd name="T16" fmla="*/ 0 60000 65536"/>
                <a:gd name="T17" fmla="*/ 0 60000 65536"/>
                <a:gd name="T18" fmla="*/ 0 60000 65536"/>
                <a:gd name="T19" fmla="*/ 0 60000 65536"/>
                <a:gd name="T20" fmla="*/ 0 60000 65536"/>
                <a:gd name="T21" fmla="*/ 0 w 41"/>
                <a:gd name="T22" fmla="*/ 0 h 40"/>
                <a:gd name="T23" fmla="*/ 41 w 41"/>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0">
                  <a:moveTo>
                    <a:pt x="41" y="16"/>
                  </a:moveTo>
                  <a:lnTo>
                    <a:pt x="33" y="0"/>
                  </a:lnTo>
                  <a:lnTo>
                    <a:pt x="0" y="24"/>
                  </a:lnTo>
                  <a:lnTo>
                    <a:pt x="8" y="40"/>
                  </a:lnTo>
                  <a:lnTo>
                    <a:pt x="41"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07" name="Freeform 126"/>
            <p:cNvSpPr>
              <a:spLocks/>
            </p:cNvSpPr>
            <p:nvPr/>
          </p:nvSpPr>
          <p:spPr bwMode="auto">
            <a:xfrm>
              <a:off x="4494213" y="3762375"/>
              <a:ext cx="38100" cy="38100"/>
            </a:xfrm>
            <a:custGeom>
              <a:avLst/>
              <a:gdLst>
                <a:gd name="T0" fmla="*/ 2147483647 w 24"/>
                <a:gd name="T1" fmla="*/ 2147483647 h 24"/>
                <a:gd name="T2" fmla="*/ 2147483647 w 24"/>
                <a:gd name="T3" fmla="*/ 0 h 24"/>
                <a:gd name="T4" fmla="*/ 0 w 24"/>
                <a:gd name="T5" fmla="*/ 2147483647 h 24"/>
                <a:gd name="T6" fmla="*/ 2147483647 w 24"/>
                <a:gd name="T7" fmla="*/ 2147483647 h 24"/>
                <a:gd name="T8" fmla="*/ 2147483647 w 24"/>
                <a:gd name="T9" fmla="*/ 2147483647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24" y="16"/>
                  </a:moveTo>
                  <a:lnTo>
                    <a:pt x="16" y="0"/>
                  </a:lnTo>
                  <a:lnTo>
                    <a:pt x="0" y="8"/>
                  </a:lnTo>
                  <a:lnTo>
                    <a:pt x="8" y="24"/>
                  </a:lnTo>
                  <a:lnTo>
                    <a:pt x="2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08" name="Freeform 127"/>
            <p:cNvSpPr>
              <a:spLocks/>
            </p:cNvSpPr>
            <p:nvPr/>
          </p:nvSpPr>
          <p:spPr bwMode="auto">
            <a:xfrm>
              <a:off x="4354513" y="3825875"/>
              <a:ext cx="88900" cy="88900"/>
            </a:xfrm>
            <a:custGeom>
              <a:avLst/>
              <a:gdLst>
                <a:gd name="T0" fmla="*/ 2147483647 w 56"/>
                <a:gd name="T1" fmla="*/ 2147483647 h 56"/>
                <a:gd name="T2" fmla="*/ 2147483647 w 56"/>
                <a:gd name="T3" fmla="*/ 0 h 56"/>
                <a:gd name="T4" fmla="*/ 0 w 56"/>
                <a:gd name="T5" fmla="*/ 2147483647 h 56"/>
                <a:gd name="T6" fmla="*/ 2147483647 w 56"/>
                <a:gd name="T7" fmla="*/ 2147483647 h 56"/>
                <a:gd name="T8" fmla="*/ 2147483647 w 56"/>
                <a:gd name="T9" fmla="*/ 2147483647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56" y="16"/>
                  </a:moveTo>
                  <a:lnTo>
                    <a:pt x="48" y="0"/>
                  </a:lnTo>
                  <a:lnTo>
                    <a:pt x="0" y="40"/>
                  </a:lnTo>
                  <a:lnTo>
                    <a:pt x="8" y="56"/>
                  </a:lnTo>
                  <a:lnTo>
                    <a:pt x="56"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09" name="Freeform 128"/>
            <p:cNvSpPr>
              <a:spLocks/>
            </p:cNvSpPr>
            <p:nvPr/>
          </p:nvSpPr>
          <p:spPr bwMode="auto">
            <a:xfrm>
              <a:off x="4214813" y="3940175"/>
              <a:ext cx="88900" cy="88900"/>
            </a:xfrm>
            <a:custGeom>
              <a:avLst/>
              <a:gdLst>
                <a:gd name="T0" fmla="*/ 2147483647 w 56"/>
                <a:gd name="T1" fmla="*/ 2147483647 h 56"/>
                <a:gd name="T2" fmla="*/ 2147483647 w 56"/>
                <a:gd name="T3" fmla="*/ 0 h 56"/>
                <a:gd name="T4" fmla="*/ 0 w 56"/>
                <a:gd name="T5" fmla="*/ 2147483647 h 56"/>
                <a:gd name="T6" fmla="*/ 2147483647 w 56"/>
                <a:gd name="T7" fmla="*/ 2147483647 h 56"/>
                <a:gd name="T8" fmla="*/ 2147483647 w 56"/>
                <a:gd name="T9" fmla="*/ 2147483647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56" y="16"/>
                  </a:moveTo>
                  <a:lnTo>
                    <a:pt x="48" y="0"/>
                  </a:lnTo>
                  <a:lnTo>
                    <a:pt x="0" y="40"/>
                  </a:lnTo>
                  <a:lnTo>
                    <a:pt x="8" y="56"/>
                  </a:lnTo>
                  <a:lnTo>
                    <a:pt x="56"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10" name="Freeform 129"/>
            <p:cNvSpPr>
              <a:spLocks/>
            </p:cNvSpPr>
            <p:nvPr/>
          </p:nvSpPr>
          <p:spPr bwMode="auto">
            <a:xfrm>
              <a:off x="4075113" y="4054475"/>
              <a:ext cx="88900" cy="88900"/>
            </a:xfrm>
            <a:custGeom>
              <a:avLst/>
              <a:gdLst>
                <a:gd name="T0" fmla="*/ 2147483647 w 56"/>
                <a:gd name="T1" fmla="*/ 2147483647 h 56"/>
                <a:gd name="T2" fmla="*/ 2147483647 w 56"/>
                <a:gd name="T3" fmla="*/ 0 h 56"/>
                <a:gd name="T4" fmla="*/ 0 w 56"/>
                <a:gd name="T5" fmla="*/ 2147483647 h 56"/>
                <a:gd name="T6" fmla="*/ 2147483647 w 56"/>
                <a:gd name="T7" fmla="*/ 2147483647 h 56"/>
                <a:gd name="T8" fmla="*/ 2147483647 w 56"/>
                <a:gd name="T9" fmla="*/ 2147483647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56" y="8"/>
                  </a:moveTo>
                  <a:lnTo>
                    <a:pt x="40" y="0"/>
                  </a:lnTo>
                  <a:lnTo>
                    <a:pt x="0" y="48"/>
                  </a:lnTo>
                  <a:lnTo>
                    <a:pt x="16" y="56"/>
                  </a:lnTo>
                  <a:lnTo>
                    <a:pt x="56"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11" name="Freeform 130"/>
            <p:cNvSpPr>
              <a:spLocks/>
            </p:cNvSpPr>
            <p:nvPr/>
          </p:nvSpPr>
          <p:spPr bwMode="auto">
            <a:xfrm>
              <a:off x="3960813" y="4181475"/>
              <a:ext cx="88900" cy="88900"/>
            </a:xfrm>
            <a:custGeom>
              <a:avLst/>
              <a:gdLst>
                <a:gd name="T0" fmla="*/ 2147483647 w 56"/>
                <a:gd name="T1" fmla="*/ 2147483647 h 56"/>
                <a:gd name="T2" fmla="*/ 2147483647 w 56"/>
                <a:gd name="T3" fmla="*/ 0 h 56"/>
                <a:gd name="T4" fmla="*/ 0 w 56"/>
                <a:gd name="T5" fmla="*/ 2147483647 h 56"/>
                <a:gd name="T6" fmla="*/ 2147483647 w 56"/>
                <a:gd name="T7" fmla="*/ 2147483647 h 56"/>
                <a:gd name="T8" fmla="*/ 2147483647 w 56"/>
                <a:gd name="T9" fmla="*/ 2147483647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56" y="8"/>
                  </a:moveTo>
                  <a:lnTo>
                    <a:pt x="48" y="0"/>
                  </a:lnTo>
                  <a:lnTo>
                    <a:pt x="0" y="48"/>
                  </a:lnTo>
                  <a:lnTo>
                    <a:pt x="8" y="56"/>
                  </a:lnTo>
                  <a:lnTo>
                    <a:pt x="56"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12" name="Freeform 131"/>
            <p:cNvSpPr>
              <a:spLocks/>
            </p:cNvSpPr>
            <p:nvPr/>
          </p:nvSpPr>
          <p:spPr bwMode="auto">
            <a:xfrm>
              <a:off x="3821113" y="4295775"/>
              <a:ext cx="101600" cy="88900"/>
            </a:xfrm>
            <a:custGeom>
              <a:avLst/>
              <a:gdLst>
                <a:gd name="T0" fmla="*/ 2147483647 w 64"/>
                <a:gd name="T1" fmla="*/ 2147483647 h 56"/>
                <a:gd name="T2" fmla="*/ 2147483647 w 64"/>
                <a:gd name="T3" fmla="*/ 0 h 56"/>
                <a:gd name="T4" fmla="*/ 2147483647 w 64"/>
                <a:gd name="T5" fmla="*/ 2147483647 h 56"/>
                <a:gd name="T6" fmla="*/ 0 w 64"/>
                <a:gd name="T7" fmla="*/ 2147483647 h 56"/>
                <a:gd name="T8" fmla="*/ 2147483647 w 64"/>
                <a:gd name="T9" fmla="*/ 2147483647 h 56"/>
                <a:gd name="T10" fmla="*/ 2147483647 w 64"/>
                <a:gd name="T11" fmla="*/ 2147483647 h 56"/>
                <a:gd name="T12" fmla="*/ 2147483647 w 64"/>
                <a:gd name="T13" fmla="*/ 2147483647 h 56"/>
                <a:gd name="T14" fmla="*/ 0 60000 65536"/>
                <a:gd name="T15" fmla="*/ 0 60000 65536"/>
                <a:gd name="T16" fmla="*/ 0 60000 65536"/>
                <a:gd name="T17" fmla="*/ 0 60000 65536"/>
                <a:gd name="T18" fmla="*/ 0 60000 65536"/>
                <a:gd name="T19" fmla="*/ 0 60000 65536"/>
                <a:gd name="T20" fmla="*/ 0 60000 65536"/>
                <a:gd name="T21" fmla="*/ 0 w 64"/>
                <a:gd name="T22" fmla="*/ 0 h 56"/>
                <a:gd name="T23" fmla="*/ 64 w 64"/>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56">
                  <a:moveTo>
                    <a:pt x="64" y="16"/>
                  </a:moveTo>
                  <a:lnTo>
                    <a:pt x="56" y="0"/>
                  </a:lnTo>
                  <a:lnTo>
                    <a:pt x="8" y="40"/>
                  </a:lnTo>
                  <a:lnTo>
                    <a:pt x="0" y="48"/>
                  </a:lnTo>
                  <a:lnTo>
                    <a:pt x="16" y="48"/>
                  </a:lnTo>
                  <a:lnTo>
                    <a:pt x="16" y="56"/>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13" name="Rectangle 132"/>
            <p:cNvSpPr>
              <a:spLocks noChangeArrowheads="1"/>
            </p:cNvSpPr>
            <p:nvPr/>
          </p:nvSpPr>
          <p:spPr bwMode="auto">
            <a:xfrm>
              <a:off x="3821113" y="4371975"/>
              <a:ext cx="25400" cy="127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214" name="Freeform 133"/>
            <p:cNvSpPr>
              <a:spLocks/>
            </p:cNvSpPr>
            <p:nvPr/>
          </p:nvSpPr>
          <p:spPr bwMode="auto">
            <a:xfrm>
              <a:off x="3706813" y="4435475"/>
              <a:ext cx="88900" cy="101600"/>
            </a:xfrm>
            <a:custGeom>
              <a:avLst/>
              <a:gdLst>
                <a:gd name="T0" fmla="*/ 2147483647 w 56"/>
                <a:gd name="T1" fmla="*/ 2147483647 h 64"/>
                <a:gd name="T2" fmla="*/ 2147483647 w 56"/>
                <a:gd name="T3" fmla="*/ 0 h 64"/>
                <a:gd name="T4" fmla="*/ 0 w 56"/>
                <a:gd name="T5" fmla="*/ 2147483647 h 64"/>
                <a:gd name="T6" fmla="*/ 2147483647 w 56"/>
                <a:gd name="T7" fmla="*/ 2147483647 h 64"/>
                <a:gd name="T8" fmla="*/ 2147483647 w 56"/>
                <a:gd name="T9" fmla="*/ 2147483647 h 64"/>
                <a:gd name="T10" fmla="*/ 0 60000 65536"/>
                <a:gd name="T11" fmla="*/ 0 60000 65536"/>
                <a:gd name="T12" fmla="*/ 0 60000 65536"/>
                <a:gd name="T13" fmla="*/ 0 60000 65536"/>
                <a:gd name="T14" fmla="*/ 0 60000 65536"/>
                <a:gd name="T15" fmla="*/ 0 w 56"/>
                <a:gd name="T16" fmla="*/ 0 h 64"/>
                <a:gd name="T17" fmla="*/ 56 w 56"/>
                <a:gd name="T18" fmla="*/ 64 h 64"/>
              </a:gdLst>
              <a:ahLst/>
              <a:cxnLst>
                <a:cxn ang="T10">
                  <a:pos x="T0" y="T1"/>
                </a:cxn>
                <a:cxn ang="T11">
                  <a:pos x="T2" y="T3"/>
                </a:cxn>
                <a:cxn ang="T12">
                  <a:pos x="T4" y="T5"/>
                </a:cxn>
                <a:cxn ang="T13">
                  <a:pos x="T6" y="T7"/>
                </a:cxn>
                <a:cxn ang="T14">
                  <a:pos x="T8" y="T9"/>
                </a:cxn>
              </a:cxnLst>
              <a:rect l="T15" t="T16" r="T17" b="T18"/>
              <a:pathLst>
                <a:path w="56" h="64">
                  <a:moveTo>
                    <a:pt x="56" y="8"/>
                  </a:moveTo>
                  <a:lnTo>
                    <a:pt x="40" y="0"/>
                  </a:lnTo>
                  <a:lnTo>
                    <a:pt x="0" y="56"/>
                  </a:lnTo>
                  <a:lnTo>
                    <a:pt x="16" y="64"/>
                  </a:lnTo>
                  <a:lnTo>
                    <a:pt x="56"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15" name="Freeform 134"/>
            <p:cNvSpPr>
              <a:spLocks/>
            </p:cNvSpPr>
            <p:nvPr/>
          </p:nvSpPr>
          <p:spPr bwMode="auto">
            <a:xfrm>
              <a:off x="3605213" y="4575175"/>
              <a:ext cx="88900" cy="101600"/>
            </a:xfrm>
            <a:custGeom>
              <a:avLst/>
              <a:gdLst>
                <a:gd name="T0" fmla="*/ 2147483647 w 56"/>
                <a:gd name="T1" fmla="*/ 2147483647 h 64"/>
                <a:gd name="T2" fmla="*/ 2147483647 w 56"/>
                <a:gd name="T3" fmla="*/ 0 h 64"/>
                <a:gd name="T4" fmla="*/ 0 w 56"/>
                <a:gd name="T5" fmla="*/ 2147483647 h 64"/>
                <a:gd name="T6" fmla="*/ 2147483647 w 56"/>
                <a:gd name="T7" fmla="*/ 2147483647 h 64"/>
                <a:gd name="T8" fmla="*/ 2147483647 w 56"/>
                <a:gd name="T9" fmla="*/ 2147483647 h 64"/>
                <a:gd name="T10" fmla="*/ 0 60000 65536"/>
                <a:gd name="T11" fmla="*/ 0 60000 65536"/>
                <a:gd name="T12" fmla="*/ 0 60000 65536"/>
                <a:gd name="T13" fmla="*/ 0 60000 65536"/>
                <a:gd name="T14" fmla="*/ 0 60000 65536"/>
                <a:gd name="T15" fmla="*/ 0 w 56"/>
                <a:gd name="T16" fmla="*/ 0 h 64"/>
                <a:gd name="T17" fmla="*/ 56 w 56"/>
                <a:gd name="T18" fmla="*/ 64 h 64"/>
              </a:gdLst>
              <a:ahLst/>
              <a:cxnLst>
                <a:cxn ang="T10">
                  <a:pos x="T0" y="T1"/>
                </a:cxn>
                <a:cxn ang="T11">
                  <a:pos x="T2" y="T3"/>
                </a:cxn>
                <a:cxn ang="T12">
                  <a:pos x="T4" y="T5"/>
                </a:cxn>
                <a:cxn ang="T13">
                  <a:pos x="T6" y="T7"/>
                </a:cxn>
                <a:cxn ang="T14">
                  <a:pos x="T8" y="T9"/>
                </a:cxn>
              </a:cxnLst>
              <a:rect l="T15" t="T16" r="T17" b="T18"/>
              <a:pathLst>
                <a:path w="56" h="64">
                  <a:moveTo>
                    <a:pt x="56" y="8"/>
                  </a:moveTo>
                  <a:lnTo>
                    <a:pt x="40" y="0"/>
                  </a:lnTo>
                  <a:lnTo>
                    <a:pt x="0" y="56"/>
                  </a:lnTo>
                  <a:lnTo>
                    <a:pt x="16" y="64"/>
                  </a:lnTo>
                  <a:lnTo>
                    <a:pt x="56"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16" name="Freeform 135"/>
            <p:cNvSpPr>
              <a:spLocks/>
            </p:cNvSpPr>
            <p:nvPr/>
          </p:nvSpPr>
          <p:spPr bwMode="auto">
            <a:xfrm>
              <a:off x="3529013" y="4714875"/>
              <a:ext cx="50800" cy="50800"/>
            </a:xfrm>
            <a:custGeom>
              <a:avLst/>
              <a:gdLst>
                <a:gd name="T0" fmla="*/ 2147483647 w 32"/>
                <a:gd name="T1" fmla="*/ 2147483647 h 32"/>
                <a:gd name="T2" fmla="*/ 2147483647 w 32"/>
                <a:gd name="T3" fmla="*/ 0 h 32"/>
                <a:gd name="T4" fmla="*/ 0 w 32"/>
                <a:gd name="T5" fmla="*/ 2147483647 h 32"/>
                <a:gd name="T6" fmla="*/ 2147483647 w 32"/>
                <a:gd name="T7" fmla="*/ 2147483647 h 32"/>
                <a:gd name="T8" fmla="*/ 2147483647 w 32"/>
                <a:gd name="T9" fmla="*/ 2147483647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32" y="8"/>
                  </a:moveTo>
                  <a:lnTo>
                    <a:pt x="16" y="0"/>
                  </a:lnTo>
                  <a:lnTo>
                    <a:pt x="0" y="24"/>
                  </a:lnTo>
                  <a:lnTo>
                    <a:pt x="16" y="32"/>
                  </a:lnTo>
                  <a:lnTo>
                    <a:pt x="32"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17" name="Rectangle 136"/>
            <p:cNvSpPr>
              <a:spLocks noChangeArrowheads="1"/>
            </p:cNvSpPr>
            <p:nvPr/>
          </p:nvSpPr>
          <p:spPr bwMode="auto">
            <a:xfrm>
              <a:off x="3516313" y="4752975"/>
              <a:ext cx="50800" cy="254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218" name="Freeform 137"/>
            <p:cNvSpPr>
              <a:spLocks/>
            </p:cNvSpPr>
            <p:nvPr/>
          </p:nvSpPr>
          <p:spPr bwMode="auto">
            <a:xfrm>
              <a:off x="3503613" y="2884488"/>
              <a:ext cx="558800" cy="1868487"/>
            </a:xfrm>
            <a:custGeom>
              <a:avLst/>
              <a:gdLst>
                <a:gd name="T0" fmla="*/ 2147483647 w 352"/>
                <a:gd name="T1" fmla="*/ 2147483647 h 1177"/>
                <a:gd name="T2" fmla="*/ 0 w 352"/>
                <a:gd name="T3" fmla="*/ 2147483647 h 1177"/>
                <a:gd name="T4" fmla="*/ 0 w 352"/>
                <a:gd name="T5" fmla="*/ 2147483647 h 1177"/>
                <a:gd name="T6" fmla="*/ 0 w 352"/>
                <a:gd name="T7" fmla="*/ 2147483647 h 1177"/>
                <a:gd name="T8" fmla="*/ 2147483647 w 352"/>
                <a:gd name="T9" fmla="*/ 2147483647 h 1177"/>
                <a:gd name="T10" fmla="*/ 2147483647 w 352"/>
                <a:gd name="T11" fmla="*/ 2147483647 h 1177"/>
                <a:gd name="T12" fmla="*/ 2147483647 w 352"/>
                <a:gd name="T13" fmla="*/ 2147483647 h 1177"/>
                <a:gd name="T14" fmla="*/ 2147483647 w 352"/>
                <a:gd name="T15" fmla="*/ 2147483647 h 1177"/>
                <a:gd name="T16" fmla="*/ 2147483647 w 352"/>
                <a:gd name="T17" fmla="*/ 2147483647 h 1177"/>
                <a:gd name="T18" fmla="*/ 2147483647 w 352"/>
                <a:gd name="T19" fmla="*/ 2147483647 h 1177"/>
                <a:gd name="T20" fmla="*/ 2147483647 w 352"/>
                <a:gd name="T21" fmla="*/ 2147483647 h 1177"/>
                <a:gd name="T22" fmla="*/ 2147483647 w 352"/>
                <a:gd name="T23" fmla="*/ 2147483647 h 1177"/>
                <a:gd name="T24" fmla="*/ 2147483647 w 352"/>
                <a:gd name="T25" fmla="*/ 2147483647 h 1177"/>
                <a:gd name="T26" fmla="*/ 2147483647 w 352"/>
                <a:gd name="T27" fmla="*/ 2147483647 h 1177"/>
                <a:gd name="T28" fmla="*/ 2147483647 w 352"/>
                <a:gd name="T29" fmla="*/ 2147483647 h 1177"/>
                <a:gd name="T30" fmla="*/ 2147483647 w 352"/>
                <a:gd name="T31" fmla="*/ 2147483647 h 1177"/>
                <a:gd name="T32" fmla="*/ 2147483647 w 352"/>
                <a:gd name="T33" fmla="*/ 0 h 1177"/>
                <a:gd name="T34" fmla="*/ 2147483647 w 352"/>
                <a:gd name="T35" fmla="*/ 0 h 1177"/>
                <a:gd name="T36" fmla="*/ 2147483647 w 352"/>
                <a:gd name="T37" fmla="*/ 2147483647 h 1177"/>
                <a:gd name="T38" fmla="*/ 2147483647 w 352"/>
                <a:gd name="T39" fmla="*/ 2147483647 h 1177"/>
                <a:gd name="T40" fmla="*/ 2147483647 w 352"/>
                <a:gd name="T41" fmla="*/ 2147483647 h 1177"/>
                <a:gd name="T42" fmla="*/ 2147483647 w 352"/>
                <a:gd name="T43" fmla="*/ 2147483647 h 1177"/>
                <a:gd name="T44" fmla="*/ 2147483647 w 352"/>
                <a:gd name="T45" fmla="*/ 2147483647 h 1177"/>
                <a:gd name="T46" fmla="*/ 2147483647 w 352"/>
                <a:gd name="T47" fmla="*/ 2147483647 h 1177"/>
                <a:gd name="T48" fmla="*/ 2147483647 w 352"/>
                <a:gd name="T49" fmla="*/ 2147483647 h 1177"/>
                <a:gd name="T50" fmla="*/ 2147483647 w 352"/>
                <a:gd name="T51" fmla="*/ 2147483647 h 1177"/>
                <a:gd name="T52" fmla="*/ 2147483647 w 352"/>
                <a:gd name="T53" fmla="*/ 2147483647 h 1177"/>
                <a:gd name="T54" fmla="*/ 2147483647 w 352"/>
                <a:gd name="T55" fmla="*/ 2147483647 h 1177"/>
                <a:gd name="T56" fmla="*/ 2147483647 w 352"/>
                <a:gd name="T57" fmla="*/ 2147483647 h 1177"/>
                <a:gd name="T58" fmla="*/ 2147483647 w 352"/>
                <a:gd name="T59" fmla="*/ 2147483647 h 1177"/>
                <a:gd name="T60" fmla="*/ 2147483647 w 352"/>
                <a:gd name="T61" fmla="*/ 2147483647 h 1177"/>
                <a:gd name="T62" fmla="*/ 2147483647 w 352"/>
                <a:gd name="T63" fmla="*/ 2147483647 h 1177"/>
                <a:gd name="T64" fmla="*/ 2147483647 w 352"/>
                <a:gd name="T65" fmla="*/ 2147483647 h 1177"/>
                <a:gd name="T66" fmla="*/ 2147483647 w 352"/>
                <a:gd name="T67" fmla="*/ 2147483647 h 1177"/>
                <a:gd name="T68" fmla="*/ 2147483647 w 352"/>
                <a:gd name="T69" fmla="*/ 2147483647 h 1177"/>
                <a:gd name="T70" fmla="*/ 2147483647 w 352"/>
                <a:gd name="T71" fmla="*/ 2147483647 h 1177"/>
                <a:gd name="T72" fmla="*/ 2147483647 w 352"/>
                <a:gd name="T73" fmla="*/ 2147483647 h 11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52"/>
                <a:gd name="T112" fmla="*/ 0 h 1177"/>
                <a:gd name="T113" fmla="*/ 352 w 352"/>
                <a:gd name="T114" fmla="*/ 1177 h 11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52" h="1177">
                  <a:moveTo>
                    <a:pt x="8" y="1177"/>
                  </a:moveTo>
                  <a:lnTo>
                    <a:pt x="0" y="985"/>
                  </a:lnTo>
                  <a:lnTo>
                    <a:pt x="24" y="785"/>
                  </a:lnTo>
                  <a:lnTo>
                    <a:pt x="64" y="577"/>
                  </a:lnTo>
                  <a:lnTo>
                    <a:pt x="136" y="376"/>
                  </a:lnTo>
                  <a:lnTo>
                    <a:pt x="136" y="368"/>
                  </a:lnTo>
                  <a:lnTo>
                    <a:pt x="216" y="176"/>
                  </a:lnTo>
                  <a:lnTo>
                    <a:pt x="224" y="176"/>
                  </a:lnTo>
                  <a:lnTo>
                    <a:pt x="328" y="0"/>
                  </a:lnTo>
                  <a:lnTo>
                    <a:pt x="352" y="16"/>
                  </a:lnTo>
                  <a:lnTo>
                    <a:pt x="248" y="192"/>
                  </a:lnTo>
                  <a:lnTo>
                    <a:pt x="168" y="384"/>
                  </a:lnTo>
                  <a:lnTo>
                    <a:pt x="96" y="585"/>
                  </a:lnTo>
                  <a:lnTo>
                    <a:pt x="56" y="793"/>
                  </a:lnTo>
                  <a:lnTo>
                    <a:pt x="56" y="785"/>
                  </a:lnTo>
                  <a:lnTo>
                    <a:pt x="32" y="985"/>
                  </a:lnTo>
                  <a:lnTo>
                    <a:pt x="40" y="1177"/>
                  </a:lnTo>
                  <a:lnTo>
                    <a:pt x="8" y="1177"/>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19" name="Freeform 138"/>
            <p:cNvSpPr>
              <a:spLocks/>
            </p:cNvSpPr>
            <p:nvPr/>
          </p:nvSpPr>
          <p:spPr bwMode="auto">
            <a:xfrm>
              <a:off x="4024313" y="2630488"/>
              <a:ext cx="215900" cy="279400"/>
            </a:xfrm>
            <a:custGeom>
              <a:avLst/>
              <a:gdLst>
                <a:gd name="T0" fmla="*/ 0 w 136"/>
                <a:gd name="T1" fmla="*/ 2147483647 h 176"/>
                <a:gd name="T2" fmla="*/ 2147483647 w 136"/>
                <a:gd name="T3" fmla="*/ 0 h 176"/>
                <a:gd name="T4" fmla="*/ 2147483647 w 136"/>
                <a:gd name="T5" fmla="*/ 0 h 176"/>
                <a:gd name="T6" fmla="*/ 2147483647 w 136"/>
                <a:gd name="T7" fmla="*/ 2147483647 h 176"/>
                <a:gd name="T8" fmla="*/ 2147483647 w 136"/>
                <a:gd name="T9" fmla="*/ 2147483647 h 176"/>
                <a:gd name="T10" fmla="*/ 2147483647 w 136"/>
                <a:gd name="T11" fmla="*/ 2147483647 h 176"/>
                <a:gd name="T12" fmla="*/ 0 w 136"/>
                <a:gd name="T13" fmla="*/ 2147483647 h 176"/>
                <a:gd name="T14" fmla="*/ 0 60000 65536"/>
                <a:gd name="T15" fmla="*/ 0 60000 65536"/>
                <a:gd name="T16" fmla="*/ 0 60000 65536"/>
                <a:gd name="T17" fmla="*/ 0 60000 65536"/>
                <a:gd name="T18" fmla="*/ 0 60000 65536"/>
                <a:gd name="T19" fmla="*/ 0 60000 65536"/>
                <a:gd name="T20" fmla="*/ 0 60000 65536"/>
                <a:gd name="T21" fmla="*/ 0 w 136"/>
                <a:gd name="T22" fmla="*/ 0 h 176"/>
                <a:gd name="T23" fmla="*/ 136 w 136"/>
                <a:gd name="T24" fmla="*/ 176 h 17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6" h="176">
                  <a:moveTo>
                    <a:pt x="0" y="160"/>
                  </a:moveTo>
                  <a:lnTo>
                    <a:pt x="112" y="0"/>
                  </a:lnTo>
                  <a:lnTo>
                    <a:pt x="136" y="24"/>
                  </a:lnTo>
                  <a:lnTo>
                    <a:pt x="136" y="16"/>
                  </a:lnTo>
                  <a:lnTo>
                    <a:pt x="24" y="176"/>
                  </a:lnTo>
                  <a:lnTo>
                    <a:pt x="0" y="16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20" name="Freeform 139"/>
            <p:cNvSpPr>
              <a:spLocks/>
            </p:cNvSpPr>
            <p:nvPr/>
          </p:nvSpPr>
          <p:spPr bwMode="auto">
            <a:xfrm>
              <a:off x="4392613" y="2401888"/>
              <a:ext cx="50800" cy="50800"/>
            </a:xfrm>
            <a:custGeom>
              <a:avLst/>
              <a:gdLst>
                <a:gd name="T0" fmla="*/ 0 w 32"/>
                <a:gd name="T1" fmla="*/ 2147483647 h 32"/>
                <a:gd name="T2" fmla="*/ 2147483647 w 32"/>
                <a:gd name="T3" fmla="*/ 0 h 32"/>
                <a:gd name="T4" fmla="*/ 2147483647 w 32"/>
                <a:gd name="T5" fmla="*/ 2147483647 h 32"/>
                <a:gd name="T6" fmla="*/ 2147483647 w 32"/>
                <a:gd name="T7" fmla="*/ 2147483647 h 32"/>
                <a:gd name="T8" fmla="*/ 0 w 32"/>
                <a:gd name="T9" fmla="*/ 2147483647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0" y="8"/>
                  </a:moveTo>
                  <a:lnTo>
                    <a:pt x="8" y="0"/>
                  </a:lnTo>
                  <a:lnTo>
                    <a:pt x="32" y="24"/>
                  </a:lnTo>
                  <a:lnTo>
                    <a:pt x="24" y="32"/>
                  </a:lnTo>
                  <a:lnTo>
                    <a:pt x="0"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21" name="Freeform 140"/>
            <p:cNvSpPr>
              <a:spLocks/>
            </p:cNvSpPr>
            <p:nvPr/>
          </p:nvSpPr>
          <p:spPr bwMode="auto">
            <a:xfrm>
              <a:off x="4202113" y="2414588"/>
              <a:ext cx="228600" cy="254000"/>
            </a:xfrm>
            <a:custGeom>
              <a:avLst/>
              <a:gdLst>
                <a:gd name="T0" fmla="*/ 0 w 144"/>
                <a:gd name="T1" fmla="*/ 2147483647 h 160"/>
                <a:gd name="T2" fmla="*/ 2147483647 w 144"/>
                <a:gd name="T3" fmla="*/ 2147483647 h 160"/>
                <a:gd name="T4" fmla="*/ 2147483647 w 144"/>
                <a:gd name="T5" fmla="*/ 2147483647 h 160"/>
                <a:gd name="T6" fmla="*/ 2147483647 w 144"/>
                <a:gd name="T7" fmla="*/ 0 h 160"/>
                <a:gd name="T8" fmla="*/ 0 w 144"/>
                <a:gd name="T9" fmla="*/ 2147483647 h 160"/>
                <a:gd name="T10" fmla="*/ 0 60000 65536"/>
                <a:gd name="T11" fmla="*/ 0 60000 65536"/>
                <a:gd name="T12" fmla="*/ 0 60000 65536"/>
                <a:gd name="T13" fmla="*/ 0 60000 65536"/>
                <a:gd name="T14" fmla="*/ 0 60000 65536"/>
                <a:gd name="T15" fmla="*/ 0 w 144"/>
                <a:gd name="T16" fmla="*/ 0 h 160"/>
                <a:gd name="T17" fmla="*/ 144 w 144"/>
                <a:gd name="T18" fmla="*/ 160 h 160"/>
              </a:gdLst>
              <a:ahLst/>
              <a:cxnLst>
                <a:cxn ang="T10">
                  <a:pos x="T0" y="T1"/>
                </a:cxn>
                <a:cxn ang="T11">
                  <a:pos x="T2" y="T3"/>
                </a:cxn>
                <a:cxn ang="T12">
                  <a:pos x="T4" y="T5"/>
                </a:cxn>
                <a:cxn ang="T13">
                  <a:pos x="T6" y="T7"/>
                </a:cxn>
                <a:cxn ang="T14">
                  <a:pos x="T8" y="T9"/>
                </a:cxn>
              </a:cxnLst>
              <a:rect l="T15" t="T16" r="T17" b="T18"/>
              <a:pathLst>
                <a:path w="144" h="160">
                  <a:moveTo>
                    <a:pt x="0" y="136"/>
                  </a:moveTo>
                  <a:lnTo>
                    <a:pt x="24" y="160"/>
                  </a:lnTo>
                  <a:lnTo>
                    <a:pt x="144" y="24"/>
                  </a:lnTo>
                  <a:lnTo>
                    <a:pt x="120" y="0"/>
                  </a:lnTo>
                  <a:lnTo>
                    <a:pt x="0" y="13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22" name="Freeform 141"/>
            <p:cNvSpPr>
              <a:spLocks/>
            </p:cNvSpPr>
            <p:nvPr/>
          </p:nvSpPr>
          <p:spPr bwMode="auto">
            <a:xfrm>
              <a:off x="1179513" y="3698875"/>
              <a:ext cx="50800" cy="38100"/>
            </a:xfrm>
            <a:custGeom>
              <a:avLst/>
              <a:gdLst>
                <a:gd name="T0" fmla="*/ 0 w 32"/>
                <a:gd name="T1" fmla="*/ 0 h 24"/>
                <a:gd name="T2" fmla="*/ 0 w 32"/>
                <a:gd name="T3" fmla="*/ 2147483647 h 24"/>
                <a:gd name="T4" fmla="*/ 2147483647 w 32"/>
                <a:gd name="T5" fmla="*/ 2147483647 h 24"/>
                <a:gd name="T6" fmla="*/ 2147483647 w 32"/>
                <a:gd name="T7" fmla="*/ 2147483647 h 24"/>
                <a:gd name="T8" fmla="*/ 0 w 32"/>
                <a:gd name="T9" fmla="*/ 0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0" y="0"/>
                  </a:moveTo>
                  <a:lnTo>
                    <a:pt x="0" y="16"/>
                  </a:lnTo>
                  <a:lnTo>
                    <a:pt x="32" y="24"/>
                  </a:lnTo>
                  <a:lnTo>
                    <a:pt x="32" y="8"/>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23" name="Freeform 142"/>
            <p:cNvSpPr>
              <a:spLocks/>
            </p:cNvSpPr>
            <p:nvPr/>
          </p:nvSpPr>
          <p:spPr bwMode="auto">
            <a:xfrm>
              <a:off x="1306513" y="3711575"/>
              <a:ext cx="101600" cy="38100"/>
            </a:xfrm>
            <a:custGeom>
              <a:avLst/>
              <a:gdLst>
                <a:gd name="T0" fmla="*/ 0 w 64"/>
                <a:gd name="T1" fmla="*/ 0 h 24"/>
                <a:gd name="T2" fmla="*/ 0 w 64"/>
                <a:gd name="T3" fmla="*/ 2147483647 h 24"/>
                <a:gd name="T4" fmla="*/ 2147483647 w 64"/>
                <a:gd name="T5" fmla="*/ 2147483647 h 24"/>
                <a:gd name="T6" fmla="*/ 2147483647 w 64"/>
                <a:gd name="T7" fmla="*/ 2147483647 h 24"/>
                <a:gd name="T8" fmla="*/ 0 w 64"/>
                <a:gd name="T9" fmla="*/ 0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0" y="0"/>
                  </a:moveTo>
                  <a:lnTo>
                    <a:pt x="0" y="16"/>
                  </a:lnTo>
                  <a:lnTo>
                    <a:pt x="64" y="24"/>
                  </a:lnTo>
                  <a:lnTo>
                    <a:pt x="64" y="8"/>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24" name="Freeform 143"/>
            <p:cNvSpPr>
              <a:spLocks/>
            </p:cNvSpPr>
            <p:nvPr/>
          </p:nvSpPr>
          <p:spPr bwMode="auto">
            <a:xfrm>
              <a:off x="1484313" y="3724275"/>
              <a:ext cx="38100" cy="25400"/>
            </a:xfrm>
            <a:custGeom>
              <a:avLst/>
              <a:gdLst>
                <a:gd name="T0" fmla="*/ 0 w 24"/>
                <a:gd name="T1" fmla="*/ 0 h 16"/>
                <a:gd name="T2" fmla="*/ 0 w 24"/>
                <a:gd name="T3" fmla="*/ 2147483647 h 16"/>
                <a:gd name="T4" fmla="*/ 2147483647 w 24"/>
                <a:gd name="T5" fmla="*/ 2147483647 h 16"/>
                <a:gd name="T6" fmla="*/ 2147483647 w 24"/>
                <a:gd name="T7" fmla="*/ 2147483647 h 16"/>
                <a:gd name="T8" fmla="*/ 2147483647 w 24"/>
                <a:gd name="T9" fmla="*/ 0 h 16"/>
                <a:gd name="T10" fmla="*/ 2147483647 w 24"/>
                <a:gd name="T11" fmla="*/ 0 h 16"/>
                <a:gd name="T12" fmla="*/ 0 w 24"/>
                <a:gd name="T13" fmla="*/ 0 h 16"/>
                <a:gd name="T14" fmla="*/ 0 60000 65536"/>
                <a:gd name="T15" fmla="*/ 0 60000 65536"/>
                <a:gd name="T16" fmla="*/ 0 60000 65536"/>
                <a:gd name="T17" fmla="*/ 0 60000 65536"/>
                <a:gd name="T18" fmla="*/ 0 60000 65536"/>
                <a:gd name="T19" fmla="*/ 0 60000 65536"/>
                <a:gd name="T20" fmla="*/ 0 60000 65536"/>
                <a:gd name="T21" fmla="*/ 0 w 24"/>
                <a:gd name="T22" fmla="*/ 0 h 16"/>
                <a:gd name="T23" fmla="*/ 24 w 24"/>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16">
                  <a:moveTo>
                    <a:pt x="0" y="0"/>
                  </a:moveTo>
                  <a:lnTo>
                    <a:pt x="0" y="16"/>
                  </a:lnTo>
                  <a:lnTo>
                    <a:pt x="24" y="16"/>
                  </a:lnTo>
                  <a:lnTo>
                    <a:pt x="24" y="0"/>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25" name="Freeform 144"/>
            <p:cNvSpPr>
              <a:spLocks/>
            </p:cNvSpPr>
            <p:nvPr/>
          </p:nvSpPr>
          <p:spPr bwMode="auto">
            <a:xfrm>
              <a:off x="1522413" y="3724275"/>
              <a:ext cx="63500" cy="38100"/>
            </a:xfrm>
            <a:custGeom>
              <a:avLst/>
              <a:gdLst>
                <a:gd name="T0" fmla="*/ 0 w 40"/>
                <a:gd name="T1" fmla="*/ 0 h 24"/>
                <a:gd name="T2" fmla="*/ 0 w 40"/>
                <a:gd name="T3" fmla="*/ 2147483647 h 24"/>
                <a:gd name="T4" fmla="*/ 2147483647 w 40"/>
                <a:gd name="T5" fmla="*/ 2147483647 h 24"/>
                <a:gd name="T6" fmla="*/ 2147483647 w 40"/>
                <a:gd name="T7" fmla="*/ 2147483647 h 24"/>
                <a:gd name="T8" fmla="*/ 0 w 40"/>
                <a:gd name="T9" fmla="*/ 0 h 24"/>
                <a:gd name="T10" fmla="*/ 0 60000 65536"/>
                <a:gd name="T11" fmla="*/ 0 60000 65536"/>
                <a:gd name="T12" fmla="*/ 0 60000 65536"/>
                <a:gd name="T13" fmla="*/ 0 60000 65536"/>
                <a:gd name="T14" fmla="*/ 0 60000 65536"/>
                <a:gd name="T15" fmla="*/ 0 w 40"/>
                <a:gd name="T16" fmla="*/ 0 h 24"/>
                <a:gd name="T17" fmla="*/ 40 w 40"/>
                <a:gd name="T18" fmla="*/ 24 h 24"/>
              </a:gdLst>
              <a:ahLst/>
              <a:cxnLst>
                <a:cxn ang="T10">
                  <a:pos x="T0" y="T1"/>
                </a:cxn>
                <a:cxn ang="T11">
                  <a:pos x="T2" y="T3"/>
                </a:cxn>
                <a:cxn ang="T12">
                  <a:pos x="T4" y="T5"/>
                </a:cxn>
                <a:cxn ang="T13">
                  <a:pos x="T6" y="T7"/>
                </a:cxn>
                <a:cxn ang="T14">
                  <a:pos x="T8" y="T9"/>
                </a:cxn>
              </a:cxnLst>
              <a:rect l="T15" t="T16" r="T17" b="T18"/>
              <a:pathLst>
                <a:path w="40" h="24">
                  <a:moveTo>
                    <a:pt x="0" y="0"/>
                  </a:moveTo>
                  <a:lnTo>
                    <a:pt x="0" y="16"/>
                  </a:lnTo>
                  <a:lnTo>
                    <a:pt x="40" y="24"/>
                  </a:lnTo>
                  <a:lnTo>
                    <a:pt x="40" y="8"/>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26" name="Freeform 145"/>
            <p:cNvSpPr>
              <a:spLocks/>
            </p:cNvSpPr>
            <p:nvPr/>
          </p:nvSpPr>
          <p:spPr bwMode="auto">
            <a:xfrm>
              <a:off x="1649413" y="3749675"/>
              <a:ext cx="101600" cy="38100"/>
            </a:xfrm>
            <a:custGeom>
              <a:avLst/>
              <a:gdLst>
                <a:gd name="T0" fmla="*/ 0 w 64"/>
                <a:gd name="T1" fmla="*/ 0 h 24"/>
                <a:gd name="T2" fmla="*/ 0 w 64"/>
                <a:gd name="T3" fmla="*/ 2147483647 h 24"/>
                <a:gd name="T4" fmla="*/ 2147483647 w 64"/>
                <a:gd name="T5" fmla="*/ 2147483647 h 24"/>
                <a:gd name="T6" fmla="*/ 2147483647 w 64"/>
                <a:gd name="T7" fmla="*/ 2147483647 h 24"/>
                <a:gd name="T8" fmla="*/ 0 w 64"/>
                <a:gd name="T9" fmla="*/ 0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0" y="0"/>
                  </a:moveTo>
                  <a:lnTo>
                    <a:pt x="0" y="16"/>
                  </a:lnTo>
                  <a:lnTo>
                    <a:pt x="64" y="24"/>
                  </a:lnTo>
                  <a:lnTo>
                    <a:pt x="64" y="8"/>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27" name="Freeform 146"/>
            <p:cNvSpPr>
              <a:spLocks/>
            </p:cNvSpPr>
            <p:nvPr/>
          </p:nvSpPr>
          <p:spPr bwMode="auto">
            <a:xfrm>
              <a:off x="1827213" y="3775075"/>
              <a:ext cx="50800" cy="38100"/>
            </a:xfrm>
            <a:custGeom>
              <a:avLst/>
              <a:gdLst>
                <a:gd name="T0" fmla="*/ 2147483647 w 32"/>
                <a:gd name="T1" fmla="*/ 0 h 24"/>
                <a:gd name="T2" fmla="*/ 0 w 32"/>
                <a:gd name="T3" fmla="*/ 2147483647 h 24"/>
                <a:gd name="T4" fmla="*/ 2147483647 w 32"/>
                <a:gd name="T5" fmla="*/ 2147483647 h 24"/>
                <a:gd name="T6" fmla="*/ 2147483647 w 32"/>
                <a:gd name="T7" fmla="*/ 2147483647 h 24"/>
                <a:gd name="T8" fmla="*/ 2147483647 w 32"/>
                <a:gd name="T9" fmla="*/ 2147483647 h 24"/>
                <a:gd name="T10" fmla="*/ 2147483647 w 32"/>
                <a:gd name="T11" fmla="*/ 2147483647 h 24"/>
                <a:gd name="T12" fmla="*/ 2147483647 w 32"/>
                <a:gd name="T13" fmla="*/ 0 h 24"/>
                <a:gd name="T14" fmla="*/ 0 60000 65536"/>
                <a:gd name="T15" fmla="*/ 0 60000 65536"/>
                <a:gd name="T16" fmla="*/ 0 60000 65536"/>
                <a:gd name="T17" fmla="*/ 0 60000 65536"/>
                <a:gd name="T18" fmla="*/ 0 60000 65536"/>
                <a:gd name="T19" fmla="*/ 0 60000 65536"/>
                <a:gd name="T20" fmla="*/ 0 60000 65536"/>
                <a:gd name="T21" fmla="*/ 0 w 32"/>
                <a:gd name="T22" fmla="*/ 0 h 24"/>
                <a:gd name="T23" fmla="*/ 32 w 3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4">
                  <a:moveTo>
                    <a:pt x="8" y="0"/>
                  </a:moveTo>
                  <a:lnTo>
                    <a:pt x="0" y="16"/>
                  </a:lnTo>
                  <a:lnTo>
                    <a:pt x="24" y="24"/>
                  </a:lnTo>
                  <a:lnTo>
                    <a:pt x="24" y="8"/>
                  </a:lnTo>
                  <a:lnTo>
                    <a:pt x="32" y="8"/>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28" name="Freeform 147"/>
            <p:cNvSpPr>
              <a:spLocks/>
            </p:cNvSpPr>
            <p:nvPr/>
          </p:nvSpPr>
          <p:spPr bwMode="auto">
            <a:xfrm>
              <a:off x="1865313" y="3787775"/>
              <a:ext cx="63500" cy="38100"/>
            </a:xfrm>
            <a:custGeom>
              <a:avLst/>
              <a:gdLst>
                <a:gd name="T0" fmla="*/ 0 w 40"/>
                <a:gd name="T1" fmla="*/ 0 h 24"/>
                <a:gd name="T2" fmla="*/ 0 w 40"/>
                <a:gd name="T3" fmla="*/ 2147483647 h 24"/>
                <a:gd name="T4" fmla="*/ 2147483647 w 40"/>
                <a:gd name="T5" fmla="*/ 2147483647 h 24"/>
                <a:gd name="T6" fmla="*/ 2147483647 w 40"/>
                <a:gd name="T7" fmla="*/ 2147483647 h 24"/>
                <a:gd name="T8" fmla="*/ 0 w 40"/>
                <a:gd name="T9" fmla="*/ 0 h 24"/>
                <a:gd name="T10" fmla="*/ 0 60000 65536"/>
                <a:gd name="T11" fmla="*/ 0 60000 65536"/>
                <a:gd name="T12" fmla="*/ 0 60000 65536"/>
                <a:gd name="T13" fmla="*/ 0 60000 65536"/>
                <a:gd name="T14" fmla="*/ 0 60000 65536"/>
                <a:gd name="T15" fmla="*/ 0 w 40"/>
                <a:gd name="T16" fmla="*/ 0 h 24"/>
                <a:gd name="T17" fmla="*/ 40 w 40"/>
                <a:gd name="T18" fmla="*/ 24 h 24"/>
              </a:gdLst>
              <a:ahLst/>
              <a:cxnLst>
                <a:cxn ang="T10">
                  <a:pos x="T0" y="T1"/>
                </a:cxn>
                <a:cxn ang="T11">
                  <a:pos x="T2" y="T3"/>
                </a:cxn>
                <a:cxn ang="T12">
                  <a:pos x="T4" y="T5"/>
                </a:cxn>
                <a:cxn ang="T13">
                  <a:pos x="T6" y="T7"/>
                </a:cxn>
                <a:cxn ang="T14">
                  <a:pos x="T8" y="T9"/>
                </a:cxn>
              </a:cxnLst>
              <a:rect l="T15" t="T16" r="T17" b="T18"/>
              <a:pathLst>
                <a:path w="40" h="24">
                  <a:moveTo>
                    <a:pt x="0" y="0"/>
                  </a:moveTo>
                  <a:lnTo>
                    <a:pt x="0" y="16"/>
                  </a:lnTo>
                  <a:lnTo>
                    <a:pt x="40" y="24"/>
                  </a:lnTo>
                  <a:lnTo>
                    <a:pt x="40" y="8"/>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29" name="Freeform 148"/>
            <p:cNvSpPr>
              <a:spLocks/>
            </p:cNvSpPr>
            <p:nvPr/>
          </p:nvSpPr>
          <p:spPr bwMode="auto">
            <a:xfrm>
              <a:off x="2005013" y="3813175"/>
              <a:ext cx="101600" cy="50800"/>
            </a:xfrm>
            <a:custGeom>
              <a:avLst/>
              <a:gdLst>
                <a:gd name="T0" fmla="*/ 0 w 64"/>
                <a:gd name="T1" fmla="*/ 0 h 32"/>
                <a:gd name="T2" fmla="*/ 0 w 64"/>
                <a:gd name="T3" fmla="*/ 2147483647 h 32"/>
                <a:gd name="T4" fmla="*/ 2147483647 w 64"/>
                <a:gd name="T5" fmla="*/ 2147483647 h 32"/>
                <a:gd name="T6" fmla="*/ 2147483647 w 64"/>
                <a:gd name="T7" fmla="*/ 2147483647 h 32"/>
                <a:gd name="T8" fmla="*/ 0 w 64"/>
                <a:gd name="T9" fmla="*/ 0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0" y="0"/>
                  </a:moveTo>
                  <a:lnTo>
                    <a:pt x="0" y="16"/>
                  </a:lnTo>
                  <a:lnTo>
                    <a:pt x="64" y="32"/>
                  </a:lnTo>
                  <a:lnTo>
                    <a:pt x="64" y="16"/>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30" name="Freeform 149"/>
            <p:cNvSpPr>
              <a:spLocks/>
            </p:cNvSpPr>
            <p:nvPr/>
          </p:nvSpPr>
          <p:spPr bwMode="auto">
            <a:xfrm>
              <a:off x="2170113" y="3863975"/>
              <a:ext cx="38100" cy="25400"/>
            </a:xfrm>
            <a:custGeom>
              <a:avLst/>
              <a:gdLst>
                <a:gd name="T0" fmla="*/ 0 w 24"/>
                <a:gd name="T1" fmla="*/ 0 h 16"/>
                <a:gd name="T2" fmla="*/ 0 w 24"/>
                <a:gd name="T3" fmla="*/ 2147483647 h 16"/>
                <a:gd name="T4" fmla="*/ 2147483647 w 24"/>
                <a:gd name="T5" fmla="*/ 2147483647 h 16"/>
                <a:gd name="T6" fmla="*/ 2147483647 w 24"/>
                <a:gd name="T7" fmla="*/ 2147483647 h 16"/>
                <a:gd name="T8" fmla="*/ 2147483647 w 24"/>
                <a:gd name="T9" fmla="*/ 0 h 16"/>
                <a:gd name="T10" fmla="*/ 2147483647 w 24"/>
                <a:gd name="T11" fmla="*/ 0 h 16"/>
                <a:gd name="T12" fmla="*/ 0 w 24"/>
                <a:gd name="T13" fmla="*/ 0 h 16"/>
                <a:gd name="T14" fmla="*/ 0 60000 65536"/>
                <a:gd name="T15" fmla="*/ 0 60000 65536"/>
                <a:gd name="T16" fmla="*/ 0 60000 65536"/>
                <a:gd name="T17" fmla="*/ 0 60000 65536"/>
                <a:gd name="T18" fmla="*/ 0 60000 65536"/>
                <a:gd name="T19" fmla="*/ 0 60000 65536"/>
                <a:gd name="T20" fmla="*/ 0 60000 65536"/>
                <a:gd name="T21" fmla="*/ 0 w 24"/>
                <a:gd name="T22" fmla="*/ 0 h 16"/>
                <a:gd name="T23" fmla="*/ 24 w 24"/>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16">
                  <a:moveTo>
                    <a:pt x="0" y="0"/>
                  </a:moveTo>
                  <a:lnTo>
                    <a:pt x="0" y="16"/>
                  </a:lnTo>
                  <a:lnTo>
                    <a:pt x="16" y="16"/>
                  </a:lnTo>
                  <a:lnTo>
                    <a:pt x="24" y="0"/>
                  </a:lnTo>
                  <a:lnTo>
                    <a:pt x="16" y="0"/>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31" name="Freeform 150"/>
            <p:cNvSpPr>
              <a:spLocks/>
            </p:cNvSpPr>
            <p:nvPr/>
          </p:nvSpPr>
          <p:spPr bwMode="auto">
            <a:xfrm>
              <a:off x="2195513" y="3863975"/>
              <a:ext cx="88900" cy="50800"/>
            </a:xfrm>
            <a:custGeom>
              <a:avLst/>
              <a:gdLst>
                <a:gd name="T0" fmla="*/ 2147483647 w 56"/>
                <a:gd name="T1" fmla="*/ 0 h 32"/>
                <a:gd name="T2" fmla="*/ 0 w 56"/>
                <a:gd name="T3" fmla="*/ 2147483647 h 32"/>
                <a:gd name="T4" fmla="*/ 2147483647 w 56"/>
                <a:gd name="T5" fmla="*/ 2147483647 h 32"/>
                <a:gd name="T6" fmla="*/ 2147483647 w 56"/>
                <a:gd name="T7" fmla="*/ 2147483647 h 32"/>
                <a:gd name="T8" fmla="*/ 2147483647 w 56"/>
                <a:gd name="T9" fmla="*/ 0 h 32"/>
                <a:gd name="T10" fmla="*/ 0 60000 65536"/>
                <a:gd name="T11" fmla="*/ 0 60000 65536"/>
                <a:gd name="T12" fmla="*/ 0 60000 65536"/>
                <a:gd name="T13" fmla="*/ 0 60000 65536"/>
                <a:gd name="T14" fmla="*/ 0 60000 65536"/>
                <a:gd name="T15" fmla="*/ 0 w 56"/>
                <a:gd name="T16" fmla="*/ 0 h 32"/>
                <a:gd name="T17" fmla="*/ 56 w 56"/>
                <a:gd name="T18" fmla="*/ 32 h 32"/>
              </a:gdLst>
              <a:ahLst/>
              <a:cxnLst>
                <a:cxn ang="T10">
                  <a:pos x="T0" y="T1"/>
                </a:cxn>
                <a:cxn ang="T11">
                  <a:pos x="T2" y="T3"/>
                </a:cxn>
                <a:cxn ang="T12">
                  <a:pos x="T4" y="T5"/>
                </a:cxn>
                <a:cxn ang="T13">
                  <a:pos x="T6" y="T7"/>
                </a:cxn>
                <a:cxn ang="T14">
                  <a:pos x="T8" y="T9"/>
                </a:cxn>
              </a:cxnLst>
              <a:rect l="T15" t="T16" r="T17" b="T18"/>
              <a:pathLst>
                <a:path w="56" h="32">
                  <a:moveTo>
                    <a:pt x="8" y="0"/>
                  </a:moveTo>
                  <a:lnTo>
                    <a:pt x="0" y="16"/>
                  </a:lnTo>
                  <a:lnTo>
                    <a:pt x="48" y="32"/>
                  </a:lnTo>
                  <a:lnTo>
                    <a:pt x="56" y="16"/>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32" name="Freeform 151"/>
            <p:cNvSpPr>
              <a:spLocks/>
            </p:cNvSpPr>
            <p:nvPr/>
          </p:nvSpPr>
          <p:spPr bwMode="auto">
            <a:xfrm>
              <a:off x="2347913" y="3914775"/>
              <a:ext cx="101600" cy="63500"/>
            </a:xfrm>
            <a:custGeom>
              <a:avLst/>
              <a:gdLst>
                <a:gd name="T0" fmla="*/ 2147483647 w 64"/>
                <a:gd name="T1" fmla="*/ 0 h 40"/>
                <a:gd name="T2" fmla="*/ 0 w 64"/>
                <a:gd name="T3" fmla="*/ 2147483647 h 40"/>
                <a:gd name="T4" fmla="*/ 2147483647 w 64"/>
                <a:gd name="T5" fmla="*/ 2147483647 h 40"/>
                <a:gd name="T6" fmla="*/ 2147483647 w 64"/>
                <a:gd name="T7" fmla="*/ 2147483647 h 40"/>
                <a:gd name="T8" fmla="*/ 2147483647 w 64"/>
                <a:gd name="T9" fmla="*/ 0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8" y="0"/>
                  </a:moveTo>
                  <a:lnTo>
                    <a:pt x="0" y="16"/>
                  </a:lnTo>
                  <a:lnTo>
                    <a:pt x="56" y="40"/>
                  </a:lnTo>
                  <a:lnTo>
                    <a:pt x="64" y="24"/>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33" name="Freeform 152"/>
            <p:cNvSpPr>
              <a:spLocks/>
            </p:cNvSpPr>
            <p:nvPr/>
          </p:nvSpPr>
          <p:spPr bwMode="auto">
            <a:xfrm>
              <a:off x="2513013" y="3978275"/>
              <a:ext cx="101600" cy="76200"/>
            </a:xfrm>
            <a:custGeom>
              <a:avLst/>
              <a:gdLst>
                <a:gd name="T0" fmla="*/ 2147483647 w 64"/>
                <a:gd name="T1" fmla="*/ 0 h 48"/>
                <a:gd name="T2" fmla="*/ 0 w 64"/>
                <a:gd name="T3" fmla="*/ 2147483647 h 48"/>
                <a:gd name="T4" fmla="*/ 2147483647 w 64"/>
                <a:gd name="T5" fmla="*/ 2147483647 h 48"/>
                <a:gd name="T6" fmla="*/ 2147483647 w 64"/>
                <a:gd name="T7" fmla="*/ 2147483647 h 48"/>
                <a:gd name="T8" fmla="*/ 2147483647 w 64"/>
                <a:gd name="T9" fmla="*/ 0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8" y="0"/>
                  </a:moveTo>
                  <a:lnTo>
                    <a:pt x="0" y="16"/>
                  </a:lnTo>
                  <a:lnTo>
                    <a:pt x="56" y="48"/>
                  </a:lnTo>
                  <a:lnTo>
                    <a:pt x="64" y="32"/>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34" name="Freeform 153"/>
            <p:cNvSpPr>
              <a:spLocks/>
            </p:cNvSpPr>
            <p:nvPr/>
          </p:nvSpPr>
          <p:spPr bwMode="auto">
            <a:xfrm>
              <a:off x="2665413" y="4067175"/>
              <a:ext cx="101600" cy="63500"/>
            </a:xfrm>
            <a:custGeom>
              <a:avLst/>
              <a:gdLst>
                <a:gd name="T0" fmla="*/ 2147483647 w 64"/>
                <a:gd name="T1" fmla="*/ 0 h 40"/>
                <a:gd name="T2" fmla="*/ 0 w 64"/>
                <a:gd name="T3" fmla="*/ 2147483647 h 40"/>
                <a:gd name="T4" fmla="*/ 2147483647 w 64"/>
                <a:gd name="T5" fmla="*/ 2147483647 h 40"/>
                <a:gd name="T6" fmla="*/ 2147483647 w 64"/>
                <a:gd name="T7" fmla="*/ 2147483647 h 40"/>
                <a:gd name="T8" fmla="*/ 2147483647 w 64"/>
                <a:gd name="T9" fmla="*/ 0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8" y="0"/>
                  </a:moveTo>
                  <a:lnTo>
                    <a:pt x="0" y="16"/>
                  </a:lnTo>
                  <a:lnTo>
                    <a:pt x="56" y="40"/>
                  </a:lnTo>
                  <a:lnTo>
                    <a:pt x="64" y="24"/>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35" name="Freeform 154"/>
            <p:cNvSpPr>
              <a:spLocks/>
            </p:cNvSpPr>
            <p:nvPr/>
          </p:nvSpPr>
          <p:spPr bwMode="auto">
            <a:xfrm>
              <a:off x="2830513" y="4143375"/>
              <a:ext cx="88900" cy="76200"/>
            </a:xfrm>
            <a:custGeom>
              <a:avLst/>
              <a:gdLst>
                <a:gd name="T0" fmla="*/ 2147483647 w 56"/>
                <a:gd name="T1" fmla="*/ 0 h 48"/>
                <a:gd name="T2" fmla="*/ 0 w 56"/>
                <a:gd name="T3" fmla="*/ 2147483647 h 48"/>
                <a:gd name="T4" fmla="*/ 2147483647 w 56"/>
                <a:gd name="T5" fmla="*/ 2147483647 h 48"/>
                <a:gd name="T6" fmla="*/ 2147483647 w 56"/>
                <a:gd name="T7" fmla="*/ 2147483647 h 48"/>
                <a:gd name="T8" fmla="*/ 2147483647 w 56"/>
                <a:gd name="T9" fmla="*/ 0 h 48"/>
                <a:gd name="T10" fmla="*/ 0 60000 65536"/>
                <a:gd name="T11" fmla="*/ 0 60000 65536"/>
                <a:gd name="T12" fmla="*/ 0 60000 65536"/>
                <a:gd name="T13" fmla="*/ 0 60000 65536"/>
                <a:gd name="T14" fmla="*/ 0 60000 65536"/>
                <a:gd name="T15" fmla="*/ 0 w 56"/>
                <a:gd name="T16" fmla="*/ 0 h 48"/>
                <a:gd name="T17" fmla="*/ 56 w 56"/>
                <a:gd name="T18" fmla="*/ 48 h 48"/>
              </a:gdLst>
              <a:ahLst/>
              <a:cxnLst>
                <a:cxn ang="T10">
                  <a:pos x="T0" y="T1"/>
                </a:cxn>
                <a:cxn ang="T11">
                  <a:pos x="T2" y="T3"/>
                </a:cxn>
                <a:cxn ang="T12">
                  <a:pos x="T4" y="T5"/>
                </a:cxn>
                <a:cxn ang="T13">
                  <a:pos x="T6" y="T7"/>
                </a:cxn>
                <a:cxn ang="T14">
                  <a:pos x="T8" y="T9"/>
                </a:cxn>
              </a:cxnLst>
              <a:rect l="T15" t="T16" r="T17" b="T18"/>
              <a:pathLst>
                <a:path w="56" h="48">
                  <a:moveTo>
                    <a:pt x="8" y="0"/>
                  </a:moveTo>
                  <a:lnTo>
                    <a:pt x="0" y="16"/>
                  </a:lnTo>
                  <a:lnTo>
                    <a:pt x="48" y="48"/>
                  </a:lnTo>
                  <a:lnTo>
                    <a:pt x="56" y="32"/>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36" name="Freeform 155"/>
            <p:cNvSpPr>
              <a:spLocks/>
            </p:cNvSpPr>
            <p:nvPr/>
          </p:nvSpPr>
          <p:spPr bwMode="auto">
            <a:xfrm>
              <a:off x="2970213" y="4244975"/>
              <a:ext cx="101600" cy="76200"/>
            </a:xfrm>
            <a:custGeom>
              <a:avLst/>
              <a:gdLst>
                <a:gd name="T0" fmla="*/ 2147483647 w 64"/>
                <a:gd name="T1" fmla="*/ 0 h 48"/>
                <a:gd name="T2" fmla="*/ 0 w 64"/>
                <a:gd name="T3" fmla="*/ 2147483647 h 48"/>
                <a:gd name="T4" fmla="*/ 2147483647 w 64"/>
                <a:gd name="T5" fmla="*/ 2147483647 h 48"/>
                <a:gd name="T6" fmla="*/ 2147483647 w 64"/>
                <a:gd name="T7" fmla="*/ 2147483647 h 48"/>
                <a:gd name="T8" fmla="*/ 2147483647 w 64"/>
                <a:gd name="T9" fmla="*/ 0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8" y="0"/>
                  </a:moveTo>
                  <a:lnTo>
                    <a:pt x="0" y="16"/>
                  </a:lnTo>
                  <a:lnTo>
                    <a:pt x="56" y="48"/>
                  </a:lnTo>
                  <a:lnTo>
                    <a:pt x="64" y="32"/>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37" name="Freeform 156"/>
            <p:cNvSpPr>
              <a:spLocks/>
            </p:cNvSpPr>
            <p:nvPr/>
          </p:nvSpPr>
          <p:spPr bwMode="auto">
            <a:xfrm>
              <a:off x="3122613" y="4346575"/>
              <a:ext cx="88900" cy="88900"/>
            </a:xfrm>
            <a:custGeom>
              <a:avLst/>
              <a:gdLst>
                <a:gd name="T0" fmla="*/ 2147483647 w 56"/>
                <a:gd name="T1" fmla="*/ 0 h 56"/>
                <a:gd name="T2" fmla="*/ 0 w 56"/>
                <a:gd name="T3" fmla="*/ 2147483647 h 56"/>
                <a:gd name="T4" fmla="*/ 2147483647 w 56"/>
                <a:gd name="T5" fmla="*/ 2147483647 h 56"/>
                <a:gd name="T6" fmla="*/ 2147483647 w 56"/>
                <a:gd name="T7" fmla="*/ 2147483647 h 56"/>
                <a:gd name="T8" fmla="*/ 2147483647 w 56"/>
                <a:gd name="T9" fmla="*/ 0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8" y="0"/>
                  </a:moveTo>
                  <a:lnTo>
                    <a:pt x="0" y="16"/>
                  </a:lnTo>
                  <a:lnTo>
                    <a:pt x="48" y="56"/>
                  </a:lnTo>
                  <a:lnTo>
                    <a:pt x="56" y="40"/>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38" name="Freeform 157"/>
            <p:cNvSpPr>
              <a:spLocks/>
            </p:cNvSpPr>
            <p:nvPr/>
          </p:nvSpPr>
          <p:spPr bwMode="auto">
            <a:xfrm>
              <a:off x="3249613" y="4460875"/>
              <a:ext cx="76200" cy="63500"/>
            </a:xfrm>
            <a:custGeom>
              <a:avLst/>
              <a:gdLst>
                <a:gd name="T0" fmla="*/ 2147483647 w 48"/>
                <a:gd name="T1" fmla="*/ 0 h 40"/>
                <a:gd name="T2" fmla="*/ 0 w 48"/>
                <a:gd name="T3" fmla="*/ 2147483647 h 40"/>
                <a:gd name="T4" fmla="*/ 2147483647 w 48"/>
                <a:gd name="T5" fmla="*/ 2147483647 h 40"/>
                <a:gd name="T6" fmla="*/ 2147483647 w 48"/>
                <a:gd name="T7" fmla="*/ 2147483647 h 40"/>
                <a:gd name="T8" fmla="*/ 2147483647 w 48"/>
                <a:gd name="T9" fmla="*/ 2147483647 h 40"/>
                <a:gd name="T10" fmla="*/ 2147483647 w 48"/>
                <a:gd name="T11" fmla="*/ 2147483647 h 40"/>
                <a:gd name="T12" fmla="*/ 2147483647 w 48"/>
                <a:gd name="T13" fmla="*/ 0 h 40"/>
                <a:gd name="T14" fmla="*/ 0 60000 65536"/>
                <a:gd name="T15" fmla="*/ 0 60000 65536"/>
                <a:gd name="T16" fmla="*/ 0 60000 65536"/>
                <a:gd name="T17" fmla="*/ 0 60000 65536"/>
                <a:gd name="T18" fmla="*/ 0 60000 65536"/>
                <a:gd name="T19" fmla="*/ 0 60000 65536"/>
                <a:gd name="T20" fmla="*/ 0 60000 65536"/>
                <a:gd name="T21" fmla="*/ 0 w 48"/>
                <a:gd name="T22" fmla="*/ 0 h 40"/>
                <a:gd name="T23" fmla="*/ 48 w 48"/>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40">
                  <a:moveTo>
                    <a:pt x="8" y="0"/>
                  </a:moveTo>
                  <a:lnTo>
                    <a:pt x="0" y="16"/>
                  </a:lnTo>
                  <a:lnTo>
                    <a:pt x="40" y="40"/>
                  </a:lnTo>
                  <a:lnTo>
                    <a:pt x="32" y="40"/>
                  </a:lnTo>
                  <a:lnTo>
                    <a:pt x="48" y="32"/>
                  </a:lnTo>
                  <a:lnTo>
                    <a:pt x="48" y="24"/>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39" name="Freeform 158"/>
            <p:cNvSpPr>
              <a:spLocks/>
            </p:cNvSpPr>
            <p:nvPr/>
          </p:nvSpPr>
          <p:spPr bwMode="auto">
            <a:xfrm>
              <a:off x="3300413" y="4511675"/>
              <a:ext cx="38100" cy="38100"/>
            </a:xfrm>
            <a:custGeom>
              <a:avLst/>
              <a:gdLst>
                <a:gd name="T0" fmla="*/ 2147483647 w 24"/>
                <a:gd name="T1" fmla="*/ 0 h 24"/>
                <a:gd name="T2" fmla="*/ 0 w 24"/>
                <a:gd name="T3" fmla="*/ 2147483647 h 24"/>
                <a:gd name="T4" fmla="*/ 2147483647 w 24"/>
                <a:gd name="T5" fmla="*/ 2147483647 h 24"/>
                <a:gd name="T6" fmla="*/ 2147483647 w 24"/>
                <a:gd name="T7" fmla="*/ 2147483647 h 24"/>
                <a:gd name="T8" fmla="*/ 2147483647 w 24"/>
                <a:gd name="T9" fmla="*/ 0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16" y="0"/>
                  </a:moveTo>
                  <a:lnTo>
                    <a:pt x="0" y="8"/>
                  </a:lnTo>
                  <a:lnTo>
                    <a:pt x="8" y="24"/>
                  </a:lnTo>
                  <a:lnTo>
                    <a:pt x="24" y="16"/>
                  </a:lnTo>
                  <a:lnTo>
                    <a:pt x="1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40" name="Freeform 159"/>
            <p:cNvSpPr>
              <a:spLocks/>
            </p:cNvSpPr>
            <p:nvPr/>
          </p:nvSpPr>
          <p:spPr bwMode="auto">
            <a:xfrm>
              <a:off x="3376613" y="4587875"/>
              <a:ext cx="88900" cy="88900"/>
            </a:xfrm>
            <a:custGeom>
              <a:avLst/>
              <a:gdLst>
                <a:gd name="T0" fmla="*/ 2147483647 w 56"/>
                <a:gd name="T1" fmla="*/ 0 h 56"/>
                <a:gd name="T2" fmla="*/ 0 w 56"/>
                <a:gd name="T3" fmla="*/ 2147483647 h 56"/>
                <a:gd name="T4" fmla="*/ 2147483647 w 56"/>
                <a:gd name="T5" fmla="*/ 2147483647 h 56"/>
                <a:gd name="T6" fmla="*/ 2147483647 w 56"/>
                <a:gd name="T7" fmla="*/ 2147483647 h 56"/>
                <a:gd name="T8" fmla="*/ 2147483647 w 56"/>
                <a:gd name="T9" fmla="*/ 0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8" y="0"/>
                  </a:moveTo>
                  <a:lnTo>
                    <a:pt x="0" y="8"/>
                  </a:lnTo>
                  <a:lnTo>
                    <a:pt x="48" y="56"/>
                  </a:lnTo>
                  <a:lnTo>
                    <a:pt x="56" y="48"/>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41" name="Freeform 160"/>
            <p:cNvSpPr>
              <a:spLocks/>
            </p:cNvSpPr>
            <p:nvPr/>
          </p:nvSpPr>
          <p:spPr bwMode="auto">
            <a:xfrm>
              <a:off x="3503613" y="4714875"/>
              <a:ext cx="50800" cy="50800"/>
            </a:xfrm>
            <a:custGeom>
              <a:avLst/>
              <a:gdLst>
                <a:gd name="T0" fmla="*/ 2147483647 w 32"/>
                <a:gd name="T1" fmla="*/ 0 h 32"/>
                <a:gd name="T2" fmla="*/ 0 w 32"/>
                <a:gd name="T3" fmla="*/ 2147483647 h 32"/>
                <a:gd name="T4" fmla="*/ 2147483647 w 32"/>
                <a:gd name="T5" fmla="*/ 2147483647 h 32"/>
                <a:gd name="T6" fmla="*/ 2147483647 w 32"/>
                <a:gd name="T7" fmla="*/ 2147483647 h 32"/>
                <a:gd name="T8" fmla="*/ 2147483647 w 32"/>
                <a:gd name="T9" fmla="*/ 0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8" y="0"/>
                  </a:moveTo>
                  <a:lnTo>
                    <a:pt x="0" y="16"/>
                  </a:lnTo>
                  <a:lnTo>
                    <a:pt x="24" y="32"/>
                  </a:lnTo>
                  <a:lnTo>
                    <a:pt x="32" y="16"/>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42" name="Rectangle 161"/>
            <p:cNvSpPr>
              <a:spLocks noChangeArrowheads="1"/>
            </p:cNvSpPr>
            <p:nvPr/>
          </p:nvSpPr>
          <p:spPr bwMode="auto">
            <a:xfrm>
              <a:off x="6959600" y="1423988"/>
              <a:ext cx="50800" cy="254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243" name="Freeform 162"/>
            <p:cNvSpPr>
              <a:spLocks/>
            </p:cNvSpPr>
            <p:nvPr/>
          </p:nvSpPr>
          <p:spPr bwMode="auto">
            <a:xfrm>
              <a:off x="6781800" y="1385888"/>
              <a:ext cx="101600" cy="38100"/>
            </a:xfrm>
            <a:custGeom>
              <a:avLst/>
              <a:gdLst>
                <a:gd name="T0" fmla="*/ 2147483647 w 64"/>
                <a:gd name="T1" fmla="*/ 2147483647 h 24"/>
                <a:gd name="T2" fmla="*/ 2147483647 w 64"/>
                <a:gd name="T3" fmla="*/ 2147483647 h 24"/>
                <a:gd name="T4" fmla="*/ 0 w 64"/>
                <a:gd name="T5" fmla="*/ 0 h 24"/>
                <a:gd name="T6" fmla="*/ 0 w 64"/>
                <a:gd name="T7" fmla="*/ 2147483647 h 24"/>
                <a:gd name="T8" fmla="*/ 2147483647 w 64"/>
                <a:gd name="T9" fmla="*/ 2147483647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64" y="24"/>
                  </a:moveTo>
                  <a:lnTo>
                    <a:pt x="64" y="8"/>
                  </a:lnTo>
                  <a:lnTo>
                    <a:pt x="0" y="0"/>
                  </a:lnTo>
                  <a:lnTo>
                    <a:pt x="0" y="16"/>
                  </a:lnTo>
                  <a:lnTo>
                    <a:pt x="64"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44" name="Freeform 163"/>
            <p:cNvSpPr>
              <a:spLocks/>
            </p:cNvSpPr>
            <p:nvPr/>
          </p:nvSpPr>
          <p:spPr bwMode="auto">
            <a:xfrm>
              <a:off x="6616700" y="1347788"/>
              <a:ext cx="101600" cy="50800"/>
            </a:xfrm>
            <a:custGeom>
              <a:avLst/>
              <a:gdLst>
                <a:gd name="T0" fmla="*/ 2147483647 w 64"/>
                <a:gd name="T1" fmla="*/ 2147483647 h 32"/>
                <a:gd name="T2" fmla="*/ 2147483647 w 64"/>
                <a:gd name="T3" fmla="*/ 2147483647 h 32"/>
                <a:gd name="T4" fmla="*/ 2147483647 w 64"/>
                <a:gd name="T5" fmla="*/ 0 h 32"/>
                <a:gd name="T6" fmla="*/ 2147483647 w 64"/>
                <a:gd name="T7" fmla="*/ 0 h 32"/>
                <a:gd name="T8" fmla="*/ 0 w 64"/>
                <a:gd name="T9" fmla="*/ 2147483647 h 32"/>
                <a:gd name="T10" fmla="*/ 0 w 64"/>
                <a:gd name="T11" fmla="*/ 2147483647 h 32"/>
                <a:gd name="T12" fmla="*/ 2147483647 w 64"/>
                <a:gd name="T13" fmla="*/ 2147483647 h 32"/>
                <a:gd name="T14" fmla="*/ 0 60000 65536"/>
                <a:gd name="T15" fmla="*/ 0 60000 65536"/>
                <a:gd name="T16" fmla="*/ 0 60000 65536"/>
                <a:gd name="T17" fmla="*/ 0 60000 65536"/>
                <a:gd name="T18" fmla="*/ 0 60000 65536"/>
                <a:gd name="T19" fmla="*/ 0 60000 65536"/>
                <a:gd name="T20" fmla="*/ 0 60000 65536"/>
                <a:gd name="T21" fmla="*/ 0 w 64"/>
                <a:gd name="T22" fmla="*/ 0 h 32"/>
                <a:gd name="T23" fmla="*/ 64 w 64"/>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32">
                  <a:moveTo>
                    <a:pt x="56" y="32"/>
                  </a:moveTo>
                  <a:lnTo>
                    <a:pt x="64" y="16"/>
                  </a:lnTo>
                  <a:lnTo>
                    <a:pt x="8" y="0"/>
                  </a:lnTo>
                  <a:lnTo>
                    <a:pt x="0" y="16"/>
                  </a:lnTo>
                  <a:lnTo>
                    <a:pt x="56"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45" name="Freeform 164"/>
            <p:cNvSpPr>
              <a:spLocks/>
            </p:cNvSpPr>
            <p:nvPr/>
          </p:nvSpPr>
          <p:spPr bwMode="auto">
            <a:xfrm>
              <a:off x="6616700" y="1347788"/>
              <a:ext cx="12700" cy="25400"/>
            </a:xfrm>
            <a:custGeom>
              <a:avLst/>
              <a:gdLst>
                <a:gd name="T0" fmla="*/ 0 w 8"/>
                <a:gd name="T1" fmla="*/ 2147483647 h 16"/>
                <a:gd name="T2" fmla="*/ 2147483647 w 8"/>
                <a:gd name="T3" fmla="*/ 0 h 16"/>
                <a:gd name="T4" fmla="*/ 2147483647 w 8"/>
                <a:gd name="T5" fmla="*/ 0 h 16"/>
                <a:gd name="T6" fmla="*/ 0 w 8"/>
                <a:gd name="T7" fmla="*/ 2147483647 h 16"/>
                <a:gd name="T8" fmla="*/ 0 60000 65536"/>
                <a:gd name="T9" fmla="*/ 0 60000 65536"/>
                <a:gd name="T10" fmla="*/ 0 60000 65536"/>
                <a:gd name="T11" fmla="*/ 0 60000 65536"/>
                <a:gd name="T12" fmla="*/ 0 w 8"/>
                <a:gd name="T13" fmla="*/ 0 h 16"/>
                <a:gd name="T14" fmla="*/ 8 w 8"/>
                <a:gd name="T15" fmla="*/ 16 h 16"/>
              </a:gdLst>
              <a:ahLst/>
              <a:cxnLst>
                <a:cxn ang="T8">
                  <a:pos x="T0" y="T1"/>
                </a:cxn>
                <a:cxn ang="T9">
                  <a:pos x="T2" y="T3"/>
                </a:cxn>
                <a:cxn ang="T10">
                  <a:pos x="T4" y="T5"/>
                </a:cxn>
                <a:cxn ang="T11">
                  <a:pos x="T6" y="T7"/>
                </a:cxn>
              </a:cxnLst>
              <a:rect l="T12" t="T13" r="T14" b="T15"/>
              <a:pathLst>
                <a:path w="8" h="16">
                  <a:moveTo>
                    <a:pt x="0" y="16"/>
                  </a:moveTo>
                  <a:lnTo>
                    <a:pt x="8" y="0"/>
                  </a:lnTo>
                  <a:lnTo>
                    <a:pt x="0"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46" name="Freeform 165"/>
            <p:cNvSpPr>
              <a:spLocks/>
            </p:cNvSpPr>
            <p:nvPr/>
          </p:nvSpPr>
          <p:spPr bwMode="auto">
            <a:xfrm>
              <a:off x="6438900" y="1335088"/>
              <a:ext cx="101600" cy="38100"/>
            </a:xfrm>
            <a:custGeom>
              <a:avLst/>
              <a:gdLst>
                <a:gd name="T0" fmla="*/ 2147483647 w 64"/>
                <a:gd name="T1" fmla="*/ 2147483647 h 24"/>
                <a:gd name="T2" fmla="*/ 2147483647 w 64"/>
                <a:gd name="T3" fmla="*/ 2147483647 h 24"/>
                <a:gd name="T4" fmla="*/ 0 w 64"/>
                <a:gd name="T5" fmla="*/ 0 h 24"/>
                <a:gd name="T6" fmla="*/ 0 w 64"/>
                <a:gd name="T7" fmla="*/ 2147483647 h 24"/>
                <a:gd name="T8" fmla="*/ 2147483647 w 64"/>
                <a:gd name="T9" fmla="*/ 2147483647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64" y="24"/>
                  </a:moveTo>
                  <a:lnTo>
                    <a:pt x="64" y="8"/>
                  </a:lnTo>
                  <a:lnTo>
                    <a:pt x="0" y="0"/>
                  </a:lnTo>
                  <a:lnTo>
                    <a:pt x="0" y="16"/>
                  </a:lnTo>
                  <a:lnTo>
                    <a:pt x="64"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47" name="Freeform 166"/>
            <p:cNvSpPr>
              <a:spLocks/>
            </p:cNvSpPr>
            <p:nvPr/>
          </p:nvSpPr>
          <p:spPr bwMode="auto">
            <a:xfrm>
              <a:off x="6261100" y="1322388"/>
              <a:ext cx="101600" cy="38100"/>
            </a:xfrm>
            <a:custGeom>
              <a:avLst/>
              <a:gdLst>
                <a:gd name="T0" fmla="*/ 2147483647 w 64"/>
                <a:gd name="T1" fmla="*/ 2147483647 h 24"/>
                <a:gd name="T2" fmla="*/ 2147483647 w 64"/>
                <a:gd name="T3" fmla="*/ 2147483647 h 24"/>
                <a:gd name="T4" fmla="*/ 0 w 64"/>
                <a:gd name="T5" fmla="*/ 0 h 24"/>
                <a:gd name="T6" fmla="*/ 0 w 64"/>
                <a:gd name="T7" fmla="*/ 2147483647 h 24"/>
                <a:gd name="T8" fmla="*/ 2147483647 w 64"/>
                <a:gd name="T9" fmla="*/ 2147483647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64" y="24"/>
                  </a:moveTo>
                  <a:lnTo>
                    <a:pt x="64" y="8"/>
                  </a:lnTo>
                  <a:lnTo>
                    <a:pt x="0" y="0"/>
                  </a:lnTo>
                  <a:lnTo>
                    <a:pt x="0" y="16"/>
                  </a:lnTo>
                  <a:lnTo>
                    <a:pt x="64"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48" name="Rectangle 167"/>
            <p:cNvSpPr>
              <a:spLocks noChangeArrowheads="1"/>
            </p:cNvSpPr>
            <p:nvPr/>
          </p:nvSpPr>
          <p:spPr bwMode="auto">
            <a:xfrm>
              <a:off x="6083300" y="1335088"/>
              <a:ext cx="101600" cy="254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249" name="Rectangle 168"/>
            <p:cNvSpPr>
              <a:spLocks noChangeArrowheads="1"/>
            </p:cNvSpPr>
            <p:nvPr/>
          </p:nvSpPr>
          <p:spPr bwMode="auto">
            <a:xfrm>
              <a:off x="5905500" y="1347788"/>
              <a:ext cx="101600" cy="2540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250" name="Freeform 169"/>
            <p:cNvSpPr>
              <a:spLocks/>
            </p:cNvSpPr>
            <p:nvPr/>
          </p:nvSpPr>
          <p:spPr bwMode="auto">
            <a:xfrm>
              <a:off x="5740400" y="1373188"/>
              <a:ext cx="101600" cy="50800"/>
            </a:xfrm>
            <a:custGeom>
              <a:avLst/>
              <a:gdLst>
                <a:gd name="T0" fmla="*/ 2147483647 w 64"/>
                <a:gd name="T1" fmla="*/ 2147483647 h 32"/>
                <a:gd name="T2" fmla="*/ 2147483647 w 64"/>
                <a:gd name="T3" fmla="*/ 0 h 32"/>
                <a:gd name="T4" fmla="*/ 0 w 64"/>
                <a:gd name="T5" fmla="*/ 2147483647 h 32"/>
                <a:gd name="T6" fmla="*/ 2147483647 w 64"/>
                <a:gd name="T7" fmla="*/ 2147483647 h 32"/>
                <a:gd name="T8" fmla="*/ 2147483647 w 64"/>
                <a:gd name="T9" fmla="*/ 2147483647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64" y="16"/>
                  </a:moveTo>
                  <a:lnTo>
                    <a:pt x="56" y="0"/>
                  </a:lnTo>
                  <a:lnTo>
                    <a:pt x="0" y="16"/>
                  </a:lnTo>
                  <a:lnTo>
                    <a:pt x="8" y="32"/>
                  </a:lnTo>
                  <a:lnTo>
                    <a:pt x="64"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51" name="Freeform 170"/>
            <p:cNvSpPr>
              <a:spLocks/>
            </p:cNvSpPr>
            <p:nvPr/>
          </p:nvSpPr>
          <p:spPr bwMode="auto">
            <a:xfrm>
              <a:off x="5562600" y="1411288"/>
              <a:ext cx="101600" cy="50800"/>
            </a:xfrm>
            <a:custGeom>
              <a:avLst/>
              <a:gdLst>
                <a:gd name="T0" fmla="*/ 2147483647 w 64"/>
                <a:gd name="T1" fmla="*/ 2147483647 h 32"/>
                <a:gd name="T2" fmla="*/ 2147483647 w 64"/>
                <a:gd name="T3" fmla="*/ 0 h 32"/>
                <a:gd name="T4" fmla="*/ 0 w 64"/>
                <a:gd name="T5" fmla="*/ 2147483647 h 32"/>
                <a:gd name="T6" fmla="*/ 0 w 64"/>
                <a:gd name="T7" fmla="*/ 2147483647 h 32"/>
                <a:gd name="T8" fmla="*/ 2147483647 w 64"/>
                <a:gd name="T9" fmla="*/ 2147483647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64" y="16"/>
                  </a:moveTo>
                  <a:lnTo>
                    <a:pt x="64" y="0"/>
                  </a:lnTo>
                  <a:lnTo>
                    <a:pt x="0" y="16"/>
                  </a:lnTo>
                  <a:lnTo>
                    <a:pt x="0" y="32"/>
                  </a:lnTo>
                  <a:lnTo>
                    <a:pt x="64"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52" name="Freeform 171"/>
            <p:cNvSpPr>
              <a:spLocks/>
            </p:cNvSpPr>
            <p:nvPr/>
          </p:nvSpPr>
          <p:spPr bwMode="auto">
            <a:xfrm>
              <a:off x="5410200" y="1474788"/>
              <a:ext cx="101600" cy="63500"/>
            </a:xfrm>
            <a:custGeom>
              <a:avLst/>
              <a:gdLst>
                <a:gd name="T0" fmla="*/ 2147483647 w 64"/>
                <a:gd name="T1" fmla="*/ 2147483647 h 40"/>
                <a:gd name="T2" fmla="*/ 2147483647 w 64"/>
                <a:gd name="T3" fmla="*/ 0 h 40"/>
                <a:gd name="T4" fmla="*/ 0 w 64"/>
                <a:gd name="T5" fmla="*/ 2147483647 h 40"/>
                <a:gd name="T6" fmla="*/ 2147483647 w 64"/>
                <a:gd name="T7" fmla="*/ 2147483647 h 40"/>
                <a:gd name="T8" fmla="*/ 2147483647 w 64"/>
                <a:gd name="T9" fmla="*/ 2147483647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64" y="16"/>
                  </a:moveTo>
                  <a:lnTo>
                    <a:pt x="56" y="0"/>
                  </a:lnTo>
                  <a:lnTo>
                    <a:pt x="0" y="24"/>
                  </a:lnTo>
                  <a:lnTo>
                    <a:pt x="8" y="40"/>
                  </a:lnTo>
                  <a:lnTo>
                    <a:pt x="64"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53" name="Freeform 172"/>
            <p:cNvSpPr>
              <a:spLocks/>
            </p:cNvSpPr>
            <p:nvPr/>
          </p:nvSpPr>
          <p:spPr bwMode="auto">
            <a:xfrm>
              <a:off x="5245100" y="1550988"/>
              <a:ext cx="101600" cy="63500"/>
            </a:xfrm>
            <a:custGeom>
              <a:avLst/>
              <a:gdLst>
                <a:gd name="T0" fmla="*/ 2147483647 w 64"/>
                <a:gd name="T1" fmla="*/ 2147483647 h 40"/>
                <a:gd name="T2" fmla="*/ 2147483647 w 64"/>
                <a:gd name="T3" fmla="*/ 0 h 40"/>
                <a:gd name="T4" fmla="*/ 0 w 64"/>
                <a:gd name="T5" fmla="*/ 2147483647 h 40"/>
                <a:gd name="T6" fmla="*/ 2147483647 w 64"/>
                <a:gd name="T7" fmla="*/ 2147483647 h 40"/>
                <a:gd name="T8" fmla="*/ 2147483647 w 64"/>
                <a:gd name="T9" fmla="*/ 2147483647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64" y="16"/>
                  </a:moveTo>
                  <a:lnTo>
                    <a:pt x="56" y="0"/>
                  </a:lnTo>
                  <a:lnTo>
                    <a:pt x="0" y="24"/>
                  </a:lnTo>
                  <a:lnTo>
                    <a:pt x="8" y="40"/>
                  </a:lnTo>
                  <a:lnTo>
                    <a:pt x="64"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54" name="Freeform 173"/>
            <p:cNvSpPr>
              <a:spLocks/>
            </p:cNvSpPr>
            <p:nvPr/>
          </p:nvSpPr>
          <p:spPr bwMode="auto">
            <a:xfrm>
              <a:off x="5105400" y="1627188"/>
              <a:ext cx="88900" cy="88900"/>
            </a:xfrm>
            <a:custGeom>
              <a:avLst/>
              <a:gdLst>
                <a:gd name="T0" fmla="*/ 2147483647 w 56"/>
                <a:gd name="T1" fmla="*/ 2147483647 h 56"/>
                <a:gd name="T2" fmla="*/ 2147483647 w 56"/>
                <a:gd name="T3" fmla="*/ 0 h 56"/>
                <a:gd name="T4" fmla="*/ 0 w 56"/>
                <a:gd name="T5" fmla="*/ 2147483647 h 56"/>
                <a:gd name="T6" fmla="*/ 2147483647 w 56"/>
                <a:gd name="T7" fmla="*/ 2147483647 h 56"/>
                <a:gd name="T8" fmla="*/ 2147483647 w 56"/>
                <a:gd name="T9" fmla="*/ 2147483647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56" y="16"/>
                  </a:moveTo>
                  <a:lnTo>
                    <a:pt x="48" y="0"/>
                  </a:lnTo>
                  <a:lnTo>
                    <a:pt x="0" y="40"/>
                  </a:lnTo>
                  <a:lnTo>
                    <a:pt x="8" y="56"/>
                  </a:lnTo>
                  <a:lnTo>
                    <a:pt x="56"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55" name="Freeform 174"/>
            <p:cNvSpPr>
              <a:spLocks/>
            </p:cNvSpPr>
            <p:nvPr/>
          </p:nvSpPr>
          <p:spPr bwMode="auto">
            <a:xfrm>
              <a:off x="4953000" y="1728788"/>
              <a:ext cx="101600" cy="88900"/>
            </a:xfrm>
            <a:custGeom>
              <a:avLst/>
              <a:gdLst>
                <a:gd name="T0" fmla="*/ 2147483647 w 64"/>
                <a:gd name="T1" fmla="*/ 2147483647 h 56"/>
                <a:gd name="T2" fmla="*/ 2147483647 w 64"/>
                <a:gd name="T3" fmla="*/ 0 h 56"/>
                <a:gd name="T4" fmla="*/ 0 w 64"/>
                <a:gd name="T5" fmla="*/ 2147483647 h 56"/>
                <a:gd name="T6" fmla="*/ 2147483647 w 64"/>
                <a:gd name="T7" fmla="*/ 2147483647 h 56"/>
                <a:gd name="T8" fmla="*/ 2147483647 w 64"/>
                <a:gd name="T9" fmla="*/ 2147483647 h 56"/>
                <a:gd name="T10" fmla="*/ 0 60000 65536"/>
                <a:gd name="T11" fmla="*/ 0 60000 65536"/>
                <a:gd name="T12" fmla="*/ 0 60000 65536"/>
                <a:gd name="T13" fmla="*/ 0 60000 65536"/>
                <a:gd name="T14" fmla="*/ 0 60000 65536"/>
                <a:gd name="T15" fmla="*/ 0 w 64"/>
                <a:gd name="T16" fmla="*/ 0 h 56"/>
                <a:gd name="T17" fmla="*/ 64 w 64"/>
                <a:gd name="T18" fmla="*/ 56 h 56"/>
              </a:gdLst>
              <a:ahLst/>
              <a:cxnLst>
                <a:cxn ang="T10">
                  <a:pos x="T0" y="T1"/>
                </a:cxn>
                <a:cxn ang="T11">
                  <a:pos x="T2" y="T3"/>
                </a:cxn>
                <a:cxn ang="T12">
                  <a:pos x="T4" y="T5"/>
                </a:cxn>
                <a:cxn ang="T13">
                  <a:pos x="T6" y="T7"/>
                </a:cxn>
                <a:cxn ang="T14">
                  <a:pos x="T8" y="T9"/>
                </a:cxn>
              </a:cxnLst>
              <a:rect l="T15" t="T16" r="T17" b="T18"/>
              <a:pathLst>
                <a:path w="64" h="56">
                  <a:moveTo>
                    <a:pt x="64" y="16"/>
                  </a:moveTo>
                  <a:lnTo>
                    <a:pt x="56" y="0"/>
                  </a:lnTo>
                  <a:lnTo>
                    <a:pt x="0" y="40"/>
                  </a:lnTo>
                  <a:lnTo>
                    <a:pt x="8" y="56"/>
                  </a:lnTo>
                  <a:lnTo>
                    <a:pt x="64"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56" name="Freeform 175"/>
            <p:cNvSpPr>
              <a:spLocks/>
            </p:cNvSpPr>
            <p:nvPr/>
          </p:nvSpPr>
          <p:spPr bwMode="auto">
            <a:xfrm>
              <a:off x="4826000" y="1843088"/>
              <a:ext cx="88900" cy="88900"/>
            </a:xfrm>
            <a:custGeom>
              <a:avLst/>
              <a:gdLst>
                <a:gd name="T0" fmla="*/ 2147483647 w 56"/>
                <a:gd name="T1" fmla="*/ 2147483647 h 56"/>
                <a:gd name="T2" fmla="*/ 2147483647 w 56"/>
                <a:gd name="T3" fmla="*/ 0 h 56"/>
                <a:gd name="T4" fmla="*/ 0 w 56"/>
                <a:gd name="T5" fmla="*/ 2147483647 h 56"/>
                <a:gd name="T6" fmla="*/ 2147483647 w 56"/>
                <a:gd name="T7" fmla="*/ 2147483647 h 56"/>
                <a:gd name="T8" fmla="*/ 2147483647 w 56"/>
                <a:gd name="T9" fmla="*/ 2147483647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56" y="16"/>
                  </a:moveTo>
                  <a:lnTo>
                    <a:pt x="48" y="0"/>
                  </a:lnTo>
                  <a:lnTo>
                    <a:pt x="0" y="40"/>
                  </a:lnTo>
                  <a:lnTo>
                    <a:pt x="8" y="56"/>
                  </a:lnTo>
                  <a:lnTo>
                    <a:pt x="56"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57" name="Freeform 176"/>
            <p:cNvSpPr>
              <a:spLocks/>
            </p:cNvSpPr>
            <p:nvPr/>
          </p:nvSpPr>
          <p:spPr bwMode="auto">
            <a:xfrm>
              <a:off x="4699000" y="1970088"/>
              <a:ext cx="88900" cy="88900"/>
            </a:xfrm>
            <a:custGeom>
              <a:avLst/>
              <a:gdLst>
                <a:gd name="T0" fmla="*/ 2147483647 w 56"/>
                <a:gd name="T1" fmla="*/ 2147483647 h 56"/>
                <a:gd name="T2" fmla="*/ 2147483647 w 56"/>
                <a:gd name="T3" fmla="*/ 0 h 56"/>
                <a:gd name="T4" fmla="*/ 0 w 56"/>
                <a:gd name="T5" fmla="*/ 2147483647 h 56"/>
                <a:gd name="T6" fmla="*/ 2147483647 w 56"/>
                <a:gd name="T7" fmla="*/ 2147483647 h 56"/>
                <a:gd name="T8" fmla="*/ 2147483647 w 56"/>
                <a:gd name="T9" fmla="*/ 2147483647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56" y="8"/>
                  </a:moveTo>
                  <a:lnTo>
                    <a:pt x="48" y="0"/>
                  </a:lnTo>
                  <a:lnTo>
                    <a:pt x="0" y="48"/>
                  </a:lnTo>
                  <a:lnTo>
                    <a:pt x="8" y="56"/>
                  </a:lnTo>
                  <a:lnTo>
                    <a:pt x="56"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58" name="Freeform 177"/>
            <p:cNvSpPr>
              <a:spLocks/>
            </p:cNvSpPr>
            <p:nvPr/>
          </p:nvSpPr>
          <p:spPr bwMode="auto">
            <a:xfrm>
              <a:off x="4572000" y="2097088"/>
              <a:ext cx="88900" cy="101600"/>
            </a:xfrm>
            <a:custGeom>
              <a:avLst/>
              <a:gdLst>
                <a:gd name="T0" fmla="*/ 2147483647 w 56"/>
                <a:gd name="T1" fmla="*/ 2147483647 h 64"/>
                <a:gd name="T2" fmla="*/ 2147483647 w 56"/>
                <a:gd name="T3" fmla="*/ 0 h 64"/>
                <a:gd name="T4" fmla="*/ 0 w 56"/>
                <a:gd name="T5" fmla="*/ 2147483647 h 64"/>
                <a:gd name="T6" fmla="*/ 2147483647 w 56"/>
                <a:gd name="T7" fmla="*/ 2147483647 h 64"/>
                <a:gd name="T8" fmla="*/ 2147483647 w 56"/>
                <a:gd name="T9" fmla="*/ 2147483647 h 64"/>
                <a:gd name="T10" fmla="*/ 0 60000 65536"/>
                <a:gd name="T11" fmla="*/ 0 60000 65536"/>
                <a:gd name="T12" fmla="*/ 0 60000 65536"/>
                <a:gd name="T13" fmla="*/ 0 60000 65536"/>
                <a:gd name="T14" fmla="*/ 0 60000 65536"/>
                <a:gd name="T15" fmla="*/ 0 w 56"/>
                <a:gd name="T16" fmla="*/ 0 h 64"/>
                <a:gd name="T17" fmla="*/ 56 w 56"/>
                <a:gd name="T18" fmla="*/ 64 h 64"/>
              </a:gdLst>
              <a:ahLst/>
              <a:cxnLst>
                <a:cxn ang="T10">
                  <a:pos x="T0" y="T1"/>
                </a:cxn>
                <a:cxn ang="T11">
                  <a:pos x="T2" y="T3"/>
                </a:cxn>
                <a:cxn ang="T12">
                  <a:pos x="T4" y="T5"/>
                </a:cxn>
                <a:cxn ang="T13">
                  <a:pos x="T6" y="T7"/>
                </a:cxn>
                <a:cxn ang="T14">
                  <a:pos x="T8" y="T9"/>
                </a:cxn>
              </a:cxnLst>
              <a:rect l="T15" t="T16" r="T17" b="T18"/>
              <a:pathLst>
                <a:path w="56" h="64">
                  <a:moveTo>
                    <a:pt x="56" y="8"/>
                  </a:moveTo>
                  <a:lnTo>
                    <a:pt x="40" y="0"/>
                  </a:lnTo>
                  <a:lnTo>
                    <a:pt x="0" y="56"/>
                  </a:lnTo>
                  <a:lnTo>
                    <a:pt x="16" y="64"/>
                  </a:lnTo>
                  <a:lnTo>
                    <a:pt x="56"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59" name="Freeform 178"/>
            <p:cNvSpPr>
              <a:spLocks/>
            </p:cNvSpPr>
            <p:nvPr/>
          </p:nvSpPr>
          <p:spPr bwMode="auto">
            <a:xfrm>
              <a:off x="4468813" y="2236788"/>
              <a:ext cx="88900" cy="101600"/>
            </a:xfrm>
            <a:custGeom>
              <a:avLst/>
              <a:gdLst>
                <a:gd name="T0" fmla="*/ 2147483647 w 56"/>
                <a:gd name="T1" fmla="*/ 2147483647 h 64"/>
                <a:gd name="T2" fmla="*/ 2147483647 w 56"/>
                <a:gd name="T3" fmla="*/ 0 h 64"/>
                <a:gd name="T4" fmla="*/ 0 w 56"/>
                <a:gd name="T5" fmla="*/ 2147483647 h 64"/>
                <a:gd name="T6" fmla="*/ 2147483647 w 56"/>
                <a:gd name="T7" fmla="*/ 2147483647 h 64"/>
                <a:gd name="T8" fmla="*/ 2147483647 w 56"/>
                <a:gd name="T9" fmla="*/ 2147483647 h 64"/>
                <a:gd name="T10" fmla="*/ 0 60000 65536"/>
                <a:gd name="T11" fmla="*/ 0 60000 65536"/>
                <a:gd name="T12" fmla="*/ 0 60000 65536"/>
                <a:gd name="T13" fmla="*/ 0 60000 65536"/>
                <a:gd name="T14" fmla="*/ 0 60000 65536"/>
                <a:gd name="T15" fmla="*/ 0 w 56"/>
                <a:gd name="T16" fmla="*/ 0 h 64"/>
                <a:gd name="T17" fmla="*/ 56 w 56"/>
                <a:gd name="T18" fmla="*/ 64 h 64"/>
              </a:gdLst>
              <a:ahLst/>
              <a:cxnLst>
                <a:cxn ang="T10">
                  <a:pos x="T0" y="T1"/>
                </a:cxn>
                <a:cxn ang="T11">
                  <a:pos x="T2" y="T3"/>
                </a:cxn>
                <a:cxn ang="T12">
                  <a:pos x="T4" y="T5"/>
                </a:cxn>
                <a:cxn ang="T13">
                  <a:pos x="T6" y="T7"/>
                </a:cxn>
                <a:cxn ang="T14">
                  <a:pos x="T8" y="T9"/>
                </a:cxn>
              </a:cxnLst>
              <a:rect l="T15" t="T16" r="T17" b="T18"/>
              <a:pathLst>
                <a:path w="56" h="64">
                  <a:moveTo>
                    <a:pt x="56" y="8"/>
                  </a:moveTo>
                  <a:lnTo>
                    <a:pt x="40" y="0"/>
                  </a:lnTo>
                  <a:lnTo>
                    <a:pt x="0" y="56"/>
                  </a:lnTo>
                  <a:lnTo>
                    <a:pt x="16" y="64"/>
                  </a:lnTo>
                  <a:lnTo>
                    <a:pt x="56"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60" name="Freeform 179"/>
            <p:cNvSpPr>
              <a:spLocks/>
            </p:cNvSpPr>
            <p:nvPr/>
          </p:nvSpPr>
          <p:spPr bwMode="auto">
            <a:xfrm>
              <a:off x="4392613" y="2376488"/>
              <a:ext cx="50800" cy="50800"/>
            </a:xfrm>
            <a:custGeom>
              <a:avLst/>
              <a:gdLst>
                <a:gd name="T0" fmla="*/ 2147483647 w 32"/>
                <a:gd name="T1" fmla="*/ 2147483647 h 32"/>
                <a:gd name="T2" fmla="*/ 2147483647 w 32"/>
                <a:gd name="T3" fmla="*/ 0 h 32"/>
                <a:gd name="T4" fmla="*/ 0 w 32"/>
                <a:gd name="T5" fmla="*/ 2147483647 h 32"/>
                <a:gd name="T6" fmla="*/ 2147483647 w 32"/>
                <a:gd name="T7" fmla="*/ 2147483647 h 32"/>
                <a:gd name="T8" fmla="*/ 2147483647 w 32"/>
                <a:gd name="T9" fmla="*/ 2147483647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32" y="8"/>
                  </a:moveTo>
                  <a:lnTo>
                    <a:pt x="16" y="0"/>
                  </a:lnTo>
                  <a:lnTo>
                    <a:pt x="0" y="24"/>
                  </a:lnTo>
                  <a:lnTo>
                    <a:pt x="16" y="32"/>
                  </a:lnTo>
                  <a:lnTo>
                    <a:pt x="32"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61" name="Freeform 180"/>
            <p:cNvSpPr>
              <a:spLocks/>
            </p:cNvSpPr>
            <p:nvPr/>
          </p:nvSpPr>
          <p:spPr bwMode="auto">
            <a:xfrm>
              <a:off x="6096000" y="5730875"/>
              <a:ext cx="63500" cy="50800"/>
            </a:xfrm>
            <a:custGeom>
              <a:avLst/>
              <a:gdLst>
                <a:gd name="T0" fmla="*/ 2147483647 w 40"/>
                <a:gd name="T1" fmla="*/ 2147483647 h 32"/>
                <a:gd name="T2" fmla="*/ 2147483647 w 40"/>
                <a:gd name="T3" fmla="*/ 0 h 32"/>
                <a:gd name="T4" fmla="*/ 0 w 40"/>
                <a:gd name="T5" fmla="*/ 2147483647 h 32"/>
                <a:gd name="T6" fmla="*/ 2147483647 w 40"/>
                <a:gd name="T7" fmla="*/ 2147483647 h 32"/>
                <a:gd name="T8" fmla="*/ 2147483647 w 40"/>
                <a:gd name="T9" fmla="*/ 2147483647 h 32"/>
                <a:gd name="T10" fmla="*/ 0 60000 65536"/>
                <a:gd name="T11" fmla="*/ 0 60000 65536"/>
                <a:gd name="T12" fmla="*/ 0 60000 65536"/>
                <a:gd name="T13" fmla="*/ 0 60000 65536"/>
                <a:gd name="T14" fmla="*/ 0 60000 65536"/>
                <a:gd name="T15" fmla="*/ 0 w 40"/>
                <a:gd name="T16" fmla="*/ 0 h 32"/>
                <a:gd name="T17" fmla="*/ 40 w 40"/>
                <a:gd name="T18" fmla="*/ 32 h 32"/>
              </a:gdLst>
              <a:ahLst/>
              <a:cxnLst>
                <a:cxn ang="T10">
                  <a:pos x="T0" y="T1"/>
                </a:cxn>
                <a:cxn ang="T11">
                  <a:pos x="T2" y="T3"/>
                </a:cxn>
                <a:cxn ang="T12">
                  <a:pos x="T4" y="T5"/>
                </a:cxn>
                <a:cxn ang="T13">
                  <a:pos x="T6" y="T7"/>
                </a:cxn>
                <a:cxn ang="T14">
                  <a:pos x="T8" y="T9"/>
                </a:cxn>
              </a:cxnLst>
              <a:rect l="T15" t="T16" r="T17" b="T18"/>
              <a:pathLst>
                <a:path w="40" h="32">
                  <a:moveTo>
                    <a:pt x="40" y="16"/>
                  </a:moveTo>
                  <a:lnTo>
                    <a:pt x="32" y="0"/>
                  </a:lnTo>
                  <a:lnTo>
                    <a:pt x="0" y="16"/>
                  </a:lnTo>
                  <a:lnTo>
                    <a:pt x="8" y="32"/>
                  </a:lnTo>
                  <a:lnTo>
                    <a:pt x="40"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62" name="Freeform 181"/>
            <p:cNvSpPr>
              <a:spLocks/>
            </p:cNvSpPr>
            <p:nvPr/>
          </p:nvSpPr>
          <p:spPr bwMode="auto">
            <a:xfrm>
              <a:off x="5943600" y="5794375"/>
              <a:ext cx="101600" cy="76200"/>
            </a:xfrm>
            <a:custGeom>
              <a:avLst/>
              <a:gdLst>
                <a:gd name="T0" fmla="*/ 2147483647 w 64"/>
                <a:gd name="T1" fmla="*/ 2147483647 h 48"/>
                <a:gd name="T2" fmla="*/ 2147483647 w 64"/>
                <a:gd name="T3" fmla="*/ 0 h 48"/>
                <a:gd name="T4" fmla="*/ 0 w 64"/>
                <a:gd name="T5" fmla="*/ 2147483647 h 48"/>
                <a:gd name="T6" fmla="*/ 2147483647 w 64"/>
                <a:gd name="T7" fmla="*/ 2147483647 h 48"/>
                <a:gd name="T8" fmla="*/ 2147483647 w 64"/>
                <a:gd name="T9" fmla="*/ 2147483647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64" y="16"/>
                  </a:moveTo>
                  <a:lnTo>
                    <a:pt x="56" y="0"/>
                  </a:lnTo>
                  <a:lnTo>
                    <a:pt x="0" y="32"/>
                  </a:lnTo>
                  <a:lnTo>
                    <a:pt x="8" y="48"/>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63" name="Freeform 182"/>
            <p:cNvSpPr>
              <a:spLocks/>
            </p:cNvSpPr>
            <p:nvPr/>
          </p:nvSpPr>
          <p:spPr bwMode="auto">
            <a:xfrm>
              <a:off x="5803900" y="5884863"/>
              <a:ext cx="76200" cy="63500"/>
            </a:xfrm>
            <a:custGeom>
              <a:avLst/>
              <a:gdLst>
                <a:gd name="T0" fmla="*/ 2147483647 w 48"/>
                <a:gd name="T1" fmla="*/ 2147483647 h 40"/>
                <a:gd name="T2" fmla="*/ 2147483647 w 48"/>
                <a:gd name="T3" fmla="*/ 0 h 40"/>
                <a:gd name="T4" fmla="*/ 0 w 48"/>
                <a:gd name="T5" fmla="*/ 2147483647 h 40"/>
                <a:gd name="T6" fmla="*/ 0 w 48"/>
                <a:gd name="T7" fmla="*/ 2147483647 h 40"/>
                <a:gd name="T8" fmla="*/ 2147483647 w 48"/>
                <a:gd name="T9" fmla="*/ 2147483647 h 40"/>
                <a:gd name="T10" fmla="*/ 2147483647 w 48"/>
                <a:gd name="T11" fmla="*/ 2147483647 h 40"/>
                <a:gd name="T12" fmla="*/ 2147483647 w 48"/>
                <a:gd name="T13" fmla="*/ 2147483647 h 40"/>
                <a:gd name="T14" fmla="*/ 0 60000 65536"/>
                <a:gd name="T15" fmla="*/ 0 60000 65536"/>
                <a:gd name="T16" fmla="*/ 0 60000 65536"/>
                <a:gd name="T17" fmla="*/ 0 60000 65536"/>
                <a:gd name="T18" fmla="*/ 0 60000 65536"/>
                <a:gd name="T19" fmla="*/ 0 60000 65536"/>
                <a:gd name="T20" fmla="*/ 0 60000 65536"/>
                <a:gd name="T21" fmla="*/ 0 w 48"/>
                <a:gd name="T22" fmla="*/ 0 h 40"/>
                <a:gd name="T23" fmla="*/ 48 w 48"/>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40">
                  <a:moveTo>
                    <a:pt x="48" y="16"/>
                  </a:moveTo>
                  <a:lnTo>
                    <a:pt x="40" y="0"/>
                  </a:lnTo>
                  <a:lnTo>
                    <a:pt x="0" y="24"/>
                  </a:lnTo>
                  <a:lnTo>
                    <a:pt x="8" y="40"/>
                  </a:lnTo>
                  <a:lnTo>
                    <a:pt x="48"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64" name="Freeform 183"/>
            <p:cNvSpPr>
              <a:spLocks/>
            </p:cNvSpPr>
            <p:nvPr/>
          </p:nvSpPr>
          <p:spPr bwMode="auto">
            <a:xfrm>
              <a:off x="5778500" y="5922963"/>
              <a:ext cx="38100" cy="38100"/>
            </a:xfrm>
            <a:custGeom>
              <a:avLst/>
              <a:gdLst>
                <a:gd name="T0" fmla="*/ 2147483647 w 24"/>
                <a:gd name="T1" fmla="*/ 2147483647 h 24"/>
                <a:gd name="T2" fmla="*/ 2147483647 w 24"/>
                <a:gd name="T3" fmla="*/ 0 h 24"/>
                <a:gd name="T4" fmla="*/ 0 w 24"/>
                <a:gd name="T5" fmla="*/ 2147483647 h 24"/>
                <a:gd name="T6" fmla="*/ 2147483647 w 24"/>
                <a:gd name="T7" fmla="*/ 2147483647 h 24"/>
                <a:gd name="T8" fmla="*/ 2147483647 w 24"/>
                <a:gd name="T9" fmla="*/ 2147483647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24" y="16"/>
                  </a:moveTo>
                  <a:lnTo>
                    <a:pt x="16" y="0"/>
                  </a:lnTo>
                  <a:lnTo>
                    <a:pt x="0" y="8"/>
                  </a:lnTo>
                  <a:lnTo>
                    <a:pt x="8" y="24"/>
                  </a:lnTo>
                  <a:lnTo>
                    <a:pt x="2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65" name="Freeform 184"/>
            <p:cNvSpPr>
              <a:spLocks/>
            </p:cNvSpPr>
            <p:nvPr/>
          </p:nvSpPr>
          <p:spPr bwMode="auto">
            <a:xfrm>
              <a:off x="5613400" y="5961063"/>
              <a:ext cx="114300" cy="63500"/>
            </a:xfrm>
            <a:custGeom>
              <a:avLst/>
              <a:gdLst>
                <a:gd name="T0" fmla="*/ 2147483647 w 72"/>
                <a:gd name="T1" fmla="*/ 2147483647 h 40"/>
                <a:gd name="T2" fmla="*/ 2147483647 w 72"/>
                <a:gd name="T3" fmla="*/ 0 h 40"/>
                <a:gd name="T4" fmla="*/ 0 w 72"/>
                <a:gd name="T5" fmla="*/ 2147483647 h 40"/>
                <a:gd name="T6" fmla="*/ 2147483647 w 72"/>
                <a:gd name="T7" fmla="*/ 2147483647 h 40"/>
                <a:gd name="T8" fmla="*/ 2147483647 w 72"/>
                <a:gd name="T9" fmla="*/ 2147483647 h 40"/>
                <a:gd name="T10" fmla="*/ 0 60000 65536"/>
                <a:gd name="T11" fmla="*/ 0 60000 65536"/>
                <a:gd name="T12" fmla="*/ 0 60000 65536"/>
                <a:gd name="T13" fmla="*/ 0 60000 65536"/>
                <a:gd name="T14" fmla="*/ 0 60000 65536"/>
                <a:gd name="T15" fmla="*/ 0 w 72"/>
                <a:gd name="T16" fmla="*/ 0 h 40"/>
                <a:gd name="T17" fmla="*/ 72 w 72"/>
                <a:gd name="T18" fmla="*/ 40 h 40"/>
              </a:gdLst>
              <a:ahLst/>
              <a:cxnLst>
                <a:cxn ang="T10">
                  <a:pos x="T0" y="T1"/>
                </a:cxn>
                <a:cxn ang="T11">
                  <a:pos x="T2" y="T3"/>
                </a:cxn>
                <a:cxn ang="T12">
                  <a:pos x="T4" y="T5"/>
                </a:cxn>
                <a:cxn ang="T13">
                  <a:pos x="T6" y="T7"/>
                </a:cxn>
                <a:cxn ang="T14">
                  <a:pos x="T8" y="T9"/>
                </a:cxn>
              </a:cxnLst>
              <a:rect l="T15" t="T16" r="T17" b="T18"/>
              <a:pathLst>
                <a:path w="72" h="40">
                  <a:moveTo>
                    <a:pt x="72" y="16"/>
                  </a:moveTo>
                  <a:lnTo>
                    <a:pt x="64" y="0"/>
                  </a:lnTo>
                  <a:lnTo>
                    <a:pt x="0" y="24"/>
                  </a:lnTo>
                  <a:lnTo>
                    <a:pt x="8" y="40"/>
                  </a:lnTo>
                  <a:lnTo>
                    <a:pt x="72"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66" name="Freeform 185"/>
            <p:cNvSpPr>
              <a:spLocks/>
            </p:cNvSpPr>
            <p:nvPr/>
          </p:nvSpPr>
          <p:spPr bwMode="auto">
            <a:xfrm>
              <a:off x="5448300" y="6037263"/>
              <a:ext cx="114300" cy="63500"/>
            </a:xfrm>
            <a:custGeom>
              <a:avLst/>
              <a:gdLst>
                <a:gd name="T0" fmla="*/ 2147483647 w 72"/>
                <a:gd name="T1" fmla="*/ 2147483647 h 40"/>
                <a:gd name="T2" fmla="*/ 2147483647 w 72"/>
                <a:gd name="T3" fmla="*/ 0 h 40"/>
                <a:gd name="T4" fmla="*/ 0 w 72"/>
                <a:gd name="T5" fmla="*/ 2147483647 h 40"/>
                <a:gd name="T6" fmla="*/ 0 w 72"/>
                <a:gd name="T7" fmla="*/ 2147483647 h 40"/>
                <a:gd name="T8" fmla="*/ 2147483647 w 72"/>
                <a:gd name="T9" fmla="*/ 2147483647 h 40"/>
                <a:gd name="T10" fmla="*/ 2147483647 w 72"/>
                <a:gd name="T11" fmla="*/ 2147483647 h 40"/>
                <a:gd name="T12" fmla="*/ 2147483647 w 72"/>
                <a:gd name="T13" fmla="*/ 2147483647 h 40"/>
                <a:gd name="T14" fmla="*/ 0 60000 65536"/>
                <a:gd name="T15" fmla="*/ 0 60000 65536"/>
                <a:gd name="T16" fmla="*/ 0 60000 65536"/>
                <a:gd name="T17" fmla="*/ 0 60000 65536"/>
                <a:gd name="T18" fmla="*/ 0 60000 65536"/>
                <a:gd name="T19" fmla="*/ 0 60000 65536"/>
                <a:gd name="T20" fmla="*/ 0 60000 65536"/>
                <a:gd name="T21" fmla="*/ 0 w 72"/>
                <a:gd name="T22" fmla="*/ 0 h 40"/>
                <a:gd name="T23" fmla="*/ 72 w 72"/>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2" h="40">
                  <a:moveTo>
                    <a:pt x="72" y="16"/>
                  </a:moveTo>
                  <a:lnTo>
                    <a:pt x="64" y="0"/>
                  </a:lnTo>
                  <a:lnTo>
                    <a:pt x="0" y="24"/>
                  </a:lnTo>
                  <a:lnTo>
                    <a:pt x="8" y="40"/>
                  </a:lnTo>
                  <a:lnTo>
                    <a:pt x="72"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67" name="Freeform 186"/>
            <p:cNvSpPr>
              <a:spLocks/>
            </p:cNvSpPr>
            <p:nvPr/>
          </p:nvSpPr>
          <p:spPr bwMode="auto">
            <a:xfrm>
              <a:off x="5448300" y="6075363"/>
              <a:ext cx="12700" cy="25400"/>
            </a:xfrm>
            <a:custGeom>
              <a:avLst/>
              <a:gdLst>
                <a:gd name="T0" fmla="*/ 2147483647 w 8"/>
                <a:gd name="T1" fmla="*/ 2147483647 h 16"/>
                <a:gd name="T2" fmla="*/ 0 w 8"/>
                <a:gd name="T3" fmla="*/ 0 h 16"/>
                <a:gd name="T4" fmla="*/ 0 w 8"/>
                <a:gd name="T5" fmla="*/ 0 h 16"/>
                <a:gd name="T6" fmla="*/ 2147483647 w 8"/>
                <a:gd name="T7" fmla="*/ 2147483647 h 16"/>
                <a:gd name="T8" fmla="*/ 0 60000 65536"/>
                <a:gd name="T9" fmla="*/ 0 60000 65536"/>
                <a:gd name="T10" fmla="*/ 0 60000 65536"/>
                <a:gd name="T11" fmla="*/ 0 60000 65536"/>
                <a:gd name="T12" fmla="*/ 0 w 8"/>
                <a:gd name="T13" fmla="*/ 0 h 16"/>
                <a:gd name="T14" fmla="*/ 8 w 8"/>
                <a:gd name="T15" fmla="*/ 16 h 16"/>
              </a:gdLst>
              <a:ahLst/>
              <a:cxnLst>
                <a:cxn ang="T8">
                  <a:pos x="T0" y="T1"/>
                </a:cxn>
                <a:cxn ang="T9">
                  <a:pos x="T2" y="T3"/>
                </a:cxn>
                <a:cxn ang="T10">
                  <a:pos x="T4" y="T5"/>
                </a:cxn>
                <a:cxn ang="T11">
                  <a:pos x="T6" y="T7"/>
                </a:cxn>
              </a:cxnLst>
              <a:rect l="T12" t="T13" r="T14" b="T15"/>
              <a:pathLst>
                <a:path w="8" h="16">
                  <a:moveTo>
                    <a:pt x="8" y="16"/>
                  </a:moveTo>
                  <a:lnTo>
                    <a:pt x="0" y="0"/>
                  </a:lnTo>
                  <a:lnTo>
                    <a:pt x="8"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68" name="Freeform 187"/>
            <p:cNvSpPr>
              <a:spLocks/>
            </p:cNvSpPr>
            <p:nvPr/>
          </p:nvSpPr>
          <p:spPr bwMode="auto">
            <a:xfrm>
              <a:off x="5283200" y="6100763"/>
              <a:ext cx="101600" cy="50800"/>
            </a:xfrm>
            <a:custGeom>
              <a:avLst/>
              <a:gdLst>
                <a:gd name="T0" fmla="*/ 2147483647 w 64"/>
                <a:gd name="T1" fmla="*/ 2147483647 h 32"/>
                <a:gd name="T2" fmla="*/ 2147483647 w 64"/>
                <a:gd name="T3" fmla="*/ 0 h 32"/>
                <a:gd name="T4" fmla="*/ 0 w 64"/>
                <a:gd name="T5" fmla="*/ 2147483647 h 32"/>
                <a:gd name="T6" fmla="*/ 0 w 64"/>
                <a:gd name="T7" fmla="*/ 2147483647 h 32"/>
                <a:gd name="T8" fmla="*/ 2147483647 w 64"/>
                <a:gd name="T9" fmla="*/ 2147483647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64" y="16"/>
                  </a:moveTo>
                  <a:lnTo>
                    <a:pt x="64" y="0"/>
                  </a:lnTo>
                  <a:lnTo>
                    <a:pt x="0" y="16"/>
                  </a:lnTo>
                  <a:lnTo>
                    <a:pt x="0" y="32"/>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69" name="Freeform 188"/>
            <p:cNvSpPr>
              <a:spLocks/>
            </p:cNvSpPr>
            <p:nvPr/>
          </p:nvSpPr>
          <p:spPr bwMode="auto">
            <a:xfrm>
              <a:off x="5118100" y="6151563"/>
              <a:ext cx="101600" cy="63500"/>
            </a:xfrm>
            <a:custGeom>
              <a:avLst/>
              <a:gdLst>
                <a:gd name="T0" fmla="*/ 2147483647 w 64"/>
                <a:gd name="T1" fmla="*/ 2147483647 h 40"/>
                <a:gd name="T2" fmla="*/ 2147483647 w 64"/>
                <a:gd name="T3" fmla="*/ 0 h 40"/>
                <a:gd name="T4" fmla="*/ 0 w 64"/>
                <a:gd name="T5" fmla="*/ 2147483647 h 40"/>
                <a:gd name="T6" fmla="*/ 2147483647 w 64"/>
                <a:gd name="T7" fmla="*/ 2147483647 h 40"/>
                <a:gd name="T8" fmla="*/ 2147483647 w 64"/>
                <a:gd name="T9" fmla="*/ 2147483647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64" y="16"/>
                  </a:moveTo>
                  <a:lnTo>
                    <a:pt x="56" y="0"/>
                  </a:lnTo>
                  <a:lnTo>
                    <a:pt x="0" y="24"/>
                  </a:lnTo>
                  <a:lnTo>
                    <a:pt x="8" y="40"/>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70" name="Freeform 189"/>
            <p:cNvSpPr>
              <a:spLocks/>
            </p:cNvSpPr>
            <p:nvPr/>
          </p:nvSpPr>
          <p:spPr bwMode="auto">
            <a:xfrm>
              <a:off x="4940300" y="6202363"/>
              <a:ext cx="101600" cy="50800"/>
            </a:xfrm>
            <a:custGeom>
              <a:avLst/>
              <a:gdLst>
                <a:gd name="T0" fmla="*/ 2147483647 w 64"/>
                <a:gd name="T1" fmla="*/ 2147483647 h 32"/>
                <a:gd name="T2" fmla="*/ 2147483647 w 64"/>
                <a:gd name="T3" fmla="*/ 0 h 32"/>
                <a:gd name="T4" fmla="*/ 0 w 64"/>
                <a:gd name="T5" fmla="*/ 2147483647 h 32"/>
                <a:gd name="T6" fmla="*/ 0 w 64"/>
                <a:gd name="T7" fmla="*/ 2147483647 h 32"/>
                <a:gd name="T8" fmla="*/ 2147483647 w 64"/>
                <a:gd name="T9" fmla="*/ 2147483647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64" y="16"/>
                  </a:moveTo>
                  <a:lnTo>
                    <a:pt x="64" y="0"/>
                  </a:lnTo>
                  <a:lnTo>
                    <a:pt x="0" y="16"/>
                  </a:lnTo>
                  <a:lnTo>
                    <a:pt x="0" y="32"/>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71" name="Freeform 190"/>
            <p:cNvSpPr>
              <a:spLocks/>
            </p:cNvSpPr>
            <p:nvPr/>
          </p:nvSpPr>
          <p:spPr bwMode="auto">
            <a:xfrm>
              <a:off x="4762500" y="6253163"/>
              <a:ext cx="101600" cy="38100"/>
            </a:xfrm>
            <a:custGeom>
              <a:avLst/>
              <a:gdLst>
                <a:gd name="T0" fmla="*/ 2147483647 w 64"/>
                <a:gd name="T1" fmla="*/ 2147483647 h 24"/>
                <a:gd name="T2" fmla="*/ 2147483647 w 64"/>
                <a:gd name="T3" fmla="*/ 0 h 24"/>
                <a:gd name="T4" fmla="*/ 0 w 64"/>
                <a:gd name="T5" fmla="*/ 2147483647 h 24"/>
                <a:gd name="T6" fmla="*/ 0 w 64"/>
                <a:gd name="T7" fmla="*/ 2147483647 h 24"/>
                <a:gd name="T8" fmla="*/ 0 w 64"/>
                <a:gd name="T9" fmla="*/ 2147483647 h 24"/>
                <a:gd name="T10" fmla="*/ 0 w 64"/>
                <a:gd name="T11" fmla="*/ 2147483647 h 24"/>
                <a:gd name="T12" fmla="*/ 2147483647 w 64"/>
                <a:gd name="T13" fmla="*/ 2147483647 h 24"/>
                <a:gd name="T14" fmla="*/ 0 60000 65536"/>
                <a:gd name="T15" fmla="*/ 0 60000 65536"/>
                <a:gd name="T16" fmla="*/ 0 60000 65536"/>
                <a:gd name="T17" fmla="*/ 0 60000 65536"/>
                <a:gd name="T18" fmla="*/ 0 60000 65536"/>
                <a:gd name="T19" fmla="*/ 0 60000 65536"/>
                <a:gd name="T20" fmla="*/ 0 60000 65536"/>
                <a:gd name="T21" fmla="*/ 0 w 64"/>
                <a:gd name="T22" fmla="*/ 0 h 24"/>
                <a:gd name="T23" fmla="*/ 64 w 6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4">
                  <a:moveTo>
                    <a:pt x="64" y="16"/>
                  </a:moveTo>
                  <a:lnTo>
                    <a:pt x="64" y="0"/>
                  </a:lnTo>
                  <a:lnTo>
                    <a:pt x="0" y="8"/>
                  </a:lnTo>
                  <a:lnTo>
                    <a:pt x="0" y="24"/>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72" name="Rectangle 191"/>
            <p:cNvSpPr>
              <a:spLocks noChangeArrowheads="1"/>
            </p:cNvSpPr>
            <p:nvPr/>
          </p:nvSpPr>
          <p:spPr bwMode="auto">
            <a:xfrm>
              <a:off x="4762500" y="6265863"/>
              <a:ext cx="1588" cy="254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273" name="Freeform 192"/>
            <p:cNvSpPr>
              <a:spLocks/>
            </p:cNvSpPr>
            <p:nvPr/>
          </p:nvSpPr>
          <p:spPr bwMode="auto">
            <a:xfrm>
              <a:off x="4584700" y="6278563"/>
              <a:ext cx="101600" cy="38100"/>
            </a:xfrm>
            <a:custGeom>
              <a:avLst/>
              <a:gdLst>
                <a:gd name="T0" fmla="*/ 2147483647 w 64"/>
                <a:gd name="T1" fmla="*/ 2147483647 h 24"/>
                <a:gd name="T2" fmla="*/ 2147483647 w 64"/>
                <a:gd name="T3" fmla="*/ 0 h 24"/>
                <a:gd name="T4" fmla="*/ 0 w 64"/>
                <a:gd name="T5" fmla="*/ 2147483647 h 24"/>
                <a:gd name="T6" fmla="*/ 0 w 64"/>
                <a:gd name="T7" fmla="*/ 2147483647 h 24"/>
                <a:gd name="T8" fmla="*/ 2147483647 w 64"/>
                <a:gd name="T9" fmla="*/ 2147483647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64" y="16"/>
                  </a:moveTo>
                  <a:lnTo>
                    <a:pt x="64" y="0"/>
                  </a:lnTo>
                  <a:lnTo>
                    <a:pt x="0" y="8"/>
                  </a:lnTo>
                  <a:lnTo>
                    <a:pt x="0" y="24"/>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74" name="Freeform 193"/>
            <p:cNvSpPr>
              <a:spLocks/>
            </p:cNvSpPr>
            <p:nvPr/>
          </p:nvSpPr>
          <p:spPr bwMode="auto">
            <a:xfrm>
              <a:off x="4418013" y="6303963"/>
              <a:ext cx="88900" cy="38100"/>
            </a:xfrm>
            <a:custGeom>
              <a:avLst/>
              <a:gdLst>
                <a:gd name="T0" fmla="*/ 2147483647 w 56"/>
                <a:gd name="T1" fmla="*/ 2147483647 h 24"/>
                <a:gd name="T2" fmla="*/ 2147483647 w 56"/>
                <a:gd name="T3" fmla="*/ 0 h 24"/>
                <a:gd name="T4" fmla="*/ 0 w 56"/>
                <a:gd name="T5" fmla="*/ 2147483647 h 24"/>
                <a:gd name="T6" fmla="*/ 0 w 56"/>
                <a:gd name="T7" fmla="*/ 2147483647 h 24"/>
                <a:gd name="T8" fmla="*/ 0 w 56"/>
                <a:gd name="T9" fmla="*/ 2147483647 h 24"/>
                <a:gd name="T10" fmla="*/ 0 w 56"/>
                <a:gd name="T11" fmla="*/ 2147483647 h 24"/>
                <a:gd name="T12" fmla="*/ 2147483647 w 56"/>
                <a:gd name="T13" fmla="*/ 2147483647 h 24"/>
                <a:gd name="T14" fmla="*/ 0 60000 65536"/>
                <a:gd name="T15" fmla="*/ 0 60000 65536"/>
                <a:gd name="T16" fmla="*/ 0 60000 65536"/>
                <a:gd name="T17" fmla="*/ 0 60000 65536"/>
                <a:gd name="T18" fmla="*/ 0 60000 65536"/>
                <a:gd name="T19" fmla="*/ 0 60000 65536"/>
                <a:gd name="T20" fmla="*/ 0 60000 65536"/>
                <a:gd name="T21" fmla="*/ 0 w 56"/>
                <a:gd name="T22" fmla="*/ 0 h 24"/>
                <a:gd name="T23" fmla="*/ 56 w 56"/>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24">
                  <a:moveTo>
                    <a:pt x="56" y="16"/>
                  </a:moveTo>
                  <a:lnTo>
                    <a:pt x="56" y="0"/>
                  </a:lnTo>
                  <a:lnTo>
                    <a:pt x="0" y="8"/>
                  </a:lnTo>
                  <a:lnTo>
                    <a:pt x="0" y="24"/>
                  </a:lnTo>
                  <a:lnTo>
                    <a:pt x="56"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75" name="Rectangle 194"/>
            <p:cNvSpPr>
              <a:spLocks noChangeArrowheads="1"/>
            </p:cNvSpPr>
            <p:nvPr/>
          </p:nvSpPr>
          <p:spPr bwMode="auto">
            <a:xfrm>
              <a:off x="4405313" y="6316663"/>
              <a:ext cx="12700" cy="254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276" name="Rectangle 195"/>
            <p:cNvSpPr>
              <a:spLocks noChangeArrowheads="1"/>
            </p:cNvSpPr>
            <p:nvPr/>
          </p:nvSpPr>
          <p:spPr bwMode="auto">
            <a:xfrm>
              <a:off x="4227513" y="6329363"/>
              <a:ext cx="101600" cy="254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277" name="Freeform 196"/>
            <p:cNvSpPr>
              <a:spLocks/>
            </p:cNvSpPr>
            <p:nvPr/>
          </p:nvSpPr>
          <p:spPr bwMode="auto">
            <a:xfrm>
              <a:off x="4087813" y="6329363"/>
              <a:ext cx="63500" cy="38100"/>
            </a:xfrm>
            <a:custGeom>
              <a:avLst/>
              <a:gdLst>
                <a:gd name="T0" fmla="*/ 2147483647 w 40"/>
                <a:gd name="T1" fmla="*/ 2147483647 h 24"/>
                <a:gd name="T2" fmla="*/ 2147483647 w 40"/>
                <a:gd name="T3" fmla="*/ 0 h 24"/>
                <a:gd name="T4" fmla="*/ 0 w 40"/>
                <a:gd name="T5" fmla="*/ 2147483647 h 24"/>
                <a:gd name="T6" fmla="*/ 0 w 40"/>
                <a:gd name="T7" fmla="*/ 2147483647 h 24"/>
                <a:gd name="T8" fmla="*/ 0 w 40"/>
                <a:gd name="T9" fmla="*/ 2147483647 h 24"/>
                <a:gd name="T10" fmla="*/ 0 w 40"/>
                <a:gd name="T11" fmla="*/ 2147483647 h 24"/>
                <a:gd name="T12" fmla="*/ 2147483647 w 40"/>
                <a:gd name="T13" fmla="*/ 2147483647 h 24"/>
                <a:gd name="T14" fmla="*/ 0 60000 65536"/>
                <a:gd name="T15" fmla="*/ 0 60000 65536"/>
                <a:gd name="T16" fmla="*/ 0 60000 65536"/>
                <a:gd name="T17" fmla="*/ 0 60000 65536"/>
                <a:gd name="T18" fmla="*/ 0 60000 65536"/>
                <a:gd name="T19" fmla="*/ 0 60000 65536"/>
                <a:gd name="T20" fmla="*/ 0 60000 65536"/>
                <a:gd name="T21" fmla="*/ 0 w 40"/>
                <a:gd name="T22" fmla="*/ 0 h 24"/>
                <a:gd name="T23" fmla="*/ 40 w 4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24">
                  <a:moveTo>
                    <a:pt x="40" y="16"/>
                  </a:moveTo>
                  <a:lnTo>
                    <a:pt x="40" y="0"/>
                  </a:lnTo>
                  <a:lnTo>
                    <a:pt x="0" y="8"/>
                  </a:lnTo>
                  <a:lnTo>
                    <a:pt x="0" y="24"/>
                  </a:lnTo>
                  <a:lnTo>
                    <a:pt x="40"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78" name="Rectangle 197"/>
            <p:cNvSpPr>
              <a:spLocks noChangeArrowheads="1"/>
            </p:cNvSpPr>
            <p:nvPr/>
          </p:nvSpPr>
          <p:spPr bwMode="auto">
            <a:xfrm>
              <a:off x="4049713" y="6342063"/>
              <a:ext cx="38100" cy="254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279" name="Rectangle 198"/>
            <p:cNvSpPr>
              <a:spLocks noChangeArrowheads="1"/>
            </p:cNvSpPr>
            <p:nvPr/>
          </p:nvSpPr>
          <p:spPr bwMode="auto">
            <a:xfrm>
              <a:off x="3871913" y="6329363"/>
              <a:ext cx="101600" cy="254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280" name="Freeform 199"/>
            <p:cNvSpPr>
              <a:spLocks/>
            </p:cNvSpPr>
            <p:nvPr/>
          </p:nvSpPr>
          <p:spPr bwMode="auto">
            <a:xfrm>
              <a:off x="3757613" y="6329363"/>
              <a:ext cx="38100" cy="25400"/>
            </a:xfrm>
            <a:custGeom>
              <a:avLst/>
              <a:gdLst>
                <a:gd name="T0" fmla="*/ 2147483647 w 24"/>
                <a:gd name="T1" fmla="*/ 2147483647 h 16"/>
                <a:gd name="T2" fmla="*/ 2147483647 w 24"/>
                <a:gd name="T3" fmla="*/ 0 h 16"/>
                <a:gd name="T4" fmla="*/ 0 w 24"/>
                <a:gd name="T5" fmla="*/ 0 h 16"/>
                <a:gd name="T6" fmla="*/ 0 w 24"/>
                <a:gd name="T7" fmla="*/ 0 h 16"/>
                <a:gd name="T8" fmla="*/ 0 w 24"/>
                <a:gd name="T9" fmla="*/ 2147483647 h 16"/>
                <a:gd name="T10" fmla="*/ 0 w 24"/>
                <a:gd name="T11" fmla="*/ 2147483647 h 16"/>
                <a:gd name="T12" fmla="*/ 2147483647 w 24"/>
                <a:gd name="T13" fmla="*/ 2147483647 h 16"/>
                <a:gd name="T14" fmla="*/ 0 60000 65536"/>
                <a:gd name="T15" fmla="*/ 0 60000 65536"/>
                <a:gd name="T16" fmla="*/ 0 60000 65536"/>
                <a:gd name="T17" fmla="*/ 0 60000 65536"/>
                <a:gd name="T18" fmla="*/ 0 60000 65536"/>
                <a:gd name="T19" fmla="*/ 0 60000 65536"/>
                <a:gd name="T20" fmla="*/ 0 60000 65536"/>
                <a:gd name="T21" fmla="*/ 0 w 24"/>
                <a:gd name="T22" fmla="*/ 0 h 16"/>
                <a:gd name="T23" fmla="*/ 24 w 24"/>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16">
                  <a:moveTo>
                    <a:pt x="24" y="16"/>
                  </a:moveTo>
                  <a:lnTo>
                    <a:pt x="24" y="0"/>
                  </a:lnTo>
                  <a:lnTo>
                    <a:pt x="0" y="0"/>
                  </a:lnTo>
                  <a:lnTo>
                    <a:pt x="0" y="16"/>
                  </a:lnTo>
                  <a:lnTo>
                    <a:pt x="2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81" name="Freeform 200"/>
            <p:cNvSpPr>
              <a:spLocks/>
            </p:cNvSpPr>
            <p:nvPr/>
          </p:nvSpPr>
          <p:spPr bwMode="auto">
            <a:xfrm>
              <a:off x="3694113" y="6316663"/>
              <a:ext cx="63500" cy="38100"/>
            </a:xfrm>
            <a:custGeom>
              <a:avLst/>
              <a:gdLst>
                <a:gd name="T0" fmla="*/ 2147483647 w 40"/>
                <a:gd name="T1" fmla="*/ 2147483647 h 24"/>
                <a:gd name="T2" fmla="*/ 2147483647 w 40"/>
                <a:gd name="T3" fmla="*/ 2147483647 h 24"/>
                <a:gd name="T4" fmla="*/ 0 w 40"/>
                <a:gd name="T5" fmla="*/ 0 h 24"/>
                <a:gd name="T6" fmla="*/ 0 w 40"/>
                <a:gd name="T7" fmla="*/ 2147483647 h 24"/>
                <a:gd name="T8" fmla="*/ 2147483647 w 40"/>
                <a:gd name="T9" fmla="*/ 2147483647 h 24"/>
                <a:gd name="T10" fmla="*/ 0 60000 65536"/>
                <a:gd name="T11" fmla="*/ 0 60000 65536"/>
                <a:gd name="T12" fmla="*/ 0 60000 65536"/>
                <a:gd name="T13" fmla="*/ 0 60000 65536"/>
                <a:gd name="T14" fmla="*/ 0 60000 65536"/>
                <a:gd name="T15" fmla="*/ 0 w 40"/>
                <a:gd name="T16" fmla="*/ 0 h 24"/>
                <a:gd name="T17" fmla="*/ 40 w 40"/>
                <a:gd name="T18" fmla="*/ 24 h 24"/>
              </a:gdLst>
              <a:ahLst/>
              <a:cxnLst>
                <a:cxn ang="T10">
                  <a:pos x="T0" y="T1"/>
                </a:cxn>
                <a:cxn ang="T11">
                  <a:pos x="T2" y="T3"/>
                </a:cxn>
                <a:cxn ang="T12">
                  <a:pos x="T4" y="T5"/>
                </a:cxn>
                <a:cxn ang="T13">
                  <a:pos x="T6" y="T7"/>
                </a:cxn>
                <a:cxn ang="T14">
                  <a:pos x="T8" y="T9"/>
                </a:cxn>
              </a:cxnLst>
              <a:rect l="T15" t="T16" r="T17" b="T18"/>
              <a:pathLst>
                <a:path w="40" h="24">
                  <a:moveTo>
                    <a:pt x="40" y="24"/>
                  </a:moveTo>
                  <a:lnTo>
                    <a:pt x="40" y="8"/>
                  </a:lnTo>
                  <a:lnTo>
                    <a:pt x="0" y="0"/>
                  </a:lnTo>
                  <a:lnTo>
                    <a:pt x="0" y="16"/>
                  </a:lnTo>
                  <a:lnTo>
                    <a:pt x="40" y="2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82" name="Freeform 201"/>
            <p:cNvSpPr>
              <a:spLocks/>
            </p:cNvSpPr>
            <p:nvPr/>
          </p:nvSpPr>
          <p:spPr bwMode="auto">
            <a:xfrm>
              <a:off x="3516313" y="6291263"/>
              <a:ext cx="101600" cy="38100"/>
            </a:xfrm>
            <a:custGeom>
              <a:avLst/>
              <a:gdLst>
                <a:gd name="T0" fmla="*/ 2147483647 w 64"/>
                <a:gd name="T1" fmla="*/ 2147483647 h 24"/>
                <a:gd name="T2" fmla="*/ 2147483647 w 64"/>
                <a:gd name="T3" fmla="*/ 2147483647 h 24"/>
                <a:gd name="T4" fmla="*/ 0 w 64"/>
                <a:gd name="T5" fmla="*/ 0 h 24"/>
                <a:gd name="T6" fmla="*/ 0 w 64"/>
                <a:gd name="T7" fmla="*/ 2147483647 h 24"/>
                <a:gd name="T8" fmla="*/ 2147483647 w 64"/>
                <a:gd name="T9" fmla="*/ 2147483647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64" y="24"/>
                  </a:moveTo>
                  <a:lnTo>
                    <a:pt x="64" y="8"/>
                  </a:lnTo>
                  <a:lnTo>
                    <a:pt x="0" y="0"/>
                  </a:lnTo>
                  <a:lnTo>
                    <a:pt x="0" y="16"/>
                  </a:lnTo>
                  <a:lnTo>
                    <a:pt x="64" y="2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283" name="Freeform 202"/>
            <p:cNvSpPr>
              <a:spLocks/>
            </p:cNvSpPr>
            <p:nvPr/>
          </p:nvSpPr>
          <p:spPr bwMode="auto">
            <a:xfrm>
              <a:off x="3427413" y="6278563"/>
              <a:ext cx="12700" cy="25400"/>
            </a:xfrm>
            <a:custGeom>
              <a:avLst/>
              <a:gdLst>
                <a:gd name="T0" fmla="*/ 2147483647 w 8"/>
                <a:gd name="T1" fmla="*/ 2147483647 h 16"/>
                <a:gd name="T2" fmla="*/ 2147483647 w 8"/>
                <a:gd name="T3" fmla="*/ 0 h 16"/>
                <a:gd name="T4" fmla="*/ 0 w 8"/>
                <a:gd name="T5" fmla="*/ 0 h 16"/>
                <a:gd name="T6" fmla="*/ 0 w 8"/>
                <a:gd name="T7" fmla="*/ 0 h 16"/>
                <a:gd name="T8" fmla="*/ 0 w 8"/>
                <a:gd name="T9" fmla="*/ 2147483647 h 16"/>
                <a:gd name="T10" fmla="*/ 0 w 8"/>
                <a:gd name="T11" fmla="*/ 2147483647 h 16"/>
                <a:gd name="T12" fmla="*/ 2147483647 w 8"/>
                <a:gd name="T13" fmla="*/ 2147483647 h 16"/>
                <a:gd name="T14" fmla="*/ 0 60000 65536"/>
                <a:gd name="T15" fmla="*/ 0 60000 65536"/>
                <a:gd name="T16" fmla="*/ 0 60000 65536"/>
                <a:gd name="T17" fmla="*/ 0 60000 65536"/>
                <a:gd name="T18" fmla="*/ 0 60000 65536"/>
                <a:gd name="T19" fmla="*/ 0 60000 65536"/>
                <a:gd name="T20" fmla="*/ 0 60000 65536"/>
                <a:gd name="T21" fmla="*/ 0 w 8"/>
                <a:gd name="T22" fmla="*/ 0 h 16"/>
                <a:gd name="T23" fmla="*/ 8 w 8"/>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16">
                  <a:moveTo>
                    <a:pt x="8" y="16"/>
                  </a:moveTo>
                  <a:lnTo>
                    <a:pt x="8" y="0"/>
                  </a:lnTo>
                  <a:lnTo>
                    <a:pt x="0" y="0"/>
                  </a:lnTo>
                  <a:lnTo>
                    <a:pt x="0" y="16"/>
                  </a:lnTo>
                  <a:lnTo>
                    <a:pt x="8"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grpSp>
          <p:nvGrpSpPr>
            <p:cNvPr id="46284" name="Group 203"/>
            <p:cNvGrpSpPr>
              <a:grpSpLocks/>
            </p:cNvGrpSpPr>
            <p:nvPr/>
          </p:nvGrpSpPr>
          <p:grpSpPr bwMode="auto">
            <a:xfrm>
              <a:off x="785813" y="838200"/>
              <a:ext cx="7183437" cy="5465763"/>
              <a:chOff x="495" y="528"/>
              <a:chExt cx="4525" cy="3443"/>
            </a:xfrm>
          </p:grpSpPr>
          <p:sp>
            <p:nvSpPr>
              <p:cNvPr id="46299" name="Freeform 204"/>
              <p:cNvSpPr>
                <a:spLocks/>
              </p:cNvSpPr>
              <p:nvPr/>
            </p:nvSpPr>
            <p:spPr bwMode="auto">
              <a:xfrm>
                <a:off x="2103" y="3947"/>
                <a:ext cx="56" cy="24"/>
              </a:xfrm>
              <a:custGeom>
                <a:avLst/>
                <a:gdLst>
                  <a:gd name="T0" fmla="*/ 56 w 56"/>
                  <a:gd name="T1" fmla="*/ 24 h 24"/>
                  <a:gd name="T2" fmla="*/ 56 w 56"/>
                  <a:gd name="T3" fmla="*/ 8 h 24"/>
                  <a:gd name="T4" fmla="*/ 0 w 56"/>
                  <a:gd name="T5" fmla="*/ 0 h 24"/>
                  <a:gd name="T6" fmla="*/ 0 w 56"/>
                  <a:gd name="T7" fmla="*/ 16 h 24"/>
                  <a:gd name="T8" fmla="*/ 56 w 56"/>
                  <a:gd name="T9" fmla="*/ 24 h 24"/>
                  <a:gd name="T10" fmla="*/ 0 60000 65536"/>
                  <a:gd name="T11" fmla="*/ 0 60000 65536"/>
                  <a:gd name="T12" fmla="*/ 0 60000 65536"/>
                  <a:gd name="T13" fmla="*/ 0 60000 65536"/>
                  <a:gd name="T14" fmla="*/ 0 60000 65536"/>
                  <a:gd name="T15" fmla="*/ 0 w 56"/>
                  <a:gd name="T16" fmla="*/ 0 h 24"/>
                  <a:gd name="T17" fmla="*/ 56 w 56"/>
                  <a:gd name="T18" fmla="*/ 24 h 24"/>
                </a:gdLst>
                <a:ahLst/>
                <a:cxnLst>
                  <a:cxn ang="T10">
                    <a:pos x="T0" y="T1"/>
                  </a:cxn>
                  <a:cxn ang="T11">
                    <a:pos x="T2" y="T3"/>
                  </a:cxn>
                  <a:cxn ang="T12">
                    <a:pos x="T4" y="T5"/>
                  </a:cxn>
                  <a:cxn ang="T13">
                    <a:pos x="T6" y="T7"/>
                  </a:cxn>
                  <a:cxn ang="T14">
                    <a:pos x="T8" y="T9"/>
                  </a:cxn>
                </a:cxnLst>
                <a:rect l="T15" t="T16" r="T17" b="T18"/>
                <a:pathLst>
                  <a:path w="56" h="24">
                    <a:moveTo>
                      <a:pt x="56" y="24"/>
                    </a:moveTo>
                    <a:lnTo>
                      <a:pt x="56" y="8"/>
                    </a:lnTo>
                    <a:lnTo>
                      <a:pt x="0" y="0"/>
                    </a:lnTo>
                    <a:lnTo>
                      <a:pt x="0" y="16"/>
                    </a:lnTo>
                    <a:lnTo>
                      <a:pt x="56" y="2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00" name="Freeform 205"/>
              <p:cNvSpPr>
                <a:spLocks/>
              </p:cNvSpPr>
              <p:nvPr/>
            </p:nvSpPr>
            <p:spPr bwMode="auto">
              <a:xfrm>
                <a:off x="1991" y="3923"/>
                <a:ext cx="64" cy="24"/>
              </a:xfrm>
              <a:custGeom>
                <a:avLst/>
                <a:gdLst>
                  <a:gd name="T0" fmla="*/ 64 w 64"/>
                  <a:gd name="T1" fmla="*/ 24 h 24"/>
                  <a:gd name="T2" fmla="*/ 64 w 64"/>
                  <a:gd name="T3" fmla="*/ 8 h 24"/>
                  <a:gd name="T4" fmla="*/ 0 w 64"/>
                  <a:gd name="T5" fmla="*/ 0 h 24"/>
                  <a:gd name="T6" fmla="*/ 0 w 64"/>
                  <a:gd name="T7" fmla="*/ 16 h 24"/>
                  <a:gd name="T8" fmla="*/ 64 w 64"/>
                  <a:gd name="T9" fmla="*/ 24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64" y="24"/>
                    </a:moveTo>
                    <a:lnTo>
                      <a:pt x="64" y="8"/>
                    </a:lnTo>
                    <a:lnTo>
                      <a:pt x="0" y="0"/>
                    </a:lnTo>
                    <a:lnTo>
                      <a:pt x="0" y="16"/>
                    </a:lnTo>
                    <a:lnTo>
                      <a:pt x="64" y="2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01" name="Freeform 206"/>
              <p:cNvSpPr>
                <a:spLocks/>
              </p:cNvSpPr>
              <p:nvPr/>
            </p:nvSpPr>
            <p:spPr bwMode="auto">
              <a:xfrm>
                <a:off x="1879" y="3891"/>
                <a:ext cx="64" cy="32"/>
              </a:xfrm>
              <a:custGeom>
                <a:avLst/>
                <a:gdLst>
                  <a:gd name="T0" fmla="*/ 64 w 64"/>
                  <a:gd name="T1" fmla="*/ 32 h 32"/>
                  <a:gd name="T2" fmla="*/ 64 w 64"/>
                  <a:gd name="T3" fmla="*/ 16 h 32"/>
                  <a:gd name="T4" fmla="*/ 0 w 64"/>
                  <a:gd name="T5" fmla="*/ 0 h 32"/>
                  <a:gd name="T6" fmla="*/ 0 w 64"/>
                  <a:gd name="T7" fmla="*/ 16 h 32"/>
                  <a:gd name="T8" fmla="*/ 64 w 64"/>
                  <a:gd name="T9" fmla="*/ 32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64" y="32"/>
                    </a:moveTo>
                    <a:lnTo>
                      <a:pt x="64" y="16"/>
                    </a:lnTo>
                    <a:lnTo>
                      <a:pt x="0" y="0"/>
                    </a:lnTo>
                    <a:lnTo>
                      <a:pt x="0" y="16"/>
                    </a:lnTo>
                    <a:lnTo>
                      <a:pt x="64" y="32"/>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02" name="Freeform 207"/>
              <p:cNvSpPr>
                <a:spLocks/>
              </p:cNvSpPr>
              <p:nvPr/>
            </p:nvSpPr>
            <p:spPr bwMode="auto">
              <a:xfrm>
                <a:off x="1775" y="3851"/>
                <a:ext cx="72" cy="40"/>
              </a:xfrm>
              <a:custGeom>
                <a:avLst/>
                <a:gdLst>
                  <a:gd name="T0" fmla="*/ 64 w 72"/>
                  <a:gd name="T1" fmla="*/ 40 h 40"/>
                  <a:gd name="T2" fmla="*/ 72 w 72"/>
                  <a:gd name="T3" fmla="*/ 24 h 40"/>
                  <a:gd name="T4" fmla="*/ 8 w 72"/>
                  <a:gd name="T5" fmla="*/ 0 h 40"/>
                  <a:gd name="T6" fmla="*/ 0 w 72"/>
                  <a:gd name="T7" fmla="*/ 16 h 40"/>
                  <a:gd name="T8" fmla="*/ 64 w 72"/>
                  <a:gd name="T9" fmla="*/ 40 h 40"/>
                  <a:gd name="T10" fmla="*/ 0 60000 65536"/>
                  <a:gd name="T11" fmla="*/ 0 60000 65536"/>
                  <a:gd name="T12" fmla="*/ 0 60000 65536"/>
                  <a:gd name="T13" fmla="*/ 0 60000 65536"/>
                  <a:gd name="T14" fmla="*/ 0 60000 65536"/>
                  <a:gd name="T15" fmla="*/ 0 w 72"/>
                  <a:gd name="T16" fmla="*/ 0 h 40"/>
                  <a:gd name="T17" fmla="*/ 72 w 72"/>
                  <a:gd name="T18" fmla="*/ 40 h 40"/>
                </a:gdLst>
                <a:ahLst/>
                <a:cxnLst>
                  <a:cxn ang="T10">
                    <a:pos x="T0" y="T1"/>
                  </a:cxn>
                  <a:cxn ang="T11">
                    <a:pos x="T2" y="T3"/>
                  </a:cxn>
                  <a:cxn ang="T12">
                    <a:pos x="T4" y="T5"/>
                  </a:cxn>
                  <a:cxn ang="T13">
                    <a:pos x="T6" y="T7"/>
                  </a:cxn>
                  <a:cxn ang="T14">
                    <a:pos x="T8" y="T9"/>
                  </a:cxn>
                </a:cxnLst>
                <a:rect l="T15" t="T16" r="T17" b="T18"/>
                <a:pathLst>
                  <a:path w="72" h="40">
                    <a:moveTo>
                      <a:pt x="64" y="40"/>
                    </a:moveTo>
                    <a:lnTo>
                      <a:pt x="72" y="24"/>
                    </a:lnTo>
                    <a:lnTo>
                      <a:pt x="8" y="0"/>
                    </a:lnTo>
                    <a:lnTo>
                      <a:pt x="0" y="16"/>
                    </a:lnTo>
                    <a:lnTo>
                      <a:pt x="64" y="4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03" name="Freeform 208"/>
              <p:cNvSpPr>
                <a:spLocks/>
              </p:cNvSpPr>
              <p:nvPr/>
            </p:nvSpPr>
            <p:spPr bwMode="auto">
              <a:xfrm>
                <a:off x="1671" y="3811"/>
                <a:ext cx="64" cy="40"/>
              </a:xfrm>
              <a:custGeom>
                <a:avLst/>
                <a:gdLst>
                  <a:gd name="T0" fmla="*/ 56 w 64"/>
                  <a:gd name="T1" fmla="*/ 40 h 40"/>
                  <a:gd name="T2" fmla="*/ 64 w 64"/>
                  <a:gd name="T3" fmla="*/ 24 h 40"/>
                  <a:gd name="T4" fmla="*/ 8 w 64"/>
                  <a:gd name="T5" fmla="*/ 0 h 40"/>
                  <a:gd name="T6" fmla="*/ 0 w 64"/>
                  <a:gd name="T7" fmla="*/ 16 h 40"/>
                  <a:gd name="T8" fmla="*/ 56 w 64"/>
                  <a:gd name="T9" fmla="*/ 40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56" y="40"/>
                    </a:moveTo>
                    <a:lnTo>
                      <a:pt x="64" y="24"/>
                    </a:lnTo>
                    <a:lnTo>
                      <a:pt x="8" y="0"/>
                    </a:lnTo>
                    <a:lnTo>
                      <a:pt x="0" y="16"/>
                    </a:lnTo>
                    <a:lnTo>
                      <a:pt x="56" y="4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04" name="Freeform 209"/>
              <p:cNvSpPr>
                <a:spLocks/>
              </p:cNvSpPr>
              <p:nvPr/>
            </p:nvSpPr>
            <p:spPr bwMode="auto">
              <a:xfrm>
                <a:off x="1583" y="3771"/>
                <a:ext cx="56" cy="32"/>
              </a:xfrm>
              <a:custGeom>
                <a:avLst/>
                <a:gdLst>
                  <a:gd name="T0" fmla="*/ 48 w 56"/>
                  <a:gd name="T1" fmla="*/ 32 h 32"/>
                  <a:gd name="T2" fmla="*/ 56 w 56"/>
                  <a:gd name="T3" fmla="*/ 16 h 32"/>
                  <a:gd name="T4" fmla="*/ 8 w 56"/>
                  <a:gd name="T5" fmla="*/ 0 h 32"/>
                  <a:gd name="T6" fmla="*/ 8 w 56"/>
                  <a:gd name="T7" fmla="*/ 0 h 32"/>
                  <a:gd name="T8" fmla="*/ 0 w 56"/>
                  <a:gd name="T9" fmla="*/ 16 h 32"/>
                  <a:gd name="T10" fmla="*/ 0 w 56"/>
                  <a:gd name="T11" fmla="*/ 16 h 32"/>
                  <a:gd name="T12" fmla="*/ 48 w 56"/>
                  <a:gd name="T13" fmla="*/ 32 h 32"/>
                  <a:gd name="T14" fmla="*/ 0 60000 65536"/>
                  <a:gd name="T15" fmla="*/ 0 60000 65536"/>
                  <a:gd name="T16" fmla="*/ 0 60000 65536"/>
                  <a:gd name="T17" fmla="*/ 0 60000 65536"/>
                  <a:gd name="T18" fmla="*/ 0 60000 65536"/>
                  <a:gd name="T19" fmla="*/ 0 60000 65536"/>
                  <a:gd name="T20" fmla="*/ 0 60000 65536"/>
                  <a:gd name="T21" fmla="*/ 0 w 56"/>
                  <a:gd name="T22" fmla="*/ 0 h 32"/>
                  <a:gd name="T23" fmla="*/ 56 w 56"/>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32">
                    <a:moveTo>
                      <a:pt x="48" y="32"/>
                    </a:moveTo>
                    <a:lnTo>
                      <a:pt x="56" y="16"/>
                    </a:lnTo>
                    <a:lnTo>
                      <a:pt x="8" y="0"/>
                    </a:lnTo>
                    <a:lnTo>
                      <a:pt x="0" y="16"/>
                    </a:lnTo>
                    <a:lnTo>
                      <a:pt x="48" y="32"/>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05" name="Freeform 210"/>
              <p:cNvSpPr>
                <a:spLocks/>
              </p:cNvSpPr>
              <p:nvPr/>
            </p:nvSpPr>
            <p:spPr bwMode="auto">
              <a:xfrm>
                <a:off x="1567" y="3763"/>
                <a:ext cx="24" cy="24"/>
              </a:xfrm>
              <a:custGeom>
                <a:avLst/>
                <a:gdLst>
                  <a:gd name="T0" fmla="*/ 16 w 24"/>
                  <a:gd name="T1" fmla="*/ 24 h 24"/>
                  <a:gd name="T2" fmla="*/ 24 w 24"/>
                  <a:gd name="T3" fmla="*/ 8 h 24"/>
                  <a:gd name="T4" fmla="*/ 8 w 24"/>
                  <a:gd name="T5" fmla="*/ 0 h 24"/>
                  <a:gd name="T6" fmla="*/ 0 w 24"/>
                  <a:gd name="T7" fmla="*/ 16 h 24"/>
                  <a:gd name="T8" fmla="*/ 16 w 24"/>
                  <a:gd name="T9" fmla="*/ 24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16" y="24"/>
                    </a:moveTo>
                    <a:lnTo>
                      <a:pt x="24" y="8"/>
                    </a:lnTo>
                    <a:lnTo>
                      <a:pt x="8" y="0"/>
                    </a:lnTo>
                    <a:lnTo>
                      <a:pt x="0" y="16"/>
                    </a:lnTo>
                    <a:lnTo>
                      <a:pt x="16" y="2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06" name="Freeform 211"/>
              <p:cNvSpPr>
                <a:spLocks/>
              </p:cNvSpPr>
              <p:nvPr/>
            </p:nvSpPr>
            <p:spPr bwMode="auto">
              <a:xfrm>
                <a:off x="1471" y="3707"/>
                <a:ext cx="64" cy="48"/>
              </a:xfrm>
              <a:custGeom>
                <a:avLst/>
                <a:gdLst>
                  <a:gd name="T0" fmla="*/ 56 w 64"/>
                  <a:gd name="T1" fmla="*/ 48 h 48"/>
                  <a:gd name="T2" fmla="*/ 64 w 64"/>
                  <a:gd name="T3" fmla="*/ 32 h 48"/>
                  <a:gd name="T4" fmla="*/ 8 w 64"/>
                  <a:gd name="T5" fmla="*/ 0 h 48"/>
                  <a:gd name="T6" fmla="*/ 0 w 64"/>
                  <a:gd name="T7" fmla="*/ 16 h 48"/>
                  <a:gd name="T8" fmla="*/ 56 w 64"/>
                  <a:gd name="T9" fmla="*/ 48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56" y="48"/>
                    </a:moveTo>
                    <a:lnTo>
                      <a:pt x="64" y="32"/>
                    </a:lnTo>
                    <a:lnTo>
                      <a:pt x="8" y="0"/>
                    </a:lnTo>
                    <a:lnTo>
                      <a:pt x="0" y="16"/>
                    </a:lnTo>
                    <a:lnTo>
                      <a:pt x="56" y="4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07" name="Freeform 212"/>
              <p:cNvSpPr>
                <a:spLocks/>
              </p:cNvSpPr>
              <p:nvPr/>
            </p:nvSpPr>
            <p:spPr bwMode="auto">
              <a:xfrm>
                <a:off x="1407" y="3674"/>
                <a:ext cx="24" cy="24"/>
              </a:xfrm>
              <a:custGeom>
                <a:avLst/>
                <a:gdLst>
                  <a:gd name="T0" fmla="*/ 16 w 24"/>
                  <a:gd name="T1" fmla="*/ 24 h 24"/>
                  <a:gd name="T2" fmla="*/ 24 w 24"/>
                  <a:gd name="T3" fmla="*/ 8 h 24"/>
                  <a:gd name="T4" fmla="*/ 8 w 24"/>
                  <a:gd name="T5" fmla="*/ 0 h 24"/>
                  <a:gd name="T6" fmla="*/ 8 w 24"/>
                  <a:gd name="T7" fmla="*/ 0 h 24"/>
                  <a:gd name="T8" fmla="*/ 0 w 24"/>
                  <a:gd name="T9" fmla="*/ 16 h 24"/>
                  <a:gd name="T10" fmla="*/ 0 w 24"/>
                  <a:gd name="T11" fmla="*/ 16 h 24"/>
                  <a:gd name="T12" fmla="*/ 16 w 24"/>
                  <a:gd name="T13" fmla="*/ 24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16" y="24"/>
                    </a:moveTo>
                    <a:lnTo>
                      <a:pt x="24" y="8"/>
                    </a:lnTo>
                    <a:lnTo>
                      <a:pt x="8" y="0"/>
                    </a:lnTo>
                    <a:lnTo>
                      <a:pt x="0" y="16"/>
                    </a:lnTo>
                    <a:lnTo>
                      <a:pt x="16" y="2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08" name="Freeform 213"/>
              <p:cNvSpPr>
                <a:spLocks/>
              </p:cNvSpPr>
              <p:nvPr/>
            </p:nvSpPr>
            <p:spPr bwMode="auto">
              <a:xfrm>
                <a:off x="1375" y="3650"/>
                <a:ext cx="40" cy="40"/>
              </a:xfrm>
              <a:custGeom>
                <a:avLst/>
                <a:gdLst>
                  <a:gd name="T0" fmla="*/ 32 w 40"/>
                  <a:gd name="T1" fmla="*/ 40 h 40"/>
                  <a:gd name="T2" fmla="*/ 40 w 40"/>
                  <a:gd name="T3" fmla="*/ 24 h 40"/>
                  <a:gd name="T4" fmla="*/ 8 w 40"/>
                  <a:gd name="T5" fmla="*/ 0 h 40"/>
                  <a:gd name="T6" fmla="*/ 0 w 40"/>
                  <a:gd name="T7" fmla="*/ 16 h 40"/>
                  <a:gd name="T8" fmla="*/ 32 w 40"/>
                  <a:gd name="T9" fmla="*/ 40 h 40"/>
                  <a:gd name="T10" fmla="*/ 0 60000 65536"/>
                  <a:gd name="T11" fmla="*/ 0 60000 65536"/>
                  <a:gd name="T12" fmla="*/ 0 60000 65536"/>
                  <a:gd name="T13" fmla="*/ 0 60000 65536"/>
                  <a:gd name="T14" fmla="*/ 0 60000 65536"/>
                  <a:gd name="T15" fmla="*/ 0 w 40"/>
                  <a:gd name="T16" fmla="*/ 0 h 40"/>
                  <a:gd name="T17" fmla="*/ 40 w 40"/>
                  <a:gd name="T18" fmla="*/ 40 h 40"/>
                </a:gdLst>
                <a:ahLst/>
                <a:cxnLst>
                  <a:cxn ang="T10">
                    <a:pos x="T0" y="T1"/>
                  </a:cxn>
                  <a:cxn ang="T11">
                    <a:pos x="T2" y="T3"/>
                  </a:cxn>
                  <a:cxn ang="T12">
                    <a:pos x="T4" y="T5"/>
                  </a:cxn>
                  <a:cxn ang="T13">
                    <a:pos x="T6" y="T7"/>
                  </a:cxn>
                  <a:cxn ang="T14">
                    <a:pos x="T8" y="T9"/>
                  </a:cxn>
                </a:cxnLst>
                <a:rect l="T15" t="T16" r="T17" b="T18"/>
                <a:pathLst>
                  <a:path w="40" h="40">
                    <a:moveTo>
                      <a:pt x="32" y="40"/>
                    </a:moveTo>
                    <a:lnTo>
                      <a:pt x="40" y="24"/>
                    </a:lnTo>
                    <a:lnTo>
                      <a:pt x="8" y="0"/>
                    </a:lnTo>
                    <a:lnTo>
                      <a:pt x="0" y="16"/>
                    </a:lnTo>
                    <a:lnTo>
                      <a:pt x="32" y="4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09" name="Freeform 214"/>
              <p:cNvSpPr>
                <a:spLocks/>
              </p:cNvSpPr>
              <p:nvPr/>
            </p:nvSpPr>
            <p:spPr bwMode="auto">
              <a:xfrm>
                <a:off x="1279" y="3586"/>
                <a:ext cx="64" cy="56"/>
              </a:xfrm>
              <a:custGeom>
                <a:avLst/>
                <a:gdLst>
                  <a:gd name="T0" fmla="*/ 56 w 64"/>
                  <a:gd name="T1" fmla="*/ 56 h 56"/>
                  <a:gd name="T2" fmla="*/ 64 w 64"/>
                  <a:gd name="T3" fmla="*/ 40 h 56"/>
                  <a:gd name="T4" fmla="*/ 8 w 64"/>
                  <a:gd name="T5" fmla="*/ 0 h 56"/>
                  <a:gd name="T6" fmla="*/ 0 w 64"/>
                  <a:gd name="T7" fmla="*/ 16 h 56"/>
                  <a:gd name="T8" fmla="*/ 56 w 64"/>
                  <a:gd name="T9" fmla="*/ 56 h 56"/>
                  <a:gd name="T10" fmla="*/ 0 60000 65536"/>
                  <a:gd name="T11" fmla="*/ 0 60000 65536"/>
                  <a:gd name="T12" fmla="*/ 0 60000 65536"/>
                  <a:gd name="T13" fmla="*/ 0 60000 65536"/>
                  <a:gd name="T14" fmla="*/ 0 60000 65536"/>
                  <a:gd name="T15" fmla="*/ 0 w 64"/>
                  <a:gd name="T16" fmla="*/ 0 h 56"/>
                  <a:gd name="T17" fmla="*/ 64 w 64"/>
                  <a:gd name="T18" fmla="*/ 56 h 56"/>
                </a:gdLst>
                <a:ahLst/>
                <a:cxnLst>
                  <a:cxn ang="T10">
                    <a:pos x="T0" y="T1"/>
                  </a:cxn>
                  <a:cxn ang="T11">
                    <a:pos x="T2" y="T3"/>
                  </a:cxn>
                  <a:cxn ang="T12">
                    <a:pos x="T4" y="T5"/>
                  </a:cxn>
                  <a:cxn ang="T13">
                    <a:pos x="T6" y="T7"/>
                  </a:cxn>
                  <a:cxn ang="T14">
                    <a:pos x="T8" y="T9"/>
                  </a:cxn>
                </a:cxnLst>
                <a:rect l="T15" t="T16" r="T17" b="T18"/>
                <a:pathLst>
                  <a:path w="64" h="56">
                    <a:moveTo>
                      <a:pt x="56" y="56"/>
                    </a:moveTo>
                    <a:lnTo>
                      <a:pt x="64" y="40"/>
                    </a:lnTo>
                    <a:lnTo>
                      <a:pt x="8" y="0"/>
                    </a:lnTo>
                    <a:lnTo>
                      <a:pt x="0" y="16"/>
                    </a:lnTo>
                    <a:lnTo>
                      <a:pt x="56" y="5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10" name="Freeform 215"/>
              <p:cNvSpPr>
                <a:spLocks/>
              </p:cNvSpPr>
              <p:nvPr/>
            </p:nvSpPr>
            <p:spPr bwMode="auto">
              <a:xfrm>
                <a:off x="1191" y="3522"/>
                <a:ext cx="56" cy="56"/>
              </a:xfrm>
              <a:custGeom>
                <a:avLst/>
                <a:gdLst>
                  <a:gd name="T0" fmla="*/ 48 w 56"/>
                  <a:gd name="T1" fmla="*/ 56 h 56"/>
                  <a:gd name="T2" fmla="*/ 56 w 56"/>
                  <a:gd name="T3" fmla="*/ 48 h 56"/>
                  <a:gd name="T4" fmla="*/ 8 w 56"/>
                  <a:gd name="T5" fmla="*/ 0 h 56"/>
                  <a:gd name="T6" fmla="*/ 0 w 56"/>
                  <a:gd name="T7" fmla="*/ 8 h 56"/>
                  <a:gd name="T8" fmla="*/ 48 w 56"/>
                  <a:gd name="T9" fmla="*/ 56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48" y="56"/>
                    </a:moveTo>
                    <a:lnTo>
                      <a:pt x="56" y="48"/>
                    </a:lnTo>
                    <a:lnTo>
                      <a:pt x="8" y="0"/>
                    </a:lnTo>
                    <a:lnTo>
                      <a:pt x="0" y="8"/>
                    </a:lnTo>
                    <a:lnTo>
                      <a:pt x="48" y="5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11" name="Freeform 216"/>
              <p:cNvSpPr>
                <a:spLocks/>
              </p:cNvSpPr>
              <p:nvPr/>
            </p:nvSpPr>
            <p:spPr bwMode="auto">
              <a:xfrm>
                <a:off x="1103" y="3450"/>
                <a:ext cx="56" cy="56"/>
              </a:xfrm>
              <a:custGeom>
                <a:avLst/>
                <a:gdLst>
                  <a:gd name="T0" fmla="*/ 48 w 56"/>
                  <a:gd name="T1" fmla="*/ 56 h 56"/>
                  <a:gd name="T2" fmla="*/ 56 w 56"/>
                  <a:gd name="T3" fmla="*/ 40 h 56"/>
                  <a:gd name="T4" fmla="*/ 8 w 56"/>
                  <a:gd name="T5" fmla="*/ 0 h 56"/>
                  <a:gd name="T6" fmla="*/ 0 w 56"/>
                  <a:gd name="T7" fmla="*/ 16 h 56"/>
                  <a:gd name="T8" fmla="*/ 48 w 56"/>
                  <a:gd name="T9" fmla="*/ 56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48" y="56"/>
                    </a:moveTo>
                    <a:lnTo>
                      <a:pt x="56" y="40"/>
                    </a:lnTo>
                    <a:lnTo>
                      <a:pt x="8" y="0"/>
                    </a:lnTo>
                    <a:lnTo>
                      <a:pt x="0" y="16"/>
                    </a:lnTo>
                    <a:lnTo>
                      <a:pt x="48" y="5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12" name="Freeform 217"/>
              <p:cNvSpPr>
                <a:spLocks/>
              </p:cNvSpPr>
              <p:nvPr/>
            </p:nvSpPr>
            <p:spPr bwMode="auto">
              <a:xfrm>
                <a:off x="1015" y="3370"/>
                <a:ext cx="56" cy="56"/>
              </a:xfrm>
              <a:custGeom>
                <a:avLst/>
                <a:gdLst>
                  <a:gd name="T0" fmla="*/ 48 w 56"/>
                  <a:gd name="T1" fmla="*/ 56 h 56"/>
                  <a:gd name="T2" fmla="*/ 56 w 56"/>
                  <a:gd name="T3" fmla="*/ 40 h 56"/>
                  <a:gd name="T4" fmla="*/ 8 w 56"/>
                  <a:gd name="T5" fmla="*/ 0 h 56"/>
                  <a:gd name="T6" fmla="*/ 0 w 56"/>
                  <a:gd name="T7" fmla="*/ 16 h 56"/>
                  <a:gd name="T8" fmla="*/ 48 w 56"/>
                  <a:gd name="T9" fmla="*/ 56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48" y="56"/>
                    </a:moveTo>
                    <a:lnTo>
                      <a:pt x="56" y="40"/>
                    </a:lnTo>
                    <a:lnTo>
                      <a:pt x="8" y="0"/>
                    </a:lnTo>
                    <a:lnTo>
                      <a:pt x="0" y="16"/>
                    </a:lnTo>
                    <a:lnTo>
                      <a:pt x="48" y="5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13" name="Freeform 218"/>
              <p:cNvSpPr>
                <a:spLocks/>
              </p:cNvSpPr>
              <p:nvPr/>
            </p:nvSpPr>
            <p:spPr bwMode="auto">
              <a:xfrm>
                <a:off x="943" y="3306"/>
                <a:ext cx="48" cy="48"/>
              </a:xfrm>
              <a:custGeom>
                <a:avLst/>
                <a:gdLst>
                  <a:gd name="T0" fmla="*/ 40 w 48"/>
                  <a:gd name="T1" fmla="*/ 48 h 48"/>
                  <a:gd name="T2" fmla="*/ 48 w 48"/>
                  <a:gd name="T3" fmla="*/ 40 h 48"/>
                  <a:gd name="T4" fmla="*/ 8 w 48"/>
                  <a:gd name="T5" fmla="*/ 0 h 48"/>
                  <a:gd name="T6" fmla="*/ 8 w 48"/>
                  <a:gd name="T7" fmla="*/ 0 h 48"/>
                  <a:gd name="T8" fmla="*/ 0 w 48"/>
                  <a:gd name="T9" fmla="*/ 8 h 48"/>
                  <a:gd name="T10" fmla="*/ 0 w 48"/>
                  <a:gd name="T11" fmla="*/ 8 h 48"/>
                  <a:gd name="T12" fmla="*/ 40 w 48"/>
                  <a:gd name="T13" fmla="*/ 48 h 48"/>
                  <a:gd name="T14" fmla="*/ 0 60000 65536"/>
                  <a:gd name="T15" fmla="*/ 0 60000 65536"/>
                  <a:gd name="T16" fmla="*/ 0 60000 65536"/>
                  <a:gd name="T17" fmla="*/ 0 60000 65536"/>
                  <a:gd name="T18" fmla="*/ 0 60000 65536"/>
                  <a:gd name="T19" fmla="*/ 0 60000 65536"/>
                  <a:gd name="T20" fmla="*/ 0 60000 65536"/>
                  <a:gd name="T21" fmla="*/ 0 w 48"/>
                  <a:gd name="T22" fmla="*/ 0 h 48"/>
                  <a:gd name="T23" fmla="*/ 48 w 48"/>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48">
                    <a:moveTo>
                      <a:pt x="40" y="48"/>
                    </a:moveTo>
                    <a:lnTo>
                      <a:pt x="48" y="40"/>
                    </a:lnTo>
                    <a:lnTo>
                      <a:pt x="8" y="0"/>
                    </a:lnTo>
                    <a:lnTo>
                      <a:pt x="0" y="8"/>
                    </a:lnTo>
                    <a:lnTo>
                      <a:pt x="40" y="4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14" name="Freeform 219"/>
              <p:cNvSpPr>
                <a:spLocks/>
              </p:cNvSpPr>
              <p:nvPr/>
            </p:nvSpPr>
            <p:spPr bwMode="auto">
              <a:xfrm>
                <a:off x="935" y="3298"/>
                <a:ext cx="16" cy="16"/>
              </a:xfrm>
              <a:custGeom>
                <a:avLst/>
                <a:gdLst>
                  <a:gd name="T0" fmla="*/ 8 w 16"/>
                  <a:gd name="T1" fmla="*/ 16 h 16"/>
                  <a:gd name="T2" fmla="*/ 16 w 16"/>
                  <a:gd name="T3" fmla="*/ 8 h 16"/>
                  <a:gd name="T4" fmla="*/ 8 w 16"/>
                  <a:gd name="T5" fmla="*/ 0 h 16"/>
                  <a:gd name="T6" fmla="*/ 0 w 16"/>
                  <a:gd name="T7" fmla="*/ 8 h 16"/>
                  <a:gd name="T8" fmla="*/ 8 w 16"/>
                  <a:gd name="T9" fmla="*/ 16 h 16"/>
                  <a:gd name="T10" fmla="*/ 0 60000 65536"/>
                  <a:gd name="T11" fmla="*/ 0 60000 65536"/>
                  <a:gd name="T12" fmla="*/ 0 60000 65536"/>
                  <a:gd name="T13" fmla="*/ 0 60000 65536"/>
                  <a:gd name="T14" fmla="*/ 0 60000 65536"/>
                  <a:gd name="T15" fmla="*/ 0 w 16"/>
                  <a:gd name="T16" fmla="*/ 0 h 16"/>
                  <a:gd name="T17" fmla="*/ 16 w 16"/>
                  <a:gd name="T18" fmla="*/ 16 h 16"/>
                </a:gdLst>
                <a:ahLst/>
                <a:cxnLst>
                  <a:cxn ang="T10">
                    <a:pos x="T0" y="T1"/>
                  </a:cxn>
                  <a:cxn ang="T11">
                    <a:pos x="T2" y="T3"/>
                  </a:cxn>
                  <a:cxn ang="T12">
                    <a:pos x="T4" y="T5"/>
                  </a:cxn>
                  <a:cxn ang="T13">
                    <a:pos x="T6" y="T7"/>
                  </a:cxn>
                  <a:cxn ang="T14">
                    <a:pos x="T8" y="T9"/>
                  </a:cxn>
                </a:cxnLst>
                <a:rect l="T15" t="T16" r="T17" b="T18"/>
                <a:pathLst>
                  <a:path w="16" h="16">
                    <a:moveTo>
                      <a:pt x="8" y="16"/>
                    </a:moveTo>
                    <a:lnTo>
                      <a:pt x="16" y="8"/>
                    </a:lnTo>
                    <a:lnTo>
                      <a:pt x="8" y="0"/>
                    </a:lnTo>
                    <a:lnTo>
                      <a:pt x="0" y="8"/>
                    </a:lnTo>
                    <a:lnTo>
                      <a:pt x="8"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15" name="Freeform 220"/>
              <p:cNvSpPr>
                <a:spLocks/>
              </p:cNvSpPr>
              <p:nvPr/>
            </p:nvSpPr>
            <p:spPr bwMode="auto">
              <a:xfrm>
                <a:off x="863" y="3210"/>
                <a:ext cx="56" cy="56"/>
              </a:xfrm>
              <a:custGeom>
                <a:avLst/>
                <a:gdLst>
                  <a:gd name="T0" fmla="*/ 48 w 56"/>
                  <a:gd name="T1" fmla="*/ 56 h 56"/>
                  <a:gd name="T2" fmla="*/ 56 w 56"/>
                  <a:gd name="T3" fmla="*/ 48 h 56"/>
                  <a:gd name="T4" fmla="*/ 8 w 56"/>
                  <a:gd name="T5" fmla="*/ 0 h 56"/>
                  <a:gd name="T6" fmla="*/ 0 w 56"/>
                  <a:gd name="T7" fmla="*/ 8 h 56"/>
                  <a:gd name="T8" fmla="*/ 48 w 56"/>
                  <a:gd name="T9" fmla="*/ 56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48" y="56"/>
                    </a:moveTo>
                    <a:lnTo>
                      <a:pt x="56" y="48"/>
                    </a:lnTo>
                    <a:lnTo>
                      <a:pt x="8" y="0"/>
                    </a:lnTo>
                    <a:lnTo>
                      <a:pt x="0" y="8"/>
                    </a:lnTo>
                    <a:lnTo>
                      <a:pt x="48" y="5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16" name="Freeform 221"/>
              <p:cNvSpPr>
                <a:spLocks/>
              </p:cNvSpPr>
              <p:nvPr/>
            </p:nvSpPr>
            <p:spPr bwMode="auto">
              <a:xfrm>
                <a:off x="807" y="3146"/>
                <a:ext cx="32" cy="32"/>
              </a:xfrm>
              <a:custGeom>
                <a:avLst/>
                <a:gdLst>
                  <a:gd name="T0" fmla="*/ 16 w 32"/>
                  <a:gd name="T1" fmla="*/ 32 h 32"/>
                  <a:gd name="T2" fmla="*/ 32 w 32"/>
                  <a:gd name="T3" fmla="*/ 24 h 32"/>
                  <a:gd name="T4" fmla="*/ 16 w 32"/>
                  <a:gd name="T5" fmla="*/ 0 h 32"/>
                  <a:gd name="T6" fmla="*/ 0 w 32"/>
                  <a:gd name="T7" fmla="*/ 8 h 32"/>
                  <a:gd name="T8" fmla="*/ 16 w 32"/>
                  <a:gd name="T9" fmla="*/ 32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16" y="32"/>
                    </a:moveTo>
                    <a:lnTo>
                      <a:pt x="32" y="24"/>
                    </a:lnTo>
                    <a:lnTo>
                      <a:pt x="16" y="0"/>
                    </a:lnTo>
                    <a:lnTo>
                      <a:pt x="0" y="8"/>
                    </a:lnTo>
                    <a:lnTo>
                      <a:pt x="16" y="32"/>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17" name="Freeform 222"/>
              <p:cNvSpPr>
                <a:spLocks/>
              </p:cNvSpPr>
              <p:nvPr/>
            </p:nvSpPr>
            <p:spPr bwMode="auto">
              <a:xfrm>
                <a:off x="735" y="2314"/>
                <a:ext cx="24" cy="32"/>
              </a:xfrm>
              <a:custGeom>
                <a:avLst/>
                <a:gdLst>
                  <a:gd name="T0" fmla="*/ 0 w 24"/>
                  <a:gd name="T1" fmla="*/ 24 h 32"/>
                  <a:gd name="T2" fmla="*/ 16 w 24"/>
                  <a:gd name="T3" fmla="*/ 32 h 32"/>
                  <a:gd name="T4" fmla="*/ 24 w 24"/>
                  <a:gd name="T5" fmla="*/ 8 h 32"/>
                  <a:gd name="T6" fmla="*/ 8 w 24"/>
                  <a:gd name="T7" fmla="*/ 0 h 32"/>
                  <a:gd name="T8" fmla="*/ 0 w 24"/>
                  <a:gd name="T9" fmla="*/ 24 h 32"/>
                  <a:gd name="T10" fmla="*/ 0 60000 65536"/>
                  <a:gd name="T11" fmla="*/ 0 60000 65536"/>
                  <a:gd name="T12" fmla="*/ 0 60000 65536"/>
                  <a:gd name="T13" fmla="*/ 0 60000 65536"/>
                  <a:gd name="T14" fmla="*/ 0 60000 65536"/>
                  <a:gd name="T15" fmla="*/ 0 w 24"/>
                  <a:gd name="T16" fmla="*/ 0 h 32"/>
                  <a:gd name="T17" fmla="*/ 24 w 24"/>
                  <a:gd name="T18" fmla="*/ 32 h 32"/>
                </a:gdLst>
                <a:ahLst/>
                <a:cxnLst>
                  <a:cxn ang="T10">
                    <a:pos x="T0" y="T1"/>
                  </a:cxn>
                  <a:cxn ang="T11">
                    <a:pos x="T2" y="T3"/>
                  </a:cxn>
                  <a:cxn ang="T12">
                    <a:pos x="T4" y="T5"/>
                  </a:cxn>
                  <a:cxn ang="T13">
                    <a:pos x="T6" y="T7"/>
                  </a:cxn>
                  <a:cxn ang="T14">
                    <a:pos x="T8" y="T9"/>
                  </a:cxn>
                </a:cxnLst>
                <a:rect l="T15" t="T16" r="T17" b="T18"/>
                <a:pathLst>
                  <a:path w="24" h="32">
                    <a:moveTo>
                      <a:pt x="0" y="24"/>
                    </a:moveTo>
                    <a:lnTo>
                      <a:pt x="16" y="32"/>
                    </a:lnTo>
                    <a:lnTo>
                      <a:pt x="24" y="8"/>
                    </a:lnTo>
                    <a:lnTo>
                      <a:pt x="8" y="0"/>
                    </a:lnTo>
                    <a:lnTo>
                      <a:pt x="0" y="2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18" name="Freeform 223"/>
              <p:cNvSpPr>
                <a:spLocks/>
              </p:cNvSpPr>
              <p:nvPr/>
            </p:nvSpPr>
            <p:spPr bwMode="auto">
              <a:xfrm>
                <a:off x="759" y="2209"/>
                <a:ext cx="40" cy="65"/>
              </a:xfrm>
              <a:custGeom>
                <a:avLst/>
                <a:gdLst>
                  <a:gd name="T0" fmla="*/ 0 w 40"/>
                  <a:gd name="T1" fmla="*/ 57 h 65"/>
                  <a:gd name="T2" fmla="*/ 16 w 40"/>
                  <a:gd name="T3" fmla="*/ 65 h 65"/>
                  <a:gd name="T4" fmla="*/ 40 w 40"/>
                  <a:gd name="T5" fmla="*/ 8 h 65"/>
                  <a:gd name="T6" fmla="*/ 24 w 40"/>
                  <a:gd name="T7" fmla="*/ 0 h 65"/>
                  <a:gd name="T8" fmla="*/ 0 w 40"/>
                  <a:gd name="T9" fmla="*/ 57 h 65"/>
                  <a:gd name="T10" fmla="*/ 0 60000 65536"/>
                  <a:gd name="T11" fmla="*/ 0 60000 65536"/>
                  <a:gd name="T12" fmla="*/ 0 60000 65536"/>
                  <a:gd name="T13" fmla="*/ 0 60000 65536"/>
                  <a:gd name="T14" fmla="*/ 0 60000 65536"/>
                  <a:gd name="T15" fmla="*/ 0 w 40"/>
                  <a:gd name="T16" fmla="*/ 0 h 65"/>
                  <a:gd name="T17" fmla="*/ 40 w 40"/>
                  <a:gd name="T18" fmla="*/ 65 h 65"/>
                </a:gdLst>
                <a:ahLst/>
                <a:cxnLst>
                  <a:cxn ang="T10">
                    <a:pos x="T0" y="T1"/>
                  </a:cxn>
                  <a:cxn ang="T11">
                    <a:pos x="T2" y="T3"/>
                  </a:cxn>
                  <a:cxn ang="T12">
                    <a:pos x="T4" y="T5"/>
                  </a:cxn>
                  <a:cxn ang="T13">
                    <a:pos x="T6" y="T7"/>
                  </a:cxn>
                  <a:cxn ang="T14">
                    <a:pos x="T8" y="T9"/>
                  </a:cxn>
                </a:cxnLst>
                <a:rect l="T15" t="T16" r="T17" b="T18"/>
                <a:pathLst>
                  <a:path w="40" h="65">
                    <a:moveTo>
                      <a:pt x="0" y="57"/>
                    </a:moveTo>
                    <a:lnTo>
                      <a:pt x="16" y="65"/>
                    </a:lnTo>
                    <a:lnTo>
                      <a:pt x="40" y="8"/>
                    </a:lnTo>
                    <a:lnTo>
                      <a:pt x="24" y="0"/>
                    </a:lnTo>
                    <a:lnTo>
                      <a:pt x="0" y="5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19" name="Freeform 224"/>
              <p:cNvSpPr>
                <a:spLocks/>
              </p:cNvSpPr>
              <p:nvPr/>
            </p:nvSpPr>
            <p:spPr bwMode="auto">
              <a:xfrm>
                <a:off x="799" y="2105"/>
                <a:ext cx="40" cy="64"/>
              </a:xfrm>
              <a:custGeom>
                <a:avLst/>
                <a:gdLst>
                  <a:gd name="T0" fmla="*/ 0 w 40"/>
                  <a:gd name="T1" fmla="*/ 56 h 64"/>
                  <a:gd name="T2" fmla="*/ 16 w 40"/>
                  <a:gd name="T3" fmla="*/ 64 h 64"/>
                  <a:gd name="T4" fmla="*/ 40 w 40"/>
                  <a:gd name="T5" fmla="*/ 8 h 64"/>
                  <a:gd name="T6" fmla="*/ 24 w 40"/>
                  <a:gd name="T7" fmla="*/ 0 h 64"/>
                  <a:gd name="T8" fmla="*/ 0 w 40"/>
                  <a:gd name="T9" fmla="*/ 56 h 64"/>
                  <a:gd name="T10" fmla="*/ 0 60000 65536"/>
                  <a:gd name="T11" fmla="*/ 0 60000 65536"/>
                  <a:gd name="T12" fmla="*/ 0 60000 65536"/>
                  <a:gd name="T13" fmla="*/ 0 60000 65536"/>
                  <a:gd name="T14" fmla="*/ 0 60000 65536"/>
                  <a:gd name="T15" fmla="*/ 0 w 40"/>
                  <a:gd name="T16" fmla="*/ 0 h 64"/>
                  <a:gd name="T17" fmla="*/ 40 w 40"/>
                  <a:gd name="T18" fmla="*/ 64 h 64"/>
                </a:gdLst>
                <a:ahLst/>
                <a:cxnLst>
                  <a:cxn ang="T10">
                    <a:pos x="T0" y="T1"/>
                  </a:cxn>
                  <a:cxn ang="T11">
                    <a:pos x="T2" y="T3"/>
                  </a:cxn>
                  <a:cxn ang="T12">
                    <a:pos x="T4" y="T5"/>
                  </a:cxn>
                  <a:cxn ang="T13">
                    <a:pos x="T6" y="T7"/>
                  </a:cxn>
                  <a:cxn ang="T14">
                    <a:pos x="T8" y="T9"/>
                  </a:cxn>
                </a:cxnLst>
                <a:rect l="T15" t="T16" r="T17" b="T18"/>
                <a:pathLst>
                  <a:path w="40" h="64">
                    <a:moveTo>
                      <a:pt x="0" y="56"/>
                    </a:moveTo>
                    <a:lnTo>
                      <a:pt x="16" y="64"/>
                    </a:lnTo>
                    <a:lnTo>
                      <a:pt x="40" y="8"/>
                    </a:lnTo>
                    <a:lnTo>
                      <a:pt x="24" y="0"/>
                    </a:lnTo>
                    <a:lnTo>
                      <a:pt x="0" y="5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20" name="Freeform 225"/>
              <p:cNvSpPr>
                <a:spLocks/>
              </p:cNvSpPr>
              <p:nvPr/>
            </p:nvSpPr>
            <p:spPr bwMode="auto">
              <a:xfrm>
                <a:off x="839" y="2009"/>
                <a:ext cx="32" cy="56"/>
              </a:xfrm>
              <a:custGeom>
                <a:avLst/>
                <a:gdLst>
                  <a:gd name="T0" fmla="*/ 0 w 32"/>
                  <a:gd name="T1" fmla="*/ 48 h 56"/>
                  <a:gd name="T2" fmla="*/ 16 w 32"/>
                  <a:gd name="T3" fmla="*/ 56 h 56"/>
                  <a:gd name="T4" fmla="*/ 32 w 32"/>
                  <a:gd name="T5" fmla="*/ 8 h 56"/>
                  <a:gd name="T6" fmla="*/ 32 w 32"/>
                  <a:gd name="T7" fmla="*/ 8 h 56"/>
                  <a:gd name="T8" fmla="*/ 24 w 32"/>
                  <a:gd name="T9" fmla="*/ 0 h 56"/>
                  <a:gd name="T10" fmla="*/ 16 w 32"/>
                  <a:gd name="T11" fmla="*/ 0 h 56"/>
                  <a:gd name="T12" fmla="*/ 0 w 32"/>
                  <a:gd name="T13" fmla="*/ 48 h 56"/>
                  <a:gd name="T14" fmla="*/ 0 60000 65536"/>
                  <a:gd name="T15" fmla="*/ 0 60000 65536"/>
                  <a:gd name="T16" fmla="*/ 0 60000 65536"/>
                  <a:gd name="T17" fmla="*/ 0 60000 65536"/>
                  <a:gd name="T18" fmla="*/ 0 60000 65536"/>
                  <a:gd name="T19" fmla="*/ 0 60000 65536"/>
                  <a:gd name="T20" fmla="*/ 0 60000 65536"/>
                  <a:gd name="T21" fmla="*/ 0 w 32"/>
                  <a:gd name="T22" fmla="*/ 0 h 56"/>
                  <a:gd name="T23" fmla="*/ 32 w 32"/>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56">
                    <a:moveTo>
                      <a:pt x="0" y="48"/>
                    </a:moveTo>
                    <a:lnTo>
                      <a:pt x="16" y="56"/>
                    </a:lnTo>
                    <a:lnTo>
                      <a:pt x="32" y="8"/>
                    </a:lnTo>
                    <a:lnTo>
                      <a:pt x="24" y="0"/>
                    </a:lnTo>
                    <a:lnTo>
                      <a:pt x="16" y="0"/>
                    </a:lnTo>
                    <a:lnTo>
                      <a:pt x="0" y="4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21" name="Freeform 226"/>
              <p:cNvSpPr>
                <a:spLocks/>
              </p:cNvSpPr>
              <p:nvPr/>
            </p:nvSpPr>
            <p:spPr bwMode="auto">
              <a:xfrm>
                <a:off x="863" y="2001"/>
                <a:ext cx="16" cy="16"/>
              </a:xfrm>
              <a:custGeom>
                <a:avLst/>
                <a:gdLst>
                  <a:gd name="T0" fmla="*/ 0 w 16"/>
                  <a:gd name="T1" fmla="*/ 8 h 16"/>
                  <a:gd name="T2" fmla="*/ 8 w 16"/>
                  <a:gd name="T3" fmla="*/ 16 h 16"/>
                  <a:gd name="T4" fmla="*/ 16 w 16"/>
                  <a:gd name="T5" fmla="*/ 8 h 16"/>
                  <a:gd name="T6" fmla="*/ 8 w 16"/>
                  <a:gd name="T7" fmla="*/ 0 h 16"/>
                  <a:gd name="T8" fmla="*/ 0 w 16"/>
                  <a:gd name="T9" fmla="*/ 8 h 16"/>
                  <a:gd name="T10" fmla="*/ 0 60000 65536"/>
                  <a:gd name="T11" fmla="*/ 0 60000 65536"/>
                  <a:gd name="T12" fmla="*/ 0 60000 65536"/>
                  <a:gd name="T13" fmla="*/ 0 60000 65536"/>
                  <a:gd name="T14" fmla="*/ 0 60000 65536"/>
                  <a:gd name="T15" fmla="*/ 0 w 16"/>
                  <a:gd name="T16" fmla="*/ 0 h 16"/>
                  <a:gd name="T17" fmla="*/ 16 w 16"/>
                  <a:gd name="T18" fmla="*/ 16 h 16"/>
                </a:gdLst>
                <a:ahLst/>
                <a:cxnLst>
                  <a:cxn ang="T10">
                    <a:pos x="T0" y="T1"/>
                  </a:cxn>
                  <a:cxn ang="T11">
                    <a:pos x="T2" y="T3"/>
                  </a:cxn>
                  <a:cxn ang="T12">
                    <a:pos x="T4" y="T5"/>
                  </a:cxn>
                  <a:cxn ang="T13">
                    <a:pos x="T6" y="T7"/>
                  </a:cxn>
                  <a:cxn ang="T14">
                    <a:pos x="T8" y="T9"/>
                  </a:cxn>
                </a:cxnLst>
                <a:rect l="T15" t="T16" r="T17" b="T18"/>
                <a:pathLst>
                  <a:path w="16" h="16">
                    <a:moveTo>
                      <a:pt x="0" y="8"/>
                    </a:moveTo>
                    <a:lnTo>
                      <a:pt x="8" y="16"/>
                    </a:lnTo>
                    <a:lnTo>
                      <a:pt x="16" y="8"/>
                    </a:lnTo>
                    <a:lnTo>
                      <a:pt x="8" y="0"/>
                    </a:lnTo>
                    <a:lnTo>
                      <a:pt x="0"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22" name="Freeform 227"/>
              <p:cNvSpPr>
                <a:spLocks/>
              </p:cNvSpPr>
              <p:nvPr/>
            </p:nvSpPr>
            <p:spPr bwMode="auto">
              <a:xfrm>
                <a:off x="887" y="1897"/>
                <a:ext cx="48" cy="64"/>
              </a:xfrm>
              <a:custGeom>
                <a:avLst/>
                <a:gdLst>
                  <a:gd name="T0" fmla="*/ 0 w 48"/>
                  <a:gd name="T1" fmla="*/ 56 h 64"/>
                  <a:gd name="T2" fmla="*/ 16 w 48"/>
                  <a:gd name="T3" fmla="*/ 64 h 64"/>
                  <a:gd name="T4" fmla="*/ 48 w 48"/>
                  <a:gd name="T5" fmla="*/ 8 h 64"/>
                  <a:gd name="T6" fmla="*/ 32 w 48"/>
                  <a:gd name="T7" fmla="*/ 0 h 64"/>
                  <a:gd name="T8" fmla="*/ 0 w 48"/>
                  <a:gd name="T9" fmla="*/ 56 h 64"/>
                  <a:gd name="T10" fmla="*/ 0 60000 65536"/>
                  <a:gd name="T11" fmla="*/ 0 60000 65536"/>
                  <a:gd name="T12" fmla="*/ 0 60000 65536"/>
                  <a:gd name="T13" fmla="*/ 0 60000 65536"/>
                  <a:gd name="T14" fmla="*/ 0 60000 65536"/>
                  <a:gd name="T15" fmla="*/ 0 w 48"/>
                  <a:gd name="T16" fmla="*/ 0 h 64"/>
                  <a:gd name="T17" fmla="*/ 48 w 48"/>
                  <a:gd name="T18" fmla="*/ 64 h 64"/>
                </a:gdLst>
                <a:ahLst/>
                <a:cxnLst>
                  <a:cxn ang="T10">
                    <a:pos x="T0" y="T1"/>
                  </a:cxn>
                  <a:cxn ang="T11">
                    <a:pos x="T2" y="T3"/>
                  </a:cxn>
                  <a:cxn ang="T12">
                    <a:pos x="T4" y="T5"/>
                  </a:cxn>
                  <a:cxn ang="T13">
                    <a:pos x="T6" y="T7"/>
                  </a:cxn>
                  <a:cxn ang="T14">
                    <a:pos x="T8" y="T9"/>
                  </a:cxn>
                </a:cxnLst>
                <a:rect l="T15" t="T16" r="T17" b="T18"/>
                <a:pathLst>
                  <a:path w="48" h="64">
                    <a:moveTo>
                      <a:pt x="0" y="56"/>
                    </a:moveTo>
                    <a:lnTo>
                      <a:pt x="16" y="64"/>
                    </a:lnTo>
                    <a:lnTo>
                      <a:pt x="48" y="8"/>
                    </a:lnTo>
                    <a:lnTo>
                      <a:pt x="32" y="0"/>
                    </a:lnTo>
                    <a:lnTo>
                      <a:pt x="0" y="5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23" name="Freeform 228"/>
              <p:cNvSpPr>
                <a:spLocks/>
              </p:cNvSpPr>
              <p:nvPr/>
            </p:nvSpPr>
            <p:spPr bwMode="auto">
              <a:xfrm>
                <a:off x="935" y="1801"/>
                <a:ext cx="48" cy="64"/>
              </a:xfrm>
              <a:custGeom>
                <a:avLst/>
                <a:gdLst>
                  <a:gd name="T0" fmla="*/ 0 w 48"/>
                  <a:gd name="T1" fmla="*/ 56 h 64"/>
                  <a:gd name="T2" fmla="*/ 16 w 48"/>
                  <a:gd name="T3" fmla="*/ 64 h 64"/>
                  <a:gd name="T4" fmla="*/ 48 w 48"/>
                  <a:gd name="T5" fmla="*/ 8 h 64"/>
                  <a:gd name="T6" fmla="*/ 32 w 48"/>
                  <a:gd name="T7" fmla="*/ 0 h 64"/>
                  <a:gd name="T8" fmla="*/ 0 w 48"/>
                  <a:gd name="T9" fmla="*/ 56 h 64"/>
                  <a:gd name="T10" fmla="*/ 0 60000 65536"/>
                  <a:gd name="T11" fmla="*/ 0 60000 65536"/>
                  <a:gd name="T12" fmla="*/ 0 60000 65536"/>
                  <a:gd name="T13" fmla="*/ 0 60000 65536"/>
                  <a:gd name="T14" fmla="*/ 0 60000 65536"/>
                  <a:gd name="T15" fmla="*/ 0 w 48"/>
                  <a:gd name="T16" fmla="*/ 0 h 64"/>
                  <a:gd name="T17" fmla="*/ 48 w 48"/>
                  <a:gd name="T18" fmla="*/ 64 h 64"/>
                </a:gdLst>
                <a:ahLst/>
                <a:cxnLst>
                  <a:cxn ang="T10">
                    <a:pos x="T0" y="T1"/>
                  </a:cxn>
                  <a:cxn ang="T11">
                    <a:pos x="T2" y="T3"/>
                  </a:cxn>
                  <a:cxn ang="T12">
                    <a:pos x="T4" y="T5"/>
                  </a:cxn>
                  <a:cxn ang="T13">
                    <a:pos x="T6" y="T7"/>
                  </a:cxn>
                  <a:cxn ang="T14">
                    <a:pos x="T8" y="T9"/>
                  </a:cxn>
                </a:cxnLst>
                <a:rect l="T15" t="T16" r="T17" b="T18"/>
                <a:pathLst>
                  <a:path w="48" h="64">
                    <a:moveTo>
                      <a:pt x="0" y="56"/>
                    </a:moveTo>
                    <a:lnTo>
                      <a:pt x="16" y="64"/>
                    </a:lnTo>
                    <a:lnTo>
                      <a:pt x="48" y="8"/>
                    </a:lnTo>
                    <a:lnTo>
                      <a:pt x="32" y="0"/>
                    </a:lnTo>
                    <a:lnTo>
                      <a:pt x="0" y="5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24" name="Freeform 229"/>
              <p:cNvSpPr>
                <a:spLocks/>
              </p:cNvSpPr>
              <p:nvPr/>
            </p:nvSpPr>
            <p:spPr bwMode="auto">
              <a:xfrm>
                <a:off x="991" y="1721"/>
                <a:ext cx="40" cy="48"/>
              </a:xfrm>
              <a:custGeom>
                <a:avLst/>
                <a:gdLst>
                  <a:gd name="T0" fmla="*/ 0 w 40"/>
                  <a:gd name="T1" fmla="*/ 40 h 48"/>
                  <a:gd name="T2" fmla="*/ 16 w 40"/>
                  <a:gd name="T3" fmla="*/ 48 h 48"/>
                  <a:gd name="T4" fmla="*/ 40 w 40"/>
                  <a:gd name="T5" fmla="*/ 8 h 48"/>
                  <a:gd name="T6" fmla="*/ 40 w 40"/>
                  <a:gd name="T7" fmla="*/ 8 h 48"/>
                  <a:gd name="T8" fmla="*/ 24 w 40"/>
                  <a:gd name="T9" fmla="*/ 0 h 48"/>
                  <a:gd name="T10" fmla="*/ 24 w 40"/>
                  <a:gd name="T11" fmla="*/ 0 h 48"/>
                  <a:gd name="T12" fmla="*/ 0 w 40"/>
                  <a:gd name="T13" fmla="*/ 40 h 48"/>
                  <a:gd name="T14" fmla="*/ 0 60000 65536"/>
                  <a:gd name="T15" fmla="*/ 0 60000 65536"/>
                  <a:gd name="T16" fmla="*/ 0 60000 65536"/>
                  <a:gd name="T17" fmla="*/ 0 60000 65536"/>
                  <a:gd name="T18" fmla="*/ 0 60000 65536"/>
                  <a:gd name="T19" fmla="*/ 0 60000 65536"/>
                  <a:gd name="T20" fmla="*/ 0 60000 65536"/>
                  <a:gd name="T21" fmla="*/ 0 w 40"/>
                  <a:gd name="T22" fmla="*/ 0 h 48"/>
                  <a:gd name="T23" fmla="*/ 40 w 40"/>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48">
                    <a:moveTo>
                      <a:pt x="0" y="40"/>
                    </a:moveTo>
                    <a:lnTo>
                      <a:pt x="16" y="48"/>
                    </a:lnTo>
                    <a:lnTo>
                      <a:pt x="40" y="8"/>
                    </a:lnTo>
                    <a:lnTo>
                      <a:pt x="24" y="0"/>
                    </a:lnTo>
                    <a:lnTo>
                      <a:pt x="0" y="4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25" name="Freeform 230"/>
              <p:cNvSpPr>
                <a:spLocks/>
              </p:cNvSpPr>
              <p:nvPr/>
            </p:nvSpPr>
            <p:spPr bwMode="auto">
              <a:xfrm>
                <a:off x="1015" y="1705"/>
                <a:ext cx="24" cy="24"/>
              </a:xfrm>
              <a:custGeom>
                <a:avLst/>
                <a:gdLst>
                  <a:gd name="T0" fmla="*/ 0 w 24"/>
                  <a:gd name="T1" fmla="*/ 16 h 24"/>
                  <a:gd name="T2" fmla="*/ 16 w 24"/>
                  <a:gd name="T3" fmla="*/ 24 h 24"/>
                  <a:gd name="T4" fmla="*/ 24 w 24"/>
                  <a:gd name="T5" fmla="*/ 8 h 24"/>
                  <a:gd name="T6" fmla="*/ 8 w 24"/>
                  <a:gd name="T7" fmla="*/ 0 h 24"/>
                  <a:gd name="T8" fmla="*/ 0 w 24"/>
                  <a:gd name="T9" fmla="*/ 16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0" y="16"/>
                    </a:moveTo>
                    <a:lnTo>
                      <a:pt x="16" y="24"/>
                    </a:lnTo>
                    <a:lnTo>
                      <a:pt x="24" y="8"/>
                    </a:lnTo>
                    <a:lnTo>
                      <a:pt x="8" y="0"/>
                    </a:lnTo>
                    <a:lnTo>
                      <a:pt x="0"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26" name="Freeform 231"/>
              <p:cNvSpPr>
                <a:spLocks/>
              </p:cNvSpPr>
              <p:nvPr/>
            </p:nvSpPr>
            <p:spPr bwMode="auto">
              <a:xfrm>
                <a:off x="1055" y="1617"/>
                <a:ext cx="48" cy="56"/>
              </a:xfrm>
              <a:custGeom>
                <a:avLst/>
                <a:gdLst>
                  <a:gd name="T0" fmla="*/ 0 w 48"/>
                  <a:gd name="T1" fmla="*/ 48 h 56"/>
                  <a:gd name="T2" fmla="*/ 16 w 48"/>
                  <a:gd name="T3" fmla="*/ 56 h 56"/>
                  <a:gd name="T4" fmla="*/ 48 w 48"/>
                  <a:gd name="T5" fmla="*/ 8 h 56"/>
                  <a:gd name="T6" fmla="*/ 32 w 48"/>
                  <a:gd name="T7" fmla="*/ 0 h 56"/>
                  <a:gd name="T8" fmla="*/ 0 w 48"/>
                  <a:gd name="T9" fmla="*/ 48 h 56"/>
                  <a:gd name="T10" fmla="*/ 0 60000 65536"/>
                  <a:gd name="T11" fmla="*/ 0 60000 65536"/>
                  <a:gd name="T12" fmla="*/ 0 60000 65536"/>
                  <a:gd name="T13" fmla="*/ 0 60000 65536"/>
                  <a:gd name="T14" fmla="*/ 0 60000 65536"/>
                  <a:gd name="T15" fmla="*/ 0 w 48"/>
                  <a:gd name="T16" fmla="*/ 0 h 56"/>
                  <a:gd name="T17" fmla="*/ 48 w 48"/>
                  <a:gd name="T18" fmla="*/ 56 h 56"/>
                </a:gdLst>
                <a:ahLst/>
                <a:cxnLst>
                  <a:cxn ang="T10">
                    <a:pos x="T0" y="T1"/>
                  </a:cxn>
                  <a:cxn ang="T11">
                    <a:pos x="T2" y="T3"/>
                  </a:cxn>
                  <a:cxn ang="T12">
                    <a:pos x="T4" y="T5"/>
                  </a:cxn>
                  <a:cxn ang="T13">
                    <a:pos x="T6" y="T7"/>
                  </a:cxn>
                  <a:cxn ang="T14">
                    <a:pos x="T8" y="T9"/>
                  </a:cxn>
                </a:cxnLst>
                <a:rect l="T15" t="T16" r="T17" b="T18"/>
                <a:pathLst>
                  <a:path w="48" h="56">
                    <a:moveTo>
                      <a:pt x="0" y="48"/>
                    </a:moveTo>
                    <a:lnTo>
                      <a:pt x="16" y="56"/>
                    </a:lnTo>
                    <a:lnTo>
                      <a:pt x="48" y="8"/>
                    </a:lnTo>
                    <a:lnTo>
                      <a:pt x="32" y="0"/>
                    </a:lnTo>
                    <a:lnTo>
                      <a:pt x="0" y="4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27" name="Freeform 232"/>
              <p:cNvSpPr>
                <a:spLocks/>
              </p:cNvSpPr>
              <p:nvPr/>
            </p:nvSpPr>
            <p:spPr bwMode="auto">
              <a:xfrm>
                <a:off x="1119" y="1529"/>
                <a:ext cx="48" cy="56"/>
              </a:xfrm>
              <a:custGeom>
                <a:avLst/>
                <a:gdLst>
                  <a:gd name="T0" fmla="*/ 0 w 48"/>
                  <a:gd name="T1" fmla="*/ 48 h 56"/>
                  <a:gd name="T2" fmla="*/ 16 w 48"/>
                  <a:gd name="T3" fmla="*/ 56 h 56"/>
                  <a:gd name="T4" fmla="*/ 48 w 48"/>
                  <a:gd name="T5" fmla="*/ 8 h 56"/>
                  <a:gd name="T6" fmla="*/ 32 w 48"/>
                  <a:gd name="T7" fmla="*/ 0 h 56"/>
                  <a:gd name="T8" fmla="*/ 0 w 48"/>
                  <a:gd name="T9" fmla="*/ 48 h 56"/>
                  <a:gd name="T10" fmla="*/ 0 60000 65536"/>
                  <a:gd name="T11" fmla="*/ 0 60000 65536"/>
                  <a:gd name="T12" fmla="*/ 0 60000 65536"/>
                  <a:gd name="T13" fmla="*/ 0 60000 65536"/>
                  <a:gd name="T14" fmla="*/ 0 60000 65536"/>
                  <a:gd name="T15" fmla="*/ 0 w 48"/>
                  <a:gd name="T16" fmla="*/ 0 h 56"/>
                  <a:gd name="T17" fmla="*/ 48 w 48"/>
                  <a:gd name="T18" fmla="*/ 56 h 56"/>
                </a:gdLst>
                <a:ahLst/>
                <a:cxnLst>
                  <a:cxn ang="T10">
                    <a:pos x="T0" y="T1"/>
                  </a:cxn>
                  <a:cxn ang="T11">
                    <a:pos x="T2" y="T3"/>
                  </a:cxn>
                  <a:cxn ang="T12">
                    <a:pos x="T4" y="T5"/>
                  </a:cxn>
                  <a:cxn ang="T13">
                    <a:pos x="T6" y="T7"/>
                  </a:cxn>
                  <a:cxn ang="T14">
                    <a:pos x="T8" y="T9"/>
                  </a:cxn>
                </a:cxnLst>
                <a:rect l="T15" t="T16" r="T17" b="T18"/>
                <a:pathLst>
                  <a:path w="48" h="56">
                    <a:moveTo>
                      <a:pt x="0" y="48"/>
                    </a:moveTo>
                    <a:lnTo>
                      <a:pt x="16" y="56"/>
                    </a:lnTo>
                    <a:lnTo>
                      <a:pt x="48" y="8"/>
                    </a:lnTo>
                    <a:lnTo>
                      <a:pt x="32" y="0"/>
                    </a:lnTo>
                    <a:lnTo>
                      <a:pt x="0" y="4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28" name="Freeform 233"/>
              <p:cNvSpPr>
                <a:spLocks/>
              </p:cNvSpPr>
              <p:nvPr/>
            </p:nvSpPr>
            <p:spPr bwMode="auto">
              <a:xfrm>
                <a:off x="1183" y="1465"/>
                <a:ext cx="32" cy="32"/>
              </a:xfrm>
              <a:custGeom>
                <a:avLst/>
                <a:gdLst>
                  <a:gd name="T0" fmla="*/ 0 w 32"/>
                  <a:gd name="T1" fmla="*/ 24 h 32"/>
                  <a:gd name="T2" fmla="*/ 16 w 32"/>
                  <a:gd name="T3" fmla="*/ 32 h 32"/>
                  <a:gd name="T4" fmla="*/ 32 w 32"/>
                  <a:gd name="T5" fmla="*/ 8 h 32"/>
                  <a:gd name="T6" fmla="*/ 32 w 32"/>
                  <a:gd name="T7" fmla="*/ 8 h 32"/>
                  <a:gd name="T8" fmla="*/ 24 w 32"/>
                  <a:gd name="T9" fmla="*/ 0 h 32"/>
                  <a:gd name="T10" fmla="*/ 16 w 32"/>
                  <a:gd name="T11" fmla="*/ 0 h 32"/>
                  <a:gd name="T12" fmla="*/ 0 w 32"/>
                  <a:gd name="T13" fmla="*/ 24 h 32"/>
                  <a:gd name="T14" fmla="*/ 0 60000 65536"/>
                  <a:gd name="T15" fmla="*/ 0 60000 65536"/>
                  <a:gd name="T16" fmla="*/ 0 60000 65536"/>
                  <a:gd name="T17" fmla="*/ 0 60000 65536"/>
                  <a:gd name="T18" fmla="*/ 0 60000 65536"/>
                  <a:gd name="T19" fmla="*/ 0 60000 65536"/>
                  <a:gd name="T20" fmla="*/ 0 60000 65536"/>
                  <a:gd name="T21" fmla="*/ 0 w 32"/>
                  <a:gd name="T22" fmla="*/ 0 h 32"/>
                  <a:gd name="T23" fmla="*/ 32 w 32"/>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2">
                    <a:moveTo>
                      <a:pt x="0" y="24"/>
                    </a:moveTo>
                    <a:lnTo>
                      <a:pt x="16" y="32"/>
                    </a:lnTo>
                    <a:lnTo>
                      <a:pt x="32" y="8"/>
                    </a:lnTo>
                    <a:lnTo>
                      <a:pt x="24" y="0"/>
                    </a:lnTo>
                    <a:lnTo>
                      <a:pt x="16" y="0"/>
                    </a:lnTo>
                    <a:lnTo>
                      <a:pt x="0" y="2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29" name="Freeform 234"/>
              <p:cNvSpPr>
                <a:spLocks/>
              </p:cNvSpPr>
              <p:nvPr/>
            </p:nvSpPr>
            <p:spPr bwMode="auto">
              <a:xfrm>
                <a:off x="1207" y="1441"/>
                <a:ext cx="32" cy="32"/>
              </a:xfrm>
              <a:custGeom>
                <a:avLst/>
                <a:gdLst>
                  <a:gd name="T0" fmla="*/ 0 w 32"/>
                  <a:gd name="T1" fmla="*/ 24 h 32"/>
                  <a:gd name="T2" fmla="*/ 8 w 32"/>
                  <a:gd name="T3" fmla="*/ 32 h 32"/>
                  <a:gd name="T4" fmla="*/ 32 w 32"/>
                  <a:gd name="T5" fmla="*/ 8 h 32"/>
                  <a:gd name="T6" fmla="*/ 24 w 32"/>
                  <a:gd name="T7" fmla="*/ 0 h 32"/>
                  <a:gd name="T8" fmla="*/ 0 w 32"/>
                  <a:gd name="T9" fmla="*/ 24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0" y="24"/>
                    </a:moveTo>
                    <a:lnTo>
                      <a:pt x="8" y="32"/>
                    </a:lnTo>
                    <a:lnTo>
                      <a:pt x="32" y="8"/>
                    </a:lnTo>
                    <a:lnTo>
                      <a:pt x="24" y="0"/>
                    </a:lnTo>
                    <a:lnTo>
                      <a:pt x="0" y="2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30" name="Freeform 235"/>
              <p:cNvSpPr>
                <a:spLocks/>
              </p:cNvSpPr>
              <p:nvPr/>
            </p:nvSpPr>
            <p:spPr bwMode="auto">
              <a:xfrm>
                <a:off x="1263" y="1353"/>
                <a:ext cx="56" cy="56"/>
              </a:xfrm>
              <a:custGeom>
                <a:avLst/>
                <a:gdLst>
                  <a:gd name="T0" fmla="*/ 0 w 56"/>
                  <a:gd name="T1" fmla="*/ 40 h 56"/>
                  <a:gd name="T2" fmla="*/ 8 w 56"/>
                  <a:gd name="T3" fmla="*/ 56 h 56"/>
                  <a:gd name="T4" fmla="*/ 56 w 56"/>
                  <a:gd name="T5" fmla="*/ 16 h 56"/>
                  <a:gd name="T6" fmla="*/ 48 w 56"/>
                  <a:gd name="T7" fmla="*/ 0 h 56"/>
                  <a:gd name="T8" fmla="*/ 0 w 56"/>
                  <a:gd name="T9" fmla="*/ 40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0" y="40"/>
                    </a:moveTo>
                    <a:lnTo>
                      <a:pt x="8" y="56"/>
                    </a:lnTo>
                    <a:lnTo>
                      <a:pt x="56" y="16"/>
                    </a:lnTo>
                    <a:lnTo>
                      <a:pt x="48" y="0"/>
                    </a:lnTo>
                    <a:lnTo>
                      <a:pt x="0" y="4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31" name="Freeform 236"/>
              <p:cNvSpPr>
                <a:spLocks/>
              </p:cNvSpPr>
              <p:nvPr/>
            </p:nvSpPr>
            <p:spPr bwMode="auto">
              <a:xfrm>
                <a:off x="1343" y="1281"/>
                <a:ext cx="48" cy="48"/>
              </a:xfrm>
              <a:custGeom>
                <a:avLst/>
                <a:gdLst>
                  <a:gd name="T0" fmla="*/ 0 w 48"/>
                  <a:gd name="T1" fmla="*/ 40 h 48"/>
                  <a:gd name="T2" fmla="*/ 8 w 48"/>
                  <a:gd name="T3" fmla="*/ 48 h 48"/>
                  <a:gd name="T4" fmla="*/ 48 w 48"/>
                  <a:gd name="T5" fmla="*/ 8 h 48"/>
                  <a:gd name="T6" fmla="*/ 40 w 48"/>
                  <a:gd name="T7" fmla="*/ 0 h 48"/>
                  <a:gd name="T8" fmla="*/ 0 w 48"/>
                  <a:gd name="T9" fmla="*/ 40 h 48"/>
                  <a:gd name="T10" fmla="*/ 0 60000 65536"/>
                  <a:gd name="T11" fmla="*/ 0 60000 65536"/>
                  <a:gd name="T12" fmla="*/ 0 60000 65536"/>
                  <a:gd name="T13" fmla="*/ 0 60000 65536"/>
                  <a:gd name="T14" fmla="*/ 0 60000 65536"/>
                  <a:gd name="T15" fmla="*/ 0 w 48"/>
                  <a:gd name="T16" fmla="*/ 0 h 48"/>
                  <a:gd name="T17" fmla="*/ 48 w 48"/>
                  <a:gd name="T18" fmla="*/ 48 h 48"/>
                </a:gdLst>
                <a:ahLst/>
                <a:cxnLst>
                  <a:cxn ang="T10">
                    <a:pos x="T0" y="T1"/>
                  </a:cxn>
                  <a:cxn ang="T11">
                    <a:pos x="T2" y="T3"/>
                  </a:cxn>
                  <a:cxn ang="T12">
                    <a:pos x="T4" y="T5"/>
                  </a:cxn>
                  <a:cxn ang="T13">
                    <a:pos x="T6" y="T7"/>
                  </a:cxn>
                  <a:cxn ang="T14">
                    <a:pos x="T8" y="T9"/>
                  </a:cxn>
                </a:cxnLst>
                <a:rect l="T15" t="T16" r="T17" b="T18"/>
                <a:pathLst>
                  <a:path w="48" h="48">
                    <a:moveTo>
                      <a:pt x="0" y="40"/>
                    </a:moveTo>
                    <a:lnTo>
                      <a:pt x="8" y="48"/>
                    </a:lnTo>
                    <a:lnTo>
                      <a:pt x="48" y="8"/>
                    </a:lnTo>
                    <a:lnTo>
                      <a:pt x="40" y="0"/>
                    </a:lnTo>
                    <a:lnTo>
                      <a:pt x="0" y="4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32" name="Freeform 237"/>
              <p:cNvSpPr>
                <a:spLocks/>
              </p:cNvSpPr>
              <p:nvPr/>
            </p:nvSpPr>
            <p:spPr bwMode="auto">
              <a:xfrm>
                <a:off x="1415" y="1225"/>
                <a:ext cx="16" cy="24"/>
              </a:xfrm>
              <a:custGeom>
                <a:avLst/>
                <a:gdLst>
                  <a:gd name="T0" fmla="*/ 0 w 16"/>
                  <a:gd name="T1" fmla="*/ 16 h 24"/>
                  <a:gd name="T2" fmla="*/ 8 w 16"/>
                  <a:gd name="T3" fmla="*/ 24 h 24"/>
                  <a:gd name="T4" fmla="*/ 16 w 16"/>
                  <a:gd name="T5" fmla="*/ 16 h 24"/>
                  <a:gd name="T6" fmla="*/ 16 w 16"/>
                  <a:gd name="T7" fmla="*/ 16 h 24"/>
                  <a:gd name="T8" fmla="*/ 8 w 16"/>
                  <a:gd name="T9" fmla="*/ 0 h 24"/>
                  <a:gd name="T10" fmla="*/ 8 w 16"/>
                  <a:gd name="T11" fmla="*/ 8 h 24"/>
                  <a:gd name="T12" fmla="*/ 0 w 16"/>
                  <a:gd name="T13" fmla="*/ 16 h 24"/>
                  <a:gd name="T14" fmla="*/ 0 60000 65536"/>
                  <a:gd name="T15" fmla="*/ 0 60000 65536"/>
                  <a:gd name="T16" fmla="*/ 0 60000 65536"/>
                  <a:gd name="T17" fmla="*/ 0 60000 65536"/>
                  <a:gd name="T18" fmla="*/ 0 60000 65536"/>
                  <a:gd name="T19" fmla="*/ 0 60000 65536"/>
                  <a:gd name="T20" fmla="*/ 0 60000 65536"/>
                  <a:gd name="T21" fmla="*/ 0 w 16"/>
                  <a:gd name="T22" fmla="*/ 0 h 24"/>
                  <a:gd name="T23" fmla="*/ 16 w 16"/>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24">
                    <a:moveTo>
                      <a:pt x="0" y="16"/>
                    </a:moveTo>
                    <a:lnTo>
                      <a:pt x="8" y="24"/>
                    </a:lnTo>
                    <a:lnTo>
                      <a:pt x="16" y="16"/>
                    </a:lnTo>
                    <a:lnTo>
                      <a:pt x="8" y="0"/>
                    </a:lnTo>
                    <a:lnTo>
                      <a:pt x="8" y="8"/>
                    </a:lnTo>
                    <a:lnTo>
                      <a:pt x="0"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33" name="Freeform 238"/>
              <p:cNvSpPr>
                <a:spLocks/>
              </p:cNvSpPr>
              <p:nvPr/>
            </p:nvSpPr>
            <p:spPr bwMode="auto">
              <a:xfrm>
                <a:off x="1423" y="1193"/>
                <a:ext cx="48" cy="48"/>
              </a:xfrm>
              <a:custGeom>
                <a:avLst/>
                <a:gdLst>
                  <a:gd name="T0" fmla="*/ 0 w 48"/>
                  <a:gd name="T1" fmla="*/ 32 h 48"/>
                  <a:gd name="T2" fmla="*/ 8 w 48"/>
                  <a:gd name="T3" fmla="*/ 48 h 48"/>
                  <a:gd name="T4" fmla="*/ 48 w 48"/>
                  <a:gd name="T5" fmla="*/ 16 h 48"/>
                  <a:gd name="T6" fmla="*/ 40 w 48"/>
                  <a:gd name="T7" fmla="*/ 0 h 48"/>
                  <a:gd name="T8" fmla="*/ 0 w 48"/>
                  <a:gd name="T9" fmla="*/ 32 h 48"/>
                  <a:gd name="T10" fmla="*/ 0 60000 65536"/>
                  <a:gd name="T11" fmla="*/ 0 60000 65536"/>
                  <a:gd name="T12" fmla="*/ 0 60000 65536"/>
                  <a:gd name="T13" fmla="*/ 0 60000 65536"/>
                  <a:gd name="T14" fmla="*/ 0 60000 65536"/>
                  <a:gd name="T15" fmla="*/ 0 w 48"/>
                  <a:gd name="T16" fmla="*/ 0 h 48"/>
                  <a:gd name="T17" fmla="*/ 48 w 48"/>
                  <a:gd name="T18" fmla="*/ 48 h 48"/>
                </a:gdLst>
                <a:ahLst/>
                <a:cxnLst>
                  <a:cxn ang="T10">
                    <a:pos x="T0" y="T1"/>
                  </a:cxn>
                  <a:cxn ang="T11">
                    <a:pos x="T2" y="T3"/>
                  </a:cxn>
                  <a:cxn ang="T12">
                    <a:pos x="T4" y="T5"/>
                  </a:cxn>
                  <a:cxn ang="T13">
                    <a:pos x="T6" y="T7"/>
                  </a:cxn>
                  <a:cxn ang="T14">
                    <a:pos x="T8" y="T9"/>
                  </a:cxn>
                </a:cxnLst>
                <a:rect l="T15" t="T16" r="T17" b="T18"/>
                <a:pathLst>
                  <a:path w="48" h="48">
                    <a:moveTo>
                      <a:pt x="0" y="32"/>
                    </a:moveTo>
                    <a:lnTo>
                      <a:pt x="8" y="48"/>
                    </a:lnTo>
                    <a:lnTo>
                      <a:pt x="48" y="16"/>
                    </a:lnTo>
                    <a:lnTo>
                      <a:pt x="40" y="0"/>
                    </a:lnTo>
                    <a:lnTo>
                      <a:pt x="0" y="32"/>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34" name="Freeform 239"/>
              <p:cNvSpPr>
                <a:spLocks/>
              </p:cNvSpPr>
              <p:nvPr/>
            </p:nvSpPr>
            <p:spPr bwMode="auto">
              <a:xfrm>
                <a:off x="1503" y="1121"/>
                <a:ext cx="56" cy="56"/>
              </a:xfrm>
              <a:custGeom>
                <a:avLst/>
                <a:gdLst>
                  <a:gd name="T0" fmla="*/ 0 w 56"/>
                  <a:gd name="T1" fmla="*/ 40 h 56"/>
                  <a:gd name="T2" fmla="*/ 8 w 56"/>
                  <a:gd name="T3" fmla="*/ 56 h 56"/>
                  <a:gd name="T4" fmla="*/ 56 w 56"/>
                  <a:gd name="T5" fmla="*/ 16 h 56"/>
                  <a:gd name="T6" fmla="*/ 48 w 56"/>
                  <a:gd name="T7" fmla="*/ 0 h 56"/>
                  <a:gd name="T8" fmla="*/ 0 w 56"/>
                  <a:gd name="T9" fmla="*/ 40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0" y="40"/>
                    </a:moveTo>
                    <a:lnTo>
                      <a:pt x="8" y="56"/>
                    </a:lnTo>
                    <a:lnTo>
                      <a:pt x="56" y="16"/>
                    </a:lnTo>
                    <a:lnTo>
                      <a:pt x="48" y="0"/>
                    </a:lnTo>
                    <a:lnTo>
                      <a:pt x="0" y="4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35" name="Freeform 240"/>
              <p:cNvSpPr>
                <a:spLocks/>
              </p:cNvSpPr>
              <p:nvPr/>
            </p:nvSpPr>
            <p:spPr bwMode="auto">
              <a:xfrm>
                <a:off x="1591" y="1057"/>
                <a:ext cx="56" cy="56"/>
              </a:xfrm>
              <a:custGeom>
                <a:avLst/>
                <a:gdLst>
                  <a:gd name="T0" fmla="*/ 0 w 56"/>
                  <a:gd name="T1" fmla="*/ 40 h 56"/>
                  <a:gd name="T2" fmla="*/ 8 w 56"/>
                  <a:gd name="T3" fmla="*/ 56 h 56"/>
                  <a:gd name="T4" fmla="*/ 56 w 56"/>
                  <a:gd name="T5" fmla="*/ 16 h 56"/>
                  <a:gd name="T6" fmla="*/ 48 w 56"/>
                  <a:gd name="T7" fmla="*/ 0 h 56"/>
                  <a:gd name="T8" fmla="*/ 0 w 56"/>
                  <a:gd name="T9" fmla="*/ 40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0" y="40"/>
                    </a:moveTo>
                    <a:lnTo>
                      <a:pt x="8" y="56"/>
                    </a:lnTo>
                    <a:lnTo>
                      <a:pt x="56" y="16"/>
                    </a:lnTo>
                    <a:lnTo>
                      <a:pt x="48" y="0"/>
                    </a:lnTo>
                    <a:lnTo>
                      <a:pt x="0" y="4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36" name="Freeform 241"/>
              <p:cNvSpPr>
                <a:spLocks/>
              </p:cNvSpPr>
              <p:nvPr/>
            </p:nvSpPr>
            <p:spPr bwMode="auto">
              <a:xfrm>
                <a:off x="1679" y="993"/>
                <a:ext cx="56" cy="48"/>
              </a:xfrm>
              <a:custGeom>
                <a:avLst/>
                <a:gdLst>
                  <a:gd name="T0" fmla="*/ 0 w 56"/>
                  <a:gd name="T1" fmla="*/ 32 h 48"/>
                  <a:gd name="T2" fmla="*/ 8 w 56"/>
                  <a:gd name="T3" fmla="*/ 48 h 48"/>
                  <a:gd name="T4" fmla="*/ 56 w 56"/>
                  <a:gd name="T5" fmla="*/ 16 h 48"/>
                  <a:gd name="T6" fmla="*/ 48 w 56"/>
                  <a:gd name="T7" fmla="*/ 0 h 48"/>
                  <a:gd name="T8" fmla="*/ 0 w 56"/>
                  <a:gd name="T9" fmla="*/ 32 h 48"/>
                  <a:gd name="T10" fmla="*/ 0 60000 65536"/>
                  <a:gd name="T11" fmla="*/ 0 60000 65536"/>
                  <a:gd name="T12" fmla="*/ 0 60000 65536"/>
                  <a:gd name="T13" fmla="*/ 0 60000 65536"/>
                  <a:gd name="T14" fmla="*/ 0 60000 65536"/>
                  <a:gd name="T15" fmla="*/ 0 w 56"/>
                  <a:gd name="T16" fmla="*/ 0 h 48"/>
                  <a:gd name="T17" fmla="*/ 56 w 56"/>
                  <a:gd name="T18" fmla="*/ 48 h 48"/>
                </a:gdLst>
                <a:ahLst/>
                <a:cxnLst>
                  <a:cxn ang="T10">
                    <a:pos x="T0" y="T1"/>
                  </a:cxn>
                  <a:cxn ang="T11">
                    <a:pos x="T2" y="T3"/>
                  </a:cxn>
                  <a:cxn ang="T12">
                    <a:pos x="T4" y="T5"/>
                  </a:cxn>
                  <a:cxn ang="T13">
                    <a:pos x="T6" y="T7"/>
                  </a:cxn>
                  <a:cxn ang="T14">
                    <a:pos x="T8" y="T9"/>
                  </a:cxn>
                </a:cxnLst>
                <a:rect l="T15" t="T16" r="T17" b="T18"/>
                <a:pathLst>
                  <a:path w="56" h="48">
                    <a:moveTo>
                      <a:pt x="0" y="32"/>
                    </a:moveTo>
                    <a:lnTo>
                      <a:pt x="8" y="48"/>
                    </a:lnTo>
                    <a:lnTo>
                      <a:pt x="56" y="16"/>
                    </a:lnTo>
                    <a:lnTo>
                      <a:pt x="48" y="0"/>
                    </a:lnTo>
                    <a:lnTo>
                      <a:pt x="0" y="32"/>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37" name="Freeform 242"/>
              <p:cNvSpPr>
                <a:spLocks/>
              </p:cNvSpPr>
              <p:nvPr/>
            </p:nvSpPr>
            <p:spPr bwMode="auto">
              <a:xfrm>
                <a:off x="1767" y="929"/>
                <a:ext cx="64" cy="56"/>
              </a:xfrm>
              <a:custGeom>
                <a:avLst/>
                <a:gdLst>
                  <a:gd name="T0" fmla="*/ 0 w 64"/>
                  <a:gd name="T1" fmla="*/ 40 h 56"/>
                  <a:gd name="T2" fmla="*/ 8 w 64"/>
                  <a:gd name="T3" fmla="*/ 56 h 56"/>
                  <a:gd name="T4" fmla="*/ 64 w 64"/>
                  <a:gd name="T5" fmla="*/ 16 h 56"/>
                  <a:gd name="T6" fmla="*/ 56 w 64"/>
                  <a:gd name="T7" fmla="*/ 0 h 56"/>
                  <a:gd name="T8" fmla="*/ 0 w 64"/>
                  <a:gd name="T9" fmla="*/ 40 h 56"/>
                  <a:gd name="T10" fmla="*/ 0 60000 65536"/>
                  <a:gd name="T11" fmla="*/ 0 60000 65536"/>
                  <a:gd name="T12" fmla="*/ 0 60000 65536"/>
                  <a:gd name="T13" fmla="*/ 0 60000 65536"/>
                  <a:gd name="T14" fmla="*/ 0 60000 65536"/>
                  <a:gd name="T15" fmla="*/ 0 w 64"/>
                  <a:gd name="T16" fmla="*/ 0 h 56"/>
                  <a:gd name="T17" fmla="*/ 64 w 64"/>
                  <a:gd name="T18" fmla="*/ 56 h 56"/>
                </a:gdLst>
                <a:ahLst/>
                <a:cxnLst>
                  <a:cxn ang="T10">
                    <a:pos x="T0" y="T1"/>
                  </a:cxn>
                  <a:cxn ang="T11">
                    <a:pos x="T2" y="T3"/>
                  </a:cxn>
                  <a:cxn ang="T12">
                    <a:pos x="T4" y="T5"/>
                  </a:cxn>
                  <a:cxn ang="T13">
                    <a:pos x="T6" y="T7"/>
                  </a:cxn>
                  <a:cxn ang="T14">
                    <a:pos x="T8" y="T9"/>
                  </a:cxn>
                </a:cxnLst>
                <a:rect l="T15" t="T16" r="T17" b="T18"/>
                <a:pathLst>
                  <a:path w="64" h="56">
                    <a:moveTo>
                      <a:pt x="0" y="40"/>
                    </a:moveTo>
                    <a:lnTo>
                      <a:pt x="8" y="56"/>
                    </a:lnTo>
                    <a:lnTo>
                      <a:pt x="64" y="16"/>
                    </a:lnTo>
                    <a:lnTo>
                      <a:pt x="56" y="0"/>
                    </a:lnTo>
                    <a:lnTo>
                      <a:pt x="0" y="4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38" name="Freeform 243"/>
              <p:cNvSpPr>
                <a:spLocks/>
              </p:cNvSpPr>
              <p:nvPr/>
            </p:nvSpPr>
            <p:spPr bwMode="auto">
              <a:xfrm>
                <a:off x="1863" y="873"/>
                <a:ext cx="56" cy="48"/>
              </a:xfrm>
              <a:custGeom>
                <a:avLst/>
                <a:gdLst>
                  <a:gd name="T0" fmla="*/ 0 w 56"/>
                  <a:gd name="T1" fmla="*/ 32 h 48"/>
                  <a:gd name="T2" fmla="*/ 8 w 56"/>
                  <a:gd name="T3" fmla="*/ 48 h 48"/>
                  <a:gd name="T4" fmla="*/ 56 w 56"/>
                  <a:gd name="T5" fmla="*/ 16 h 48"/>
                  <a:gd name="T6" fmla="*/ 48 w 56"/>
                  <a:gd name="T7" fmla="*/ 16 h 48"/>
                  <a:gd name="T8" fmla="*/ 48 w 56"/>
                  <a:gd name="T9" fmla="*/ 0 h 48"/>
                  <a:gd name="T10" fmla="*/ 48 w 56"/>
                  <a:gd name="T11" fmla="*/ 0 h 48"/>
                  <a:gd name="T12" fmla="*/ 0 w 56"/>
                  <a:gd name="T13" fmla="*/ 32 h 48"/>
                  <a:gd name="T14" fmla="*/ 0 60000 65536"/>
                  <a:gd name="T15" fmla="*/ 0 60000 65536"/>
                  <a:gd name="T16" fmla="*/ 0 60000 65536"/>
                  <a:gd name="T17" fmla="*/ 0 60000 65536"/>
                  <a:gd name="T18" fmla="*/ 0 60000 65536"/>
                  <a:gd name="T19" fmla="*/ 0 60000 65536"/>
                  <a:gd name="T20" fmla="*/ 0 60000 65536"/>
                  <a:gd name="T21" fmla="*/ 0 w 56"/>
                  <a:gd name="T22" fmla="*/ 0 h 48"/>
                  <a:gd name="T23" fmla="*/ 56 w 56"/>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48">
                    <a:moveTo>
                      <a:pt x="0" y="32"/>
                    </a:moveTo>
                    <a:lnTo>
                      <a:pt x="8" y="48"/>
                    </a:lnTo>
                    <a:lnTo>
                      <a:pt x="56" y="16"/>
                    </a:lnTo>
                    <a:lnTo>
                      <a:pt x="48" y="16"/>
                    </a:lnTo>
                    <a:lnTo>
                      <a:pt x="48" y="0"/>
                    </a:lnTo>
                    <a:lnTo>
                      <a:pt x="0" y="32"/>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39" name="Rectangle 244"/>
              <p:cNvSpPr>
                <a:spLocks noChangeArrowheads="1"/>
              </p:cNvSpPr>
              <p:nvPr/>
            </p:nvSpPr>
            <p:spPr bwMode="auto">
              <a:xfrm>
                <a:off x="1911" y="873"/>
                <a:ext cx="8" cy="16"/>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340" name="Freeform 245"/>
              <p:cNvSpPr>
                <a:spLocks/>
              </p:cNvSpPr>
              <p:nvPr/>
            </p:nvSpPr>
            <p:spPr bwMode="auto">
              <a:xfrm>
                <a:off x="1959" y="825"/>
                <a:ext cx="64" cy="40"/>
              </a:xfrm>
              <a:custGeom>
                <a:avLst/>
                <a:gdLst>
                  <a:gd name="T0" fmla="*/ 0 w 64"/>
                  <a:gd name="T1" fmla="*/ 24 h 40"/>
                  <a:gd name="T2" fmla="*/ 8 w 64"/>
                  <a:gd name="T3" fmla="*/ 40 h 40"/>
                  <a:gd name="T4" fmla="*/ 64 w 64"/>
                  <a:gd name="T5" fmla="*/ 16 h 40"/>
                  <a:gd name="T6" fmla="*/ 56 w 64"/>
                  <a:gd name="T7" fmla="*/ 0 h 40"/>
                  <a:gd name="T8" fmla="*/ 0 w 64"/>
                  <a:gd name="T9" fmla="*/ 24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0" y="24"/>
                    </a:moveTo>
                    <a:lnTo>
                      <a:pt x="8" y="40"/>
                    </a:lnTo>
                    <a:lnTo>
                      <a:pt x="64" y="16"/>
                    </a:lnTo>
                    <a:lnTo>
                      <a:pt x="56" y="0"/>
                    </a:lnTo>
                    <a:lnTo>
                      <a:pt x="0" y="2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41" name="Freeform 246"/>
              <p:cNvSpPr>
                <a:spLocks/>
              </p:cNvSpPr>
              <p:nvPr/>
            </p:nvSpPr>
            <p:spPr bwMode="auto">
              <a:xfrm>
                <a:off x="2063" y="777"/>
                <a:ext cx="64" cy="40"/>
              </a:xfrm>
              <a:custGeom>
                <a:avLst/>
                <a:gdLst>
                  <a:gd name="T0" fmla="*/ 0 w 64"/>
                  <a:gd name="T1" fmla="*/ 24 h 40"/>
                  <a:gd name="T2" fmla="*/ 8 w 64"/>
                  <a:gd name="T3" fmla="*/ 40 h 40"/>
                  <a:gd name="T4" fmla="*/ 64 w 64"/>
                  <a:gd name="T5" fmla="*/ 16 h 40"/>
                  <a:gd name="T6" fmla="*/ 56 w 64"/>
                  <a:gd name="T7" fmla="*/ 0 h 40"/>
                  <a:gd name="T8" fmla="*/ 0 w 64"/>
                  <a:gd name="T9" fmla="*/ 24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0" y="24"/>
                    </a:moveTo>
                    <a:lnTo>
                      <a:pt x="8" y="40"/>
                    </a:lnTo>
                    <a:lnTo>
                      <a:pt x="64" y="16"/>
                    </a:lnTo>
                    <a:lnTo>
                      <a:pt x="56" y="0"/>
                    </a:lnTo>
                    <a:lnTo>
                      <a:pt x="0" y="2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42" name="Freeform 247"/>
              <p:cNvSpPr>
                <a:spLocks/>
              </p:cNvSpPr>
              <p:nvPr/>
            </p:nvSpPr>
            <p:spPr bwMode="auto">
              <a:xfrm>
                <a:off x="2159" y="745"/>
                <a:ext cx="24" cy="24"/>
              </a:xfrm>
              <a:custGeom>
                <a:avLst/>
                <a:gdLst>
                  <a:gd name="T0" fmla="*/ 0 w 24"/>
                  <a:gd name="T1" fmla="*/ 8 h 24"/>
                  <a:gd name="T2" fmla="*/ 8 w 24"/>
                  <a:gd name="T3" fmla="*/ 24 h 24"/>
                  <a:gd name="T4" fmla="*/ 24 w 24"/>
                  <a:gd name="T5" fmla="*/ 16 h 24"/>
                  <a:gd name="T6" fmla="*/ 24 w 24"/>
                  <a:gd name="T7" fmla="*/ 16 h 24"/>
                  <a:gd name="T8" fmla="*/ 16 w 24"/>
                  <a:gd name="T9" fmla="*/ 0 h 24"/>
                  <a:gd name="T10" fmla="*/ 16 w 24"/>
                  <a:gd name="T11" fmla="*/ 0 h 24"/>
                  <a:gd name="T12" fmla="*/ 0 w 24"/>
                  <a:gd name="T13" fmla="*/ 8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0" y="8"/>
                    </a:moveTo>
                    <a:lnTo>
                      <a:pt x="8" y="24"/>
                    </a:lnTo>
                    <a:lnTo>
                      <a:pt x="24" y="16"/>
                    </a:lnTo>
                    <a:lnTo>
                      <a:pt x="16" y="0"/>
                    </a:lnTo>
                    <a:lnTo>
                      <a:pt x="0"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43" name="Freeform 248"/>
              <p:cNvSpPr>
                <a:spLocks/>
              </p:cNvSpPr>
              <p:nvPr/>
            </p:nvSpPr>
            <p:spPr bwMode="auto">
              <a:xfrm>
                <a:off x="2175" y="728"/>
                <a:ext cx="48" cy="33"/>
              </a:xfrm>
              <a:custGeom>
                <a:avLst/>
                <a:gdLst>
                  <a:gd name="T0" fmla="*/ 0 w 48"/>
                  <a:gd name="T1" fmla="*/ 17 h 33"/>
                  <a:gd name="T2" fmla="*/ 8 w 48"/>
                  <a:gd name="T3" fmla="*/ 33 h 33"/>
                  <a:gd name="T4" fmla="*/ 48 w 48"/>
                  <a:gd name="T5" fmla="*/ 17 h 33"/>
                  <a:gd name="T6" fmla="*/ 40 w 48"/>
                  <a:gd name="T7" fmla="*/ 0 h 33"/>
                  <a:gd name="T8" fmla="*/ 0 w 48"/>
                  <a:gd name="T9" fmla="*/ 17 h 33"/>
                  <a:gd name="T10" fmla="*/ 0 60000 65536"/>
                  <a:gd name="T11" fmla="*/ 0 60000 65536"/>
                  <a:gd name="T12" fmla="*/ 0 60000 65536"/>
                  <a:gd name="T13" fmla="*/ 0 60000 65536"/>
                  <a:gd name="T14" fmla="*/ 0 60000 65536"/>
                  <a:gd name="T15" fmla="*/ 0 w 48"/>
                  <a:gd name="T16" fmla="*/ 0 h 33"/>
                  <a:gd name="T17" fmla="*/ 48 w 48"/>
                  <a:gd name="T18" fmla="*/ 33 h 33"/>
                </a:gdLst>
                <a:ahLst/>
                <a:cxnLst>
                  <a:cxn ang="T10">
                    <a:pos x="T0" y="T1"/>
                  </a:cxn>
                  <a:cxn ang="T11">
                    <a:pos x="T2" y="T3"/>
                  </a:cxn>
                  <a:cxn ang="T12">
                    <a:pos x="T4" y="T5"/>
                  </a:cxn>
                  <a:cxn ang="T13">
                    <a:pos x="T6" y="T7"/>
                  </a:cxn>
                  <a:cxn ang="T14">
                    <a:pos x="T8" y="T9"/>
                  </a:cxn>
                </a:cxnLst>
                <a:rect l="T15" t="T16" r="T17" b="T18"/>
                <a:pathLst>
                  <a:path w="48" h="33">
                    <a:moveTo>
                      <a:pt x="0" y="17"/>
                    </a:moveTo>
                    <a:lnTo>
                      <a:pt x="8" y="33"/>
                    </a:lnTo>
                    <a:lnTo>
                      <a:pt x="48" y="17"/>
                    </a:lnTo>
                    <a:lnTo>
                      <a:pt x="40" y="0"/>
                    </a:lnTo>
                    <a:lnTo>
                      <a:pt x="0" y="17"/>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44" name="Freeform 249"/>
              <p:cNvSpPr>
                <a:spLocks/>
              </p:cNvSpPr>
              <p:nvPr/>
            </p:nvSpPr>
            <p:spPr bwMode="auto">
              <a:xfrm>
                <a:off x="2263" y="696"/>
                <a:ext cx="64" cy="32"/>
              </a:xfrm>
              <a:custGeom>
                <a:avLst/>
                <a:gdLst>
                  <a:gd name="T0" fmla="*/ 0 w 64"/>
                  <a:gd name="T1" fmla="*/ 16 h 32"/>
                  <a:gd name="T2" fmla="*/ 8 w 64"/>
                  <a:gd name="T3" fmla="*/ 32 h 32"/>
                  <a:gd name="T4" fmla="*/ 64 w 64"/>
                  <a:gd name="T5" fmla="*/ 16 h 32"/>
                  <a:gd name="T6" fmla="*/ 56 w 64"/>
                  <a:gd name="T7" fmla="*/ 0 h 32"/>
                  <a:gd name="T8" fmla="*/ 0 w 64"/>
                  <a:gd name="T9" fmla="*/ 16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0" y="16"/>
                    </a:moveTo>
                    <a:lnTo>
                      <a:pt x="8" y="32"/>
                    </a:lnTo>
                    <a:lnTo>
                      <a:pt x="64" y="16"/>
                    </a:lnTo>
                    <a:lnTo>
                      <a:pt x="56" y="0"/>
                    </a:lnTo>
                    <a:lnTo>
                      <a:pt x="0"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45" name="Freeform 250"/>
              <p:cNvSpPr>
                <a:spLocks/>
              </p:cNvSpPr>
              <p:nvPr/>
            </p:nvSpPr>
            <p:spPr bwMode="auto">
              <a:xfrm>
                <a:off x="2367" y="656"/>
                <a:ext cx="72" cy="40"/>
              </a:xfrm>
              <a:custGeom>
                <a:avLst/>
                <a:gdLst>
                  <a:gd name="T0" fmla="*/ 0 w 72"/>
                  <a:gd name="T1" fmla="*/ 24 h 40"/>
                  <a:gd name="T2" fmla="*/ 8 w 72"/>
                  <a:gd name="T3" fmla="*/ 40 h 40"/>
                  <a:gd name="T4" fmla="*/ 72 w 72"/>
                  <a:gd name="T5" fmla="*/ 16 h 40"/>
                  <a:gd name="T6" fmla="*/ 64 w 72"/>
                  <a:gd name="T7" fmla="*/ 0 h 40"/>
                  <a:gd name="T8" fmla="*/ 0 w 72"/>
                  <a:gd name="T9" fmla="*/ 24 h 40"/>
                  <a:gd name="T10" fmla="*/ 0 60000 65536"/>
                  <a:gd name="T11" fmla="*/ 0 60000 65536"/>
                  <a:gd name="T12" fmla="*/ 0 60000 65536"/>
                  <a:gd name="T13" fmla="*/ 0 60000 65536"/>
                  <a:gd name="T14" fmla="*/ 0 60000 65536"/>
                  <a:gd name="T15" fmla="*/ 0 w 72"/>
                  <a:gd name="T16" fmla="*/ 0 h 40"/>
                  <a:gd name="T17" fmla="*/ 72 w 72"/>
                  <a:gd name="T18" fmla="*/ 40 h 40"/>
                </a:gdLst>
                <a:ahLst/>
                <a:cxnLst>
                  <a:cxn ang="T10">
                    <a:pos x="T0" y="T1"/>
                  </a:cxn>
                  <a:cxn ang="T11">
                    <a:pos x="T2" y="T3"/>
                  </a:cxn>
                  <a:cxn ang="T12">
                    <a:pos x="T4" y="T5"/>
                  </a:cxn>
                  <a:cxn ang="T13">
                    <a:pos x="T6" y="T7"/>
                  </a:cxn>
                  <a:cxn ang="T14">
                    <a:pos x="T8" y="T9"/>
                  </a:cxn>
                </a:cxnLst>
                <a:rect l="T15" t="T16" r="T17" b="T18"/>
                <a:pathLst>
                  <a:path w="72" h="40">
                    <a:moveTo>
                      <a:pt x="0" y="24"/>
                    </a:moveTo>
                    <a:lnTo>
                      <a:pt x="8" y="40"/>
                    </a:lnTo>
                    <a:lnTo>
                      <a:pt x="72" y="16"/>
                    </a:lnTo>
                    <a:lnTo>
                      <a:pt x="64" y="0"/>
                    </a:lnTo>
                    <a:lnTo>
                      <a:pt x="0" y="24"/>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46" name="Freeform 251"/>
              <p:cNvSpPr>
                <a:spLocks/>
              </p:cNvSpPr>
              <p:nvPr/>
            </p:nvSpPr>
            <p:spPr bwMode="auto">
              <a:xfrm>
                <a:off x="2471" y="624"/>
                <a:ext cx="64" cy="32"/>
              </a:xfrm>
              <a:custGeom>
                <a:avLst/>
                <a:gdLst>
                  <a:gd name="T0" fmla="*/ 0 w 64"/>
                  <a:gd name="T1" fmla="*/ 16 h 32"/>
                  <a:gd name="T2" fmla="*/ 0 w 64"/>
                  <a:gd name="T3" fmla="*/ 32 h 32"/>
                  <a:gd name="T4" fmla="*/ 64 w 64"/>
                  <a:gd name="T5" fmla="*/ 16 h 32"/>
                  <a:gd name="T6" fmla="*/ 64 w 64"/>
                  <a:gd name="T7" fmla="*/ 0 h 32"/>
                  <a:gd name="T8" fmla="*/ 0 w 64"/>
                  <a:gd name="T9" fmla="*/ 16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0" y="16"/>
                    </a:moveTo>
                    <a:lnTo>
                      <a:pt x="0" y="32"/>
                    </a:lnTo>
                    <a:lnTo>
                      <a:pt x="64" y="16"/>
                    </a:lnTo>
                    <a:lnTo>
                      <a:pt x="64" y="0"/>
                    </a:lnTo>
                    <a:lnTo>
                      <a:pt x="0"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47" name="Freeform 252"/>
              <p:cNvSpPr>
                <a:spLocks/>
              </p:cNvSpPr>
              <p:nvPr/>
            </p:nvSpPr>
            <p:spPr bwMode="auto">
              <a:xfrm>
                <a:off x="2583" y="600"/>
                <a:ext cx="64" cy="32"/>
              </a:xfrm>
              <a:custGeom>
                <a:avLst/>
                <a:gdLst>
                  <a:gd name="T0" fmla="*/ 0 w 64"/>
                  <a:gd name="T1" fmla="*/ 16 h 32"/>
                  <a:gd name="T2" fmla="*/ 8 w 64"/>
                  <a:gd name="T3" fmla="*/ 32 h 32"/>
                  <a:gd name="T4" fmla="*/ 64 w 64"/>
                  <a:gd name="T5" fmla="*/ 16 h 32"/>
                  <a:gd name="T6" fmla="*/ 56 w 64"/>
                  <a:gd name="T7" fmla="*/ 0 h 32"/>
                  <a:gd name="T8" fmla="*/ 0 w 64"/>
                  <a:gd name="T9" fmla="*/ 16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0" y="16"/>
                    </a:moveTo>
                    <a:lnTo>
                      <a:pt x="8" y="32"/>
                    </a:lnTo>
                    <a:lnTo>
                      <a:pt x="64" y="16"/>
                    </a:lnTo>
                    <a:lnTo>
                      <a:pt x="56" y="0"/>
                    </a:lnTo>
                    <a:lnTo>
                      <a:pt x="0"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48" name="Freeform 253"/>
              <p:cNvSpPr>
                <a:spLocks/>
              </p:cNvSpPr>
              <p:nvPr/>
            </p:nvSpPr>
            <p:spPr bwMode="auto">
              <a:xfrm>
                <a:off x="2687" y="576"/>
                <a:ext cx="48" cy="32"/>
              </a:xfrm>
              <a:custGeom>
                <a:avLst/>
                <a:gdLst>
                  <a:gd name="T0" fmla="*/ 0 w 48"/>
                  <a:gd name="T1" fmla="*/ 16 h 32"/>
                  <a:gd name="T2" fmla="*/ 8 w 48"/>
                  <a:gd name="T3" fmla="*/ 32 h 32"/>
                  <a:gd name="T4" fmla="*/ 48 w 48"/>
                  <a:gd name="T5" fmla="*/ 16 h 32"/>
                  <a:gd name="T6" fmla="*/ 40 w 48"/>
                  <a:gd name="T7" fmla="*/ 16 h 32"/>
                  <a:gd name="T8" fmla="*/ 40 w 48"/>
                  <a:gd name="T9" fmla="*/ 0 h 32"/>
                  <a:gd name="T10" fmla="*/ 40 w 48"/>
                  <a:gd name="T11" fmla="*/ 0 h 32"/>
                  <a:gd name="T12" fmla="*/ 0 w 48"/>
                  <a:gd name="T13" fmla="*/ 16 h 32"/>
                  <a:gd name="T14" fmla="*/ 0 60000 65536"/>
                  <a:gd name="T15" fmla="*/ 0 60000 65536"/>
                  <a:gd name="T16" fmla="*/ 0 60000 65536"/>
                  <a:gd name="T17" fmla="*/ 0 60000 65536"/>
                  <a:gd name="T18" fmla="*/ 0 60000 65536"/>
                  <a:gd name="T19" fmla="*/ 0 60000 65536"/>
                  <a:gd name="T20" fmla="*/ 0 60000 65536"/>
                  <a:gd name="T21" fmla="*/ 0 w 48"/>
                  <a:gd name="T22" fmla="*/ 0 h 32"/>
                  <a:gd name="T23" fmla="*/ 48 w 48"/>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2">
                    <a:moveTo>
                      <a:pt x="0" y="16"/>
                    </a:moveTo>
                    <a:lnTo>
                      <a:pt x="8" y="32"/>
                    </a:lnTo>
                    <a:lnTo>
                      <a:pt x="48" y="16"/>
                    </a:lnTo>
                    <a:lnTo>
                      <a:pt x="40" y="16"/>
                    </a:lnTo>
                    <a:lnTo>
                      <a:pt x="40" y="0"/>
                    </a:lnTo>
                    <a:lnTo>
                      <a:pt x="0"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49" name="Rectangle 254"/>
              <p:cNvSpPr>
                <a:spLocks noChangeArrowheads="1"/>
              </p:cNvSpPr>
              <p:nvPr/>
            </p:nvSpPr>
            <p:spPr bwMode="auto">
              <a:xfrm>
                <a:off x="2727" y="576"/>
                <a:ext cx="24" cy="16"/>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350" name="Freeform 255"/>
              <p:cNvSpPr>
                <a:spLocks/>
              </p:cNvSpPr>
              <p:nvPr/>
            </p:nvSpPr>
            <p:spPr bwMode="auto">
              <a:xfrm>
                <a:off x="2799" y="560"/>
                <a:ext cx="64" cy="24"/>
              </a:xfrm>
              <a:custGeom>
                <a:avLst/>
                <a:gdLst>
                  <a:gd name="T0" fmla="*/ 0 w 64"/>
                  <a:gd name="T1" fmla="*/ 8 h 24"/>
                  <a:gd name="T2" fmla="*/ 0 w 64"/>
                  <a:gd name="T3" fmla="*/ 24 h 24"/>
                  <a:gd name="T4" fmla="*/ 64 w 64"/>
                  <a:gd name="T5" fmla="*/ 16 h 24"/>
                  <a:gd name="T6" fmla="*/ 64 w 64"/>
                  <a:gd name="T7" fmla="*/ 0 h 24"/>
                  <a:gd name="T8" fmla="*/ 0 w 64"/>
                  <a:gd name="T9" fmla="*/ 8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0" y="8"/>
                    </a:moveTo>
                    <a:lnTo>
                      <a:pt x="0" y="24"/>
                    </a:lnTo>
                    <a:lnTo>
                      <a:pt x="64" y="16"/>
                    </a:lnTo>
                    <a:lnTo>
                      <a:pt x="64" y="0"/>
                    </a:lnTo>
                    <a:lnTo>
                      <a:pt x="0"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51" name="Freeform 256"/>
              <p:cNvSpPr>
                <a:spLocks/>
              </p:cNvSpPr>
              <p:nvPr/>
            </p:nvSpPr>
            <p:spPr bwMode="auto">
              <a:xfrm>
                <a:off x="2912" y="544"/>
                <a:ext cx="56" cy="24"/>
              </a:xfrm>
              <a:custGeom>
                <a:avLst/>
                <a:gdLst>
                  <a:gd name="T0" fmla="*/ 0 w 56"/>
                  <a:gd name="T1" fmla="*/ 8 h 24"/>
                  <a:gd name="T2" fmla="*/ 0 w 56"/>
                  <a:gd name="T3" fmla="*/ 24 h 24"/>
                  <a:gd name="T4" fmla="*/ 56 w 56"/>
                  <a:gd name="T5" fmla="*/ 16 h 24"/>
                  <a:gd name="T6" fmla="*/ 56 w 56"/>
                  <a:gd name="T7" fmla="*/ 0 h 24"/>
                  <a:gd name="T8" fmla="*/ 0 w 56"/>
                  <a:gd name="T9" fmla="*/ 8 h 24"/>
                  <a:gd name="T10" fmla="*/ 0 60000 65536"/>
                  <a:gd name="T11" fmla="*/ 0 60000 65536"/>
                  <a:gd name="T12" fmla="*/ 0 60000 65536"/>
                  <a:gd name="T13" fmla="*/ 0 60000 65536"/>
                  <a:gd name="T14" fmla="*/ 0 60000 65536"/>
                  <a:gd name="T15" fmla="*/ 0 w 56"/>
                  <a:gd name="T16" fmla="*/ 0 h 24"/>
                  <a:gd name="T17" fmla="*/ 56 w 56"/>
                  <a:gd name="T18" fmla="*/ 24 h 24"/>
                </a:gdLst>
                <a:ahLst/>
                <a:cxnLst>
                  <a:cxn ang="T10">
                    <a:pos x="T0" y="T1"/>
                  </a:cxn>
                  <a:cxn ang="T11">
                    <a:pos x="T2" y="T3"/>
                  </a:cxn>
                  <a:cxn ang="T12">
                    <a:pos x="T4" y="T5"/>
                  </a:cxn>
                  <a:cxn ang="T13">
                    <a:pos x="T6" y="T7"/>
                  </a:cxn>
                  <a:cxn ang="T14">
                    <a:pos x="T8" y="T9"/>
                  </a:cxn>
                </a:cxnLst>
                <a:rect l="T15" t="T16" r="T17" b="T18"/>
                <a:pathLst>
                  <a:path w="56" h="24">
                    <a:moveTo>
                      <a:pt x="0" y="8"/>
                    </a:moveTo>
                    <a:lnTo>
                      <a:pt x="0" y="24"/>
                    </a:lnTo>
                    <a:lnTo>
                      <a:pt x="56" y="16"/>
                    </a:lnTo>
                    <a:lnTo>
                      <a:pt x="56" y="0"/>
                    </a:lnTo>
                    <a:lnTo>
                      <a:pt x="0"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52" name="Rectangle 257"/>
              <p:cNvSpPr>
                <a:spLocks noChangeArrowheads="1"/>
              </p:cNvSpPr>
              <p:nvPr/>
            </p:nvSpPr>
            <p:spPr bwMode="auto">
              <a:xfrm>
                <a:off x="3016" y="536"/>
                <a:ext cx="64" cy="16"/>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353" name="Rectangle 258"/>
              <p:cNvSpPr>
                <a:spLocks noChangeArrowheads="1"/>
              </p:cNvSpPr>
              <p:nvPr/>
            </p:nvSpPr>
            <p:spPr bwMode="auto">
              <a:xfrm>
                <a:off x="3128" y="536"/>
                <a:ext cx="64" cy="16"/>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354" name="Freeform 259"/>
              <p:cNvSpPr>
                <a:spLocks/>
              </p:cNvSpPr>
              <p:nvPr/>
            </p:nvSpPr>
            <p:spPr bwMode="auto">
              <a:xfrm>
                <a:off x="3240" y="528"/>
                <a:ext cx="48" cy="16"/>
              </a:xfrm>
              <a:custGeom>
                <a:avLst/>
                <a:gdLst>
                  <a:gd name="T0" fmla="*/ 0 w 48"/>
                  <a:gd name="T1" fmla="*/ 0 h 16"/>
                  <a:gd name="T2" fmla="*/ 0 w 48"/>
                  <a:gd name="T3" fmla="*/ 16 h 16"/>
                  <a:gd name="T4" fmla="*/ 40 w 48"/>
                  <a:gd name="T5" fmla="*/ 16 h 16"/>
                  <a:gd name="T6" fmla="*/ 40 w 48"/>
                  <a:gd name="T7" fmla="*/ 16 h 16"/>
                  <a:gd name="T8" fmla="*/ 48 w 48"/>
                  <a:gd name="T9" fmla="*/ 0 h 16"/>
                  <a:gd name="T10" fmla="*/ 40 w 48"/>
                  <a:gd name="T11" fmla="*/ 0 h 16"/>
                  <a:gd name="T12" fmla="*/ 0 w 48"/>
                  <a:gd name="T13" fmla="*/ 0 h 16"/>
                  <a:gd name="T14" fmla="*/ 0 60000 65536"/>
                  <a:gd name="T15" fmla="*/ 0 60000 65536"/>
                  <a:gd name="T16" fmla="*/ 0 60000 65536"/>
                  <a:gd name="T17" fmla="*/ 0 60000 65536"/>
                  <a:gd name="T18" fmla="*/ 0 60000 65536"/>
                  <a:gd name="T19" fmla="*/ 0 60000 65536"/>
                  <a:gd name="T20" fmla="*/ 0 60000 65536"/>
                  <a:gd name="T21" fmla="*/ 0 w 48"/>
                  <a:gd name="T22" fmla="*/ 0 h 16"/>
                  <a:gd name="T23" fmla="*/ 48 w 48"/>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6">
                    <a:moveTo>
                      <a:pt x="0" y="0"/>
                    </a:moveTo>
                    <a:lnTo>
                      <a:pt x="0" y="16"/>
                    </a:lnTo>
                    <a:lnTo>
                      <a:pt x="40" y="16"/>
                    </a:lnTo>
                    <a:lnTo>
                      <a:pt x="48" y="0"/>
                    </a:lnTo>
                    <a:lnTo>
                      <a:pt x="40" y="0"/>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55" name="Freeform 260"/>
              <p:cNvSpPr>
                <a:spLocks/>
              </p:cNvSpPr>
              <p:nvPr/>
            </p:nvSpPr>
            <p:spPr bwMode="auto">
              <a:xfrm>
                <a:off x="3280" y="528"/>
                <a:ext cx="32" cy="24"/>
              </a:xfrm>
              <a:custGeom>
                <a:avLst/>
                <a:gdLst>
                  <a:gd name="T0" fmla="*/ 8 w 32"/>
                  <a:gd name="T1" fmla="*/ 0 h 24"/>
                  <a:gd name="T2" fmla="*/ 0 w 32"/>
                  <a:gd name="T3" fmla="*/ 16 h 24"/>
                  <a:gd name="T4" fmla="*/ 24 w 32"/>
                  <a:gd name="T5" fmla="*/ 24 h 24"/>
                  <a:gd name="T6" fmla="*/ 32 w 32"/>
                  <a:gd name="T7" fmla="*/ 8 h 24"/>
                  <a:gd name="T8" fmla="*/ 8 w 32"/>
                  <a:gd name="T9" fmla="*/ 0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8" y="0"/>
                    </a:moveTo>
                    <a:lnTo>
                      <a:pt x="0" y="16"/>
                    </a:lnTo>
                    <a:lnTo>
                      <a:pt x="24" y="24"/>
                    </a:lnTo>
                    <a:lnTo>
                      <a:pt x="32" y="8"/>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56" name="Freeform 261"/>
              <p:cNvSpPr>
                <a:spLocks/>
              </p:cNvSpPr>
              <p:nvPr/>
            </p:nvSpPr>
            <p:spPr bwMode="auto">
              <a:xfrm>
                <a:off x="3352" y="536"/>
                <a:ext cx="64" cy="24"/>
              </a:xfrm>
              <a:custGeom>
                <a:avLst/>
                <a:gdLst>
                  <a:gd name="T0" fmla="*/ 0 w 64"/>
                  <a:gd name="T1" fmla="*/ 0 h 24"/>
                  <a:gd name="T2" fmla="*/ 0 w 64"/>
                  <a:gd name="T3" fmla="*/ 16 h 24"/>
                  <a:gd name="T4" fmla="*/ 64 w 64"/>
                  <a:gd name="T5" fmla="*/ 24 h 24"/>
                  <a:gd name="T6" fmla="*/ 64 w 64"/>
                  <a:gd name="T7" fmla="*/ 8 h 24"/>
                  <a:gd name="T8" fmla="*/ 0 w 64"/>
                  <a:gd name="T9" fmla="*/ 0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0" y="0"/>
                    </a:moveTo>
                    <a:lnTo>
                      <a:pt x="0" y="16"/>
                    </a:lnTo>
                    <a:lnTo>
                      <a:pt x="64" y="24"/>
                    </a:lnTo>
                    <a:lnTo>
                      <a:pt x="64" y="8"/>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57" name="Freeform 262"/>
              <p:cNvSpPr>
                <a:spLocks/>
              </p:cNvSpPr>
              <p:nvPr/>
            </p:nvSpPr>
            <p:spPr bwMode="auto">
              <a:xfrm>
                <a:off x="3464" y="544"/>
                <a:ext cx="64" cy="24"/>
              </a:xfrm>
              <a:custGeom>
                <a:avLst/>
                <a:gdLst>
                  <a:gd name="T0" fmla="*/ 0 w 64"/>
                  <a:gd name="T1" fmla="*/ 0 h 24"/>
                  <a:gd name="T2" fmla="*/ 0 w 64"/>
                  <a:gd name="T3" fmla="*/ 16 h 24"/>
                  <a:gd name="T4" fmla="*/ 64 w 64"/>
                  <a:gd name="T5" fmla="*/ 24 h 24"/>
                  <a:gd name="T6" fmla="*/ 64 w 64"/>
                  <a:gd name="T7" fmla="*/ 8 h 24"/>
                  <a:gd name="T8" fmla="*/ 0 w 64"/>
                  <a:gd name="T9" fmla="*/ 0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0" y="0"/>
                    </a:moveTo>
                    <a:lnTo>
                      <a:pt x="0" y="16"/>
                    </a:lnTo>
                    <a:lnTo>
                      <a:pt x="64" y="24"/>
                    </a:lnTo>
                    <a:lnTo>
                      <a:pt x="64" y="8"/>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58" name="Freeform 263"/>
              <p:cNvSpPr>
                <a:spLocks/>
              </p:cNvSpPr>
              <p:nvPr/>
            </p:nvSpPr>
            <p:spPr bwMode="auto">
              <a:xfrm>
                <a:off x="3576" y="552"/>
                <a:ext cx="64" cy="32"/>
              </a:xfrm>
              <a:custGeom>
                <a:avLst/>
                <a:gdLst>
                  <a:gd name="T0" fmla="*/ 8 w 64"/>
                  <a:gd name="T1" fmla="*/ 0 h 32"/>
                  <a:gd name="T2" fmla="*/ 0 w 64"/>
                  <a:gd name="T3" fmla="*/ 16 h 32"/>
                  <a:gd name="T4" fmla="*/ 56 w 64"/>
                  <a:gd name="T5" fmla="*/ 32 h 32"/>
                  <a:gd name="T6" fmla="*/ 64 w 64"/>
                  <a:gd name="T7" fmla="*/ 16 h 32"/>
                  <a:gd name="T8" fmla="*/ 8 w 64"/>
                  <a:gd name="T9" fmla="*/ 0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8" y="0"/>
                    </a:moveTo>
                    <a:lnTo>
                      <a:pt x="0" y="16"/>
                    </a:lnTo>
                    <a:lnTo>
                      <a:pt x="56" y="32"/>
                    </a:lnTo>
                    <a:lnTo>
                      <a:pt x="64" y="16"/>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59" name="Freeform 264"/>
              <p:cNvSpPr>
                <a:spLocks/>
              </p:cNvSpPr>
              <p:nvPr/>
            </p:nvSpPr>
            <p:spPr bwMode="auto">
              <a:xfrm>
                <a:off x="3680" y="576"/>
                <a:ext cx="64" cy="24"/>
              </a:xfrm>
              <a:custGeom>
                <a:avLst/>
                <a:gdLst>
                  <a:gd name="T0" fmla="*/ 0 w 64"/>
                  <a:gd name="T1" fmla="*/ 0 h 24"/>
                  <a:gd name="T2" fmla="*/ 0 w 64"/>
                  <a:gd name="T3" fmla="*/ 16 h 24"/>
                  <a:gd name="T4" fmla="*/ 64 w 64"/>
                  <a:gd name="T5" fmla="*/ 24 h 24"/>
                  <a:gd name="T6" fmla="*/ 64 w 64"/>
                  <a:gd name="T7" fmla="*/ 8 h 24"/>
                  <a:gd name="T8" fmla="*/ 0 w 64"/>
                  <a:gd name="T9" fmla="*/ 0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0" y="0"/>
                    </a:moveTo>
                    <a:lnTo>
                      <a:pt x="0" y="16"/>
                    </a:lnTo>
                    <a:lnTo>
                      <a:pt x="64" y="24"/>
                    </a:lnTo>
                    <a:lnTo>
                      <a:pt x="64" y="8"/>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60" name="Freeform 265"/>
              <p:cNvSpPr>
                <a:spLocks/>
              </p:cNvSpPr>
              <p:nvPr/>
            </p:nvSpPr>
            <p:spPr bwMode="auto">
              <a:xfrm>
                <a:off x="3784" y="600"/>
                <a:ext cx="16" cy="16"/>
              </a:xfrm>
              <a:custGeom>
                <a:avLst/>
                <a:gdLst>
                  <a:gd name="T0" fmla="*/ 16 w 16"/>
                  <a:gd name="T1" fmla="*/ 8 h 16"/>
                  <a:gd name="T2" fmla="*/ 0 w 16"/>
                  <a:gd name="T3" fmla="*/ 8 h 16"/>
                  <a:gd name="T4" fmla="*/ 0 w 16"/>
                  <a:gd name="T5" fmla="*/ 8 h 16"/>
                  <a:gd name="T6" fmla="*/ 8 w 16"/>
                  <a:gd name="T7" fmla="*/ 16 h 16"/>
                  <a:gd name="T8" fmla="*/ 16 w 16"/>
                  <a:gd name="T9" fmla="*/ 0 h 16"/>
                  <a:gd name="T10" fmla="*/ 16 w 16"/>
                  <a:gd name="T11" fmla="*/ 8 h 16"/>
                  <a:gd name="T12" fmla="*/ 0 60000 65536"/>
                  <a:gd name="T13" fmla="*/ 0 60000 65536"/>
                  <a:gd name="T14" fmla="*/ 0 60000 65536"/>
                  <a:gd name="T15" fmla="*/ 0 60000 65536"/>
                  <a:gd name="T16" fmla="*/ 0 60000 65536"/>
                  <a:gd name="T17" fmla="*/ 0 60000 65536"/>
                  <a:gd name="T18" fmla="*/ 0 w 16"/>
                  <a:gd name="T19" fmla="*/ 0 h 16"/>
                  <a:gd name="T20" fmla="*/ 16 w 1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16" h="16">
                    <a:moveTo>
                      <a:pt x="16" y="8"/>
                    </a:moveTo>
                    <a:lnTo>
                      <a:pt x="0" y="8"/>
                    </a:lnTo>
                    <a:lnTo>
                      <a:pt x="8" y="16"/>
                    </a:lnTo>
                    <a:lnTo>
                      <a:pt x="16" y="0"/>
                    </a:lnTo>
                    <a:lnTo>
                      <a:pt x="16"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61" name="Freeform 266"/>
              <p:cNvSpPr>
                <a:spLocks/>
              </p:cNvSpPr>
              <p:nvPr/>
            </p:nvSpPr>
            <p:spPr bwMode="auto">
              <a:xfrm>
                <a:off x="3792" y="600"/>
                <a:ext cx="64" cy="32"/>
              </a:xfrm>
              <a:custGeom>
                <a:avLst/>
                <a:gdLst>
                  <a:gd name="T0" fmla="*/ 8 w 64"/>
                  <a:gd name="T1" fmla="*/ 0 h 32"/>
                  <a:gd name="T2" fmla="*/ 0 w 64"/>
                  <a:gd name="T3" fmla="*/ 16 h 32"/>
                  <a:gd name="T4" fmla="*/ 56 w 64"/>
                  <a:gd name="T5" fmla="*/ 32 h 32"/>
                  <a:gd name="T6" fmla="*/ 64 w 64"/>
                  <a:gd name="T7" fmla="*/ 16 h 32"/>
                  <a:gd name="T8" fmla="*/ 8 w 64"/>
                  <a:gd name="T9" fmla="*/ 0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8" y="0"/>
                    </a:moveTo>
                    <a:lnTo>
                      <a:pt x="0" y="16"/>
                    </a:lnTo>
                    <a:lnTo>
                      <a:pt x="56" y="32"/>
                    </a:lnTo>
                    <a:lnTo>
                      <a:pt x="64" y="16"/>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62" name="Freeform 267"/>
              <p:cNvSpPr>
                <a:spLocks/>
              </p:cNvSpPr>
              <p:nvPr/>
            </p:nvSpPr>
            <p:spPr bwMode="auto">
              <a:xfrm>
                <a:off x="3896" y="632"/>
                <a:ext cx="64" cy="32"/>
              </a:xfrm>
              <a:custGeom>
                <a:avLst/>
                <a:gdLst>
                  <a:gd name="T0" fmla="*/ 0 w 64"/>
                  <a:gd name="T1" fmla="*/ 0 h 32"/>
                  <a:gd name="T2" fmla="*/ 0 w 64"/>
                  <a:gd name="T3" fmla="*/ 16 h 32"/>
                  <a:gd name="T4" fmla="*/ 64 w 64"/>
                  <a:gd name="T5" fmla="*/ 32 h 32"/>
                  <a:gd name="T6" fmla="*/ 64 w 64"/>
                  <a:gd name="T7" fmla="*/ 16 h 32"/>
                  <a:gd name="T8" fmla="*/ 0 w 64"/>
                  <a:gd name="T9" fmla="*/ 0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0" y="0"/>
                    </a:moveTo>
                    <a:lnTo>
                      <a:pt x="0" y="16"/>
                    </a:lnTo>
                    <a:lnTo>
                      <a:pt x="64" y="32"/>
                    </a:lnTo>
                    <a:lnTo>
                      <a:pt x="64" y="16"/>
                    </a:lnTo>
                    <a:lnTo>
                      <a:pt x="0"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63" name="Freeform 268"/>
              <p:cNvSpPr>
                <a:spLocks/>
              </p:cNvSpPr>
              <p:nvPr/>
            </p:nvSpPr>
            <p:spPr bwMode="auto">
              <a:xfrm>
                <a:off x="4000" y="664"/>
                <a:ext cx="32" cy="24"/>
              </a:xfrm>
              <a:custGeom>
                <a:avLst/>
                <a:gdLst>
                  <a:gd name="T0" fmla="*/ 8 w 32"/>
                  <a:gd name="T1" fmla="*/ 0 h 24"/>
                  <a:gd name="T2" fmla="*/ 0 w 32"/>
                  <a:gd name="T3" fmla="*/ 16 h 24"/>
                  <a:gd name="T4" fmla="*/ 24 w 32"/>
                  <a:gd name="T5" fmla="*/ 24 h 24"/>
                  <a:gd name="T6" fmla="*/ 24 w 32"/>
                  <a:gd name="T7" fmla="*/ 24 h 24"/>
                  <a:gd name="T8" fmla="*/ 32 w 32"/>
                  <a:gd name="T9" fmla="*/ 8 h 24"/>
                  <a:gd name="T10" fmla="*/ 32 w 32"/>
                  <a:gd name="T11" fmla="*/ 8 h 24"/>
                  <a:gd name="T12" fmla="*/ 8 w 32"/>
                  <a:gd name="T13" fmla="*/ 0 h 24"/>
                  <a:gd name="T14" fmla="*/ 0 60000 65536"/>
                  <a:gd name="T15" fmla="*/ 0 60000 65536"/>
                  <a:gd name="T16" fmla="*/ 0 60000 65536"/>
                  <a:gd name="T17" fmla="*/ 0 60000 65536"/>
                  <a:gd name="T18" fmla="*/ 0 60000 65536"/>
                  <a:gd name="T19" fmla="*/ 0 60000 65536"/>
                  <a:gd name="T20" fmla="*/ 0 60000 65536"/>
                  <a:gd name="T21" fmla="*/ 0 w 32"/>
                  <a:gd name="T22" fmla="*/ 0 h 24"/>
                  <a:gd name="T23" fmla="*/ 32 w 3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4">
                    <a:moveTo>
                      <a:pt x="8" y="0"/>
                    </a:moveTo>
                    <a:lnTo>
                      <a:pt x="0" y="16"/>
                    </a:lnTo>
                    <a:lnTo>
                      <a:pt x="24" y="24"/>
                    </a:lnTo>
                    <a:lnTo>
                      <a:pt x="32" y="8"/>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64" name="Freeform 269"/>
              <p:cNvSpPr>
                <a:spLocks/>
              </p:cNvSpPr>
              <p:nvPr/>
            </p:nvSpPr>
            <p:spPr bwMode="auto">
              <a:xfrm>
                <a:off x="4024" y="672"/>
                <a:ext cx="48" cy="32"/>
              </a:xfrm>
              <a:custGeom>
                <a:avLst/>
                <a:gdLst>
                  <a:gd name="T0" fmla="*/ 8 w 48"/>
                  <a:gd name="T1" fmla="*/ 0 h 32"/>
                  <a:gd name="T2" fmla="*/ 0 w 48"/>
                  <a:gd name="T3" fmla="*/ 16 h 32"/>
                  <a:gd name="T4" fmla="*/ 40 w 48"/>
                  <a:gd name="T5" fmla="*/ 32 h 32"/>
                  <a:gd name="T6" fmla="*/ 48 w 48"/>
                  <a:gd name="T7" fmla="*/ 16 h 32"/>
                  <a:gd name="T8" fmla="*/ 8 w 48"/>
                  <a:gd name="T9" fmla="*/ 0 h 32"/>
                  <a:gd name="T10" fmla="*/ 0 60000 65536"/>
                  <a:gd name="T11" fmla="*/ 0 60000 65536"/>
                  <a:gd name="T12" fmla="*/ 0 60000 65536"/>
                  <a:gd name="T13" fmla="*/ 0 60000 65536"/>
                  <a:gd name="T14" fmla="*/ 0 60000 65536"/>
                  <a:gd name="T15" fmla="*/ 0 w 48"/>
                  <a:gd name="T16" fmla="*/ 0 h 32"/>
                  <a:gd name="T17" fmla="*/ 48 w 48"/>
                  <a:gd name="T18" fmla="*/ 32 h 32"/>
                </a:gdLst>
                <a:ahLst/>
                <a:cxnLst>
                  <a:cxn ang="T10">
                    <a:pos x="T0" y="T1"/>
                  </a:cxn>
                  <a:cxn ang="T11">
                    <a:pos x="T2" y="T3"/>
                  </a:cxn>
                  <a:cxn ang="T12">
                    <a:pos x="T4" y="T5"/>
                  </a:cxn>
                  <a:cxn ang="T13">
                    <a:pos x="T6" y="T7"/>
                  </a:cxn>
                  <a:cxn ang="T14">
                    <a:pos x="T8" y="T9"/>
                  </a:cxn>
                </a:cxnLst>
                <a:rect l="T15" t="T16" r="T17" b="T18"/>
                <a:pathLst>
                  <a:path w="48" h="32">
                    <a:moveTo>
                      <a:pt x="8" y="0"/>
                    </a:moveTo>
                    <a:lnTo>
                      <a:pt x="0" y="16"/>
                    </a:lnTo>
                    <a:lnTo>
                      <a:pt x="40" y="32"/>
                    </a:lnTo>
                    <a:lnTo>
                      <a:pt x="48" y="16"/>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65" name="Freeform 270"/>
              <p:cNvSpPr>
                <a:spLocks/>
              </p:cNvSpPr>
              <p:nvPr/>
            </p:nvSpPr>
            <p:spPr bwMode="auto">
              <a:xfrm>
                <a:off x="4104" y="712"/>
                <a:ext cx="64" cy="41"/>
              </a:xfrm>
              <a:custGeom>
                <a:avLst/>
                <a:gdLst>
                  <a:gd name="T0" fmla="*/ 8 w 64"/>
                  <a:gd name="T1" fmla="*/ 0 h 41"/>
                  <a:gd name="T2" fmla="*/ 0 w 64"/>
                  <a:gd name="T3" fmla="*/ 16 h 41"/>
                  <a:gd name="T4" fmla="*/ 56 w 64"/>
                  <a:gd name="T5" fmla="*/ 41 h 41"/>
                  <a:gd name="T6" fmla="*/ 64 w 64"/>
                  <a:gd name="T7" fmla="*/ 24 h 41"/>
                  <a:gd name="T8" fmla="*/ 8 w 64"/>
                  <a:gd name="T9" fmla="*/ 0 h 41"/>
                  <a:gd name="T10" fmla="*/ 0 60000 65536"/>
                  <a:gd name="T11" fmla="*/ 0 60000 65536"/>
                  <a:gd name="T12" fmla="*/ 0 60000 65536"/>
                  <a:gd name="T13" fmla="*/ 0 60000 65536"/>
                  <a:gd name="T14" fmla="*/ 0 60000 65536"/>
                  <a:gd name="T15" fmla="*/ 0 w 64"/>
                  <a:gd name="T16" fmla="*/ 0 h 41"/>
                  <a:gd name="T17" fmla="*/ 64 w 64"/>
                  <a:gd name="T18" fmla="*/ 41 h 41"/>
                </a:gdLst>
                <a:ahLst/>
                <a:cxnLst>
                  <a:cxn ang="T10">
                    <a:pos x="T0" y="T1"/>
                  </a:cxn>
                  <a:cxn ang="T11">
                    <a:pos x="T2" y="T3"/>
                  </a:cxn>
                  <a:cxn ang="T12">
                    <a:pos x="T4" y="T5"/>
                  </a:cxn>
                  <a:cxn ang="T13">
                    <a:pos x="T6" y="T7"/>
                  </a:cxn>
                  <a:cxn ang="T14">
                    <a:pos x="T8" y="T9"/>
                  </a:cxn>
                </a:cxnLst>
                <a:rect l="T15" t="T16" r="T17" b="T18"/>
                <a:pathLst>
                  <a:path w="64" h="41">
                    <a:moveTo>
                      <a:pt x="8" y="0"/>
                    </a:moveTo>
                    <a:lnTo>
                      <a:pt x="0" y="16"/>
                    </a:lnTo>
                    <a:lnTo>
                      <a:pt x="56" y="41"/>
                    </a:lnTo>
                    <a:lnTo>
                      <a:pt x="64" y="24"/>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66" name="Freeform 271"/>
              <p:cNvSpPr>
                <a:spLocks/>
              </p:cNvSpPr>
              <p:nvPr/>
            </p:nvSpPr>
            <p:spPr bwMode="auto">
              <a:xfrm>
                <a:off x="4200" y="761"/>
                <a:ext cx="40" cy="32"/>
              </a:xfrm>
              <a:custGeom>
                <a:avLst/>
                <a:gdLst>
                  <a:gd name="T0" fmla="*/ 8 w 40"/>
                  <a:gd name="T1" fmla="*/ 0 h 32"/>
                  <a:gd name="T2" fmla="*/ 0 w 40"/>
                  <a:gd name="T3" fmla="*/ 16 h 32"/>
                  <a:gd name="T4" fmla="*/ 32 w 40"/>
                  <a:gd name="T5" fmla="*/ 32 h 32"/>
                  <a:gd name="T6" fmla="*/ 32 w 40"/>
                  <a:gd name="T7" fmla="*/ 32 h 32"/>
                  <a:gd name="T8" fmla="*/ 40 w 40"/>
                  <a:gd name="T9" fmla="*/ 16 h 32"/>
                  <a:gd name="T10" fmla="*/ 40 w 40"/>
                  <a:gd name="T11" fmla="*/ 16 h 32"/>
                  <a:gd name="T12" fmla="*/ 8 w 40"/>
                  <a:gd name="T13" fmla="*/ 0 h 32"/>
                  <a:gd name="T14" fmla="*/ 0 60000 65536"/>
                  <a:gd name="T15" fmla="*/ 0 60000 65536"/>
                  <a:gd name="T16" fmla="*/ 0 60000 65536"/>
                  <a:gd name="T17" fmla="*/ 0 60000 65536"/>
                  <a:gd name="T18" fmla="*/ 0 60000 65536"/>
                  <a:gd name="T19" fmla="*/ 0 60000 65536"/>
                  <a:gd name="T20" fmla="*/ 0 60000 65536"/>
                  <a:gd name="T21" fmla="*/ 0 w 40"/>
                  <a:gd name="T22" fmla="*/ 0 h 32"/>
                  <a:gd name="T23" fmla="*/ 40 w 40"/>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32">
                    <a:moveTo>
                      <a:pt x="8" y="0"/>
                    </a:moveTo>
                    <a:lnTo>
                      <a:pt x="0" y="16"/>
                    </a:lnTo>
                    <a:lnTo>
                      <a:pt x="32" y="32"/>
                    </a:lnTo>
                    <a:lnTo>
                      <a:pt x="40" y="16"/>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67" name="Freeform 272"/>
              <p:cNvSpPr>
                <a:spLocks/>
              </p:cNvSpPr>
              <p:nvPr/>
            </p:nvSpPr>
            <p:spPr bwMode="auto">
              <a:xfrm>
                <a:off x="4232" y="777"/>
                <a:ext cx="32" cy="32"/>
              </a:xfrm>
              <a:custGeom>
                <a:avLst/>
                <a:gdLst>
                  <a:gd name="T0" fmla="*/ 8 w 32"/>
                  <a:gd name="T1" fmla="*/ 0 h 32"/>
                  <a:gd name="T2" fmla="*/ 0 w 32"/>
                  <a:gd name="T3" fmla="*/ 16 h 32"/>
                  <a:gd name="T4" fmla="*/ 24 w 32"/>
                  <a:gd name="T5" fmla="*/ 32 h 32"/>
                  <a:gd name="T6" fmla="*/ 32 w 32"/>
                  <a:gd name="T7" fmla="*/ 16 h 32"/>
                  <a:gd name="T8" fmla="*/ 8 w 32"/>
                  <a:gd name="T9" fmla="*/ 0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8" y="0"/>
                    </a:moveTo>
                    <a:lnTo>
                      <a:pt x="0" y="16"/>
                    </a:lnTo>
                    <a:lnTo>
                      <a:pt x="24" y="32"/>
                    </a:lnTo>
                    <a:lnTo>
                      <a:pt x="32" y="16"/>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68" name="Freeform 273"/>
              <p:cNvSpPr>
                <a:spLocks/>
              </p:cNvSpPr>
              <p:nvPr/>
            </p:nvSpPr>
            <p:spPr bwMode="auto">
              <a:xfrm>
                <a:off x="4296" y="817"/>
                <a:ext cx="64" cy="56"/>
              </a:xfrm>
              <a:custGeom>
                <a:avLst/>
                <a:gdLst>
                  <a:gd name="T0" fmla="*/ 8 w 64"/>
                  <a:gd name="T1" fmla="*/ 0 h 56"/>
                  <a:gd name="T2" fmla="*/ 0 w 64"/>
                  <a:gd name="T3" fmla="*/ 16 h 56"/>
                  <a:gd name="T4" fmla="*/ 56 w 64"/>
                  <a:gd name="T5" fmla="*/ 56 h 56"/>
                  <a:gd name="T6" fmla="*/ 64 w 64"/>
                  <a:gd name="T7" fmla="*/ 40 h 56"/>
                  <a:gd name="T8" fmla="*/ 8 w 64"/>
                  <a:gd name="T9" fmla="*/ 0 h 56"/>
                  <a:gd name="T10" fmla="*/ 0 60000 65536"/>
                  <a:gd name="T11" fmla="*/ 0 60000 65536"/>
                  <a:gd name="T12" fmla="*/ 0 60000 65536"/>
                  <a:gd name="T13" fmla="*/ 0 60000 65536"/>
                  <a:gd name="T14" fmla="*/ 0 60000 65536"/>
                  <a:gd name="T15" fmla="*/ 0 w 64"/>
                  <a:gd name="T16" fmla="*/ 0 h 56"/>
                  <a:gd name="T17" fmla="*/ 64 w 64"/>
                  <a:gd name="T18" fmla="*/ 56 h 56"/>
                </a:gdLst>
                <a:ahLst/>
                <a:cxnLst>
                  <a:cxn ang="T10">
                    <a:pos x="T0" y="T1"/>
                  </a:cxn>
                  <a:cxn ang="T11">
                    <a:pos x="T2" y="T3"/>
                  </a:cxn>
                  <a:cxn ang="T12">
                    <a:pos x="T4" y="T5"/>
                  </a:cxn>
                  <a:cxn ang="T13">
                    <a:pos x="T6" y="T7"/>
                  </a:cxn>
                  <a:cxn ang="T14">
                    <a:pos x="T8" y="T9"/>
                  </a:cxn>
                </a:cxnLst>
                <a:rect l="T15" t="T16" r="T17" b="T18"/>
                <a:pathLst>
                  <a:path w="64" h="56">
                    <a:moveTo>
                      <a:pt x="8" y="0"/>
                    </a:moveTo>
                    <a:lnTo>
                      <a:pt x="0" y="16"/>
                    </a:lnTo>
                    <a:lnTo>
                      <a:pt x="56" y="56"/>
                    </a:lnTo>
                    <a:lnTo>
                      <a:pt x="64" y="40"/>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69" name="Freeform 274"/>
              <p:cNvSpPr>
                <a:spLocks/>
              </p:cNvSpPr>
              <p:nvPr/>
            </p:nvSpPr>
            <p:spPr bwMode="auto">
              <a:xfrm>
                <a:off x="4392" y="881"/>
                <a:ext cx="32" cy="32"/>
              </a:xfrm>
              <a:custGeom>
                <a:avLst/>
                <a:gdLst>
                  <a:gd name="T0" fmla="*/ 8 w 32"/>
                  <a:gd name="T1" fmla="*/ 0 h 32"/>
                  <a:gd name="T2" fmla="*/ 0 w 32"/>
                  <a:gd name="T3" fmla="*/ 16 h 32"/>
                  <a:gd name="T4" fmla="*/ 24 w 32"/>
                  <a:gd name="T5" fmla="*/ 32 h 32"/>
                  <a:gd name="T6" fmla="*/ 32 w 32"/>
                  <a:gd name="T7" fmla="*/ 16 h 32"/>
                  <a:gd name="T8" fmla="*/ 8 w 32"/>
                  <a:gd name="T9" fmla="*/ 0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8" y="0"/>
                    </a:moveTo>
                    <a:lnTo>
                      <a:pt x="0" y="16"/>
                    </a:lnTo>
                    <a:lnTo>
                      <a:pt x="24" y="32"/>
                    </a:lnTo>
                    <a:lnTo>
                      <a:pt x="32" y="16"/>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70" name="Freeform 275"/>
              <p:cNvSpPr>
                <a:spLocks/>
              </p:cNvSpPr>
              <p:nvPr/>
            </p:nvSpPr>
            <p:spPr bwMode="auto">
              <a:xfrm>
                <a:off x="4416" y="905"/>
                <a:ext cx="32" cy="32"/>
              </a:xfrm>
              <a:custGeom>
                <a:avLst/>
                <a:gdLst>
                  <a:gd name="T0" fmla="*/ 8 w 32"/>
                  <a:gd name="T1" fmla="*/ 0 h 32"/>
                  <a:gd name="T2" fmla="*/ 0 w 32"/>
                  <a:gd name="T3" fmla="*/ 8 h 32"/>
                  <a:gd name="T4" fmla="*/ 24 w 32"/>
                  <a:gd name="T5" fmla="*/ 32 h 32"/>
                  <a:gd name="T6" fmla="*/ 32 w 32"/>
                  <a:gd name="T7" fmla="*/ 24 h 32"/>
                  <a:gd name="T8" fmla="*/ 8 w 32"/>
                  <a:gd name="T9" fmla="*/ 0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8" y="0"/>
                    </a:moveTo>
                    <a:lnTo>
                      <a:pt x="0" y="8"/>
                    </a:lnTo>
                    <a:lnTo>
                      <a:pt x="24" y="32"/>
                    </a:lnTo>
                    <a:lnTo>
                      <a:pt x="32" y="24"/>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71" name="Freeform 276"/>
              <p:cNvSpPr>
                <a:spLocks/>
              </p:cNvSpPr>
              <p:nvPr/>
            </p:nvSpPr>
            <p:spPr bwMode="auto">
              <a:xfrm>
                <a:off x="4480" y="945"/>
                <a:ext cx="64" cy="56"/>
              </a:xfrm>
              <a:custGeom>
                <a:avLst/>
                <a:gdLst>
                  <a:gd name="T0" fmla="*/ 8 w 64"/>
                  <a:gd name="T1" fmla="*/ 0 h 56"/>
                  <a:gd name="T2" fmla="*/ 0 w 64"/>
                  <a:gd name="T3" fmla="*/ 16 h 56"/>
                  <a:gd name="T4" fmla="*/ 56 w 64"/>
                  <a:gd name="T5" fmla="*/ 56 h 56"/>
                  <a:gd name="T6" fmla="*/ 64 w 64"/>
                  <a:gd name="T7" fmla="*/ 40 h 56"/>
                  <a:gd name="T8" fmla="*/ 8 w 64"/>
                  <a:gd name="T9" fmla="*/ 0 h 56"/>
                  <a:gd name="T10" fmla="*/ 0 60000 65536"/>
                  <a:gd name="T11" fmla="*/ 0 60000 65536"/>
                  <a:gd name="T12" fmla="*/ 0 60000 65536"/>
                  <a:gd name="T13" fmla="*/ 0 60000 65536"/>
                  <a:gd name="T14" fmla="*/ 0 60000 65536"/>
                  <a:gd name="T15" fmla="*/ 0 w 64"/>
                  <a:gd name="T16" fmla="*/ 0 h 56"/>
                  <a:gd name="T17" fmla="*/ 64 w 64"/>
                  <a:gd name="T18" fmla="*/ 56 h 56"/>
                </a:gdLst>
                <a:ahLst/>
                <a:cxnLst>
                  <a:cxn ang="T10">
                    <a:pos x="T0" y="T1"/>
                  </a:cxn>
                  <a:cxn ang="T11">
                    <a:pos x="T2" y="T3"/>
                  </a:cxn>
                  <a:cxn ang="T12">
                    <a:pos x="T4" y="T5"/>
                  </a:cxn>
                  <a:cxn ang="T13">
                    <a:pos x="T6" y="T7"/>
                  </a:cxn>
                  <a:cxn ang="T14">
                    <a:pos x="T8" y="T9"/>
                  </a:cxn>
                </a:cxnLst>
                <a:rect l="T15" t="T16" r="T17" b="T18"/>
                <a:pathLst>
                  <a:path w="64" h="56">
                    <a:moveTo>
                      <a:pt x="8" y="0"/>
                    </a:moveTo>
                    <a:lnTo>
                      <a:pt x="0" y="16"/>
                    </a:lnTo>
                    <a:lnTo>
                      <a:pt x="56" y="56"/>
                    </a:lnTo>
                    <a:lnTo>
                      <a:pt x="64" y="40"/>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72" name="Freeform 277"/>
              <p:cNvSpPr>
                <a:spLocks/>
              </p:cNvSpPr>
              <p:nvPr/>
            </p:nvSpPr>
            <p:spPr bwMode="auto">
              <a:xfrm>
                <a:off x="4568" y="1017"/>
                <a:ext cx="16" cy="16"/>
              </a:xfrm>
              <a:custGeom>
                <a:avLst/>
                <a:gdLst>
                  <a:gd name="T0" fmla="*/ 8 w 16"/>
                  <a:gd name="T1" fmla="*/ 0 h 16"/>
                  <a:gd name="T2" fmla="*/ 0 w 16"/>
                  <a:gd name="T3" fmla="*/ 8 h 16"/>
                  <a:gd name="T4" fmla="*/ 8 w 16"/>
                  <a:gd name="T5" fmla="*/ 16 h 16"/>
                  <a:gd name="T6" fmla="*/ 8 w 16"/>
                  <a:gd name="T7" fmla="*/ 16 h 16"/>
                  <a:gd name="T8" fmla="*/ 16 w 16"/>
                  <a:gd name="T9" fmla="*/ 8 h 16"/>
                  <a:gd name="T10" fmla="*/ 16 w 16"/>
                  <a:gd name="T11" fmla="*/ 8 h 16"/>
                  <a:gd name="T12" fmla="*/ 8 w 16"/>
                  <a:gd name="T13" fmla="*/ 0 h 16"/>
                  <a:gd name="T14" fmla="*/ 0 60000 65536"/>
                  <a:gd name="T15" fmla="*/ 0 60000 65536"/>
                  <a:gd name="T16" fmla="*/ 0 60000 65536"/>
                  <a:gd name="T17" fmla="*/ 0 60000 65536"/>
                  <a:gd name="T18" fmla="*/ 0 60000 65536"/>
                  <a:gd name="T19" fmla="*/ 0 60000 65536"/>
                  <a:gd name="T20" fmla="*/ 0 60000 65536"/>
                  <a:gd name="T21" fmla="*/ 0 w 16"/>
                  <a:gd name="T22" fmla="*/ 0 h 16"/>
                  <a:gd name="T23" fmla="*/ 16 w 16"/>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16">
                    <a:moveTo>
                      <a:pt x="8" y="0"/>
                    </a:moveTo>
                    <a:lnTo>
                      <a:pt x="0" y="8"/>
                    </a:lnTo>
                    <a:lnTo>
                      <a:pt x="8" y="16"/>
                    </a:lnTo>
                    <a:lnTo>
                      <a:pt x="16" y="8"/>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73" name="Freeform 278"/>
              <p:cNvSpPr>
                <a:spLocks/>
              </p:cNvSpPr>
              <p:nvPr/>
            </p:nvSpPr>
            <p:spPr bwMode="auto">
              <a:xfrm>
                <a:off x="4576" y="1025"/>
                <a:ext cx="48" cy="48"/>
              </a:xfrm>
              <a:custGeom>
                <a:avLst/>
                <a:gdLst>
                  <a:gd name="T0" fmla="*/ 8 w 48"/>
                  <a:gd name="T1" fmla="*/ 0 h 48"/>
                  <a:gd name="T2" fmla="*/ 0 w 48"/>
                  <a:gd name="T3" fmla="*/ 8 h 48"/>
                  <a:gd name="T4" fmla="*/ 40 w 48"/>
                  <a:gd name="T5" fmla="*/ 48 h 48"/>
                  <a:gd name="T6" fmla="*/ 48 w 48"/>
                  <a:gd name="T7" fmla="*/ 40 h 48"/>
                  <a:gd name="T8" fmla="*/ 8 w 48"/>
                  <a:gd name="T9" fmla="*/ 0 h 48"/>
                  <a:gd name="T10" fmla="*/ 0 60000 65536"/>
                  <a:gd name="T11" fmla="*/ 0 60000 65536"/>
                  <a:gd name="T12" fmla="*/ 0 60000 65536"/>
                  <a:gd name="T13" fmla="*/ 0 60000 65536"/>
                  <a:gd name="T14" fmla="*/ 0 60000 65536"/>
                  <a:gd name="T15" fmla="*/ 0 w 48"/>
                  <a:gd name="T16" fmla="*/ 0 h 48"/>
                  <a:gd name="T17" fmla="*/ 48 w 48"/>
                  <a:gd name="T18" fmla="*/ 48 h 48"/>
                </a:gdLst>
                <a:ahLst/>
                <a:cxnLst>
                  <a:cxn ang="T10">
                    <a:pos x="T0" y="T1"/>
                  </a:cxn>
                  <a:cxn ang="T11">
                    <a:pos x="T2" y="T3"/>
                  </a:cxn>
                  <a:cxn ang="T12">
                    <a:pos x="T4" y="T5"/>
                  </a:cxn>
                  <a:cxn ang="T13">
                    <a:pos x="T6" y="T7"/>
                  </a:cxn>
                  <a:cxn ang="T14">
                    <a:pos x="T8" y="T9"/>
                  </a:cxn>
                </a:cxnLst>
                <a:rect l="T15" t="T16" r="T17" b="T18"/>
                <a:pathLst>
                  <a:path w="48" h="48">
                    <a:moveTo>
                      <a:pt x="8" y="0"/>
                    </a:moveTo>
                    <a:lnTo>
                      <a:pt x="0" y="8"/>
                    </a:lnTo>
                    <a:lnTo>
                      <a:pt x="40" y="48"/>
                    </a:lnTo>
                    <a:lnTo>
                      <a:pt x="48" y="40"/>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74" name="Freeform 279"/>
              <p:cNvSpPr>
                <a:spLocks/>
              </p:cNvSpPr>
              <p:nvPr/>
            </p:nvSpPr>
            <p:spPr bwMode="auto">
              <a:xfrm>
                <a:off x="4648" y="1097"/>
                <a:ext cx="56" cy="56"/>
              </a:xfrm>
              <a:custGeom>
                <a:avLst/>
                <a:gdLst>
                  <a:gd name="T0" fmla="*/ 8 w 56"/>
                  <a:gd name="T1" fmla="*/ 0 h 56"/>
                  <a:gd name="T2" fmla="*/ 0 w 56"/>
                  <a:gd name="T3" fmla="*/ 8 h 56"/>
                  <a:gd name="T4" fmla="*/ 48 w 56"/>
                  <a:gd name="T5" fmla="*/ 56 h 56"/>
                  <a:gd name="T6" fmla="*/ 56 w 56"/>
                  <a:gd name="T7" fmla="*/ 48 h 56"/>
                  <a:gd name="T8" fmla="*/ 8 w 56"/>
                  <a:gd name="T9" fmla="*/ 0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8" y="0"/>
                    </a:moveTo>
                    <a:lnTo>
                      <a:pt x="0" y="8"/>
                    </a:lnTo>
                    <a:lnTo>
                      <a:pt x="48" y="56"/>
                    </a:lnTo>
                    <a:lnTo>
                      <a:pt x="56" y="48"/>
                    </a:lnTo>
                    <a:lnTo>
                      <a:pt x="8"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75" name="Freeform 280"/>
              <p:cNvSpPr>
                <a:spLocks/>
              </p:cNvSpPr>
              <p:nvPr/>
            </p:nvSpPr>
            <p:spPr bwMode="auto">
              <a:xfrm>
                <a:off x="4720" y="1177"/>
                <a:ext cx="48" cy="64"/>
              </a:xfrm>
              <a:custGeom>
                <a:avLst/>
                <a:gdLst>
                  <a:gd name="T0" fmla="*/ 16 w 48"/>
                  <a:gd name="T1" fmla="*/ 0 h 64"/>
                  <a:gd name="T2" fmla="*/ 0 w 48"/>
                  <a:gd name="T3" fmla="*/ 8 h 64"/>
                  <a:gd name="T4" fmla="*/ 32 w 48"/>
                  <a:gd name="T5" fmla="*/ 64 h 64"/>
                  <a:gd name="T6" fmla="*/ 48 w 48"/>
                  <a:gd name="T7" fmla="*/ 56 h 64"/>
                  <a:gd name="T8" fmla="*/ 16 w 48"/>
                  <a:gd name="T9" fmla="*/ 0 h 64"/>
                  <a:gd name="T10" fmla="*/ 0 60000 65536"/>
                  <a:gd name="T11" fmla="*/ 0 60000 65536"/>
                  <a:gd name="T12" fmla="*/ 0 60000 65536"/>
                  <a:gd name="T13" fmla="*/ 0 60000 65536"/>
                  <a:gd name="T14" fmla="*/ 0 60000 65536"/>
                  <a:gd name="T15" fmla="*/ 0 w 48"/>
                  <a:gd name="T16" fmla="*/ 0 h 64"/>
                  <a:gd name="T17" fmla="*/ 48 w 48"/>
                  <a:gd name="T18" fmla="*/ 64 h 64"/>
                </a:gdLst>
                <a:ahLst/>
                <a:cxnLst>
                  <a:cxn ang="T10">
                    <a:pos x="T0" y="T1"/>
                  </a:cxn>
                  <a:cxn ang="T11">
                    <a:pos x="T2" y="T3"/>
                  </a:cxn>
                  <a:cxn ang="T12">
                    <a:pos x="T4" y="T5"/>
                  </a:cxn>
                  <a:cxn ang="T13">
                    <a:pos x="T6" y="T7"/>
                  </a:cxn>
                  <a:cxn ang="T14">
                    <a:pos x="T8" y="T9"/>
                  </a:cxn>
                </a:cxnLst>
                <a:rect l="T15" t="T16" r="T17" b="T18"/>
                <a:pathLst>
                  <a:path w="48" h="64">
                    <a:moveTo>
                      <a:pt x="16" y="0"/>
                    </a:moveTo>
                    <a:lnTo>
                      <a:pt x="0" y="8"/>
                    </a:lnTo>
                    <a:lnTo>
                      <a:pt x="32" y="64"/>
                    </a:lnTo>
                    <a:lnTo>
                      <a:pt x="48" y="56"/>
                    </a:lnTo>
                    <a:lnTo>
                      <a:pt x="1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76" name="Freeform 281"/>
              <p:cNvSpPr>
                <a:spLocks/>
              </p:cNvSpPr>
              <p:nvPr/>
            </p:nvSpPr>
            <p:spPr bwMode="auto">
              <a:xfrm>
                <a:off x="4776" y="1273"/>
                <a:ext cx="56" cy="56"/>
              </a:xfrm>
              <a:custGeom>
                <a:avLst/>
                <a:gdLst>
                  <a:gd name="T0" fmla="*/ 16 w 56"/>
                  <a:gd name="T1" fmla="*/ 0 h 56"/>
                  <a:gd name="T2" fmla="*/ 0 w 56"/>
                  <a:gd name="T3" fmla="*/ 8 h 56"/>
                  <a:gd name="T4" fmla="*/ 40 w 56"/>
                  <a:gd name="T5" fmla="*/ 56 h 56"/>
                  <a:gd name="T6" fmla="*/ 56 w 56"/>
                  <a:gd name="T7" fmla="*/ 48 h 56"/>
                  <a:gd name="T8" fmla="*/ 16 w 56"/>
                  <a:gd name="T9" fmla="*/ 0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16" y="0"/>
                    </a:moveTo>
                    <a:lnTo>
                      <a:pt x="0" y="8"/>
                    </a:lnTo>
                    <a:lnTo>
                      <a:pt x="40" y="56"/>
                    </a:lnTo>
                    <a:lnTo>
                      <a:pt x="56" y="48"/>
                    </a:lnTo>
                    <a:lnTo>
                      <a:pt x="1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77" name="Freeform 282"/>
              <p:cNvSpPr>
                <a:spLocks/>
              </p:cNvSpPr>
              <p:nvPr/>
            </p:nvSpPr>
            <p:spPr bwMode="auto">
              <a:xfrm>
                <a:off x="4832" y="1369"/>
                <a:ext cx="40" cy="64"/>
              </a:xfrm>
              <a:custGeom>
                <a:avLst/>
                <a:gdLst>
                  <a:gd name="T0" fmla="*/ 16 w 40"/>
                  <a:gd name="T1" fmla="*/ 0 h 64"/>
                  <a:gd name="T2" fmla="*/ 0 w 40"/>
                  <a:gd name="T3" fmla="*/ 8 h 64"/>
                  <a:gd name="T4" fmla="*/ 24 w 40"/>
                  <a:gd name="T5" fmla="*/ 64 h 64"/>
                  <a:gd name="T6" fmla="*/ 40 w 40"/>
                  <a:gd name="T7" fmla="*/ 56 h 64"/>
                  <a:gd name="T8" fmla="*/ 16 w 40"/>
                  <a:gd name="T9" fmla="*/ 0 h 64"/>
                  <a:gd name="T10" fmla="*/ 0 60000 65536"/>
                  <a:gd name="T11" fmla="*/ 0 60000 65536"/>
                  <a:gd name="T12" fmla="*/ 0 60000 65536"/>
                  <a:gd name="T13" fmla="*/ 0 60000 65536"/>
                  <a:gd name="T14" fmla="*/ 0 60000 65536"/>
                  <a:gd name="T15" fmla="*/ 0 w 40"/>
                  <a:gd name="T16" fmla="*/ 0 h 64"/>
                  <a:gd name="T17" fmla="*/ 40 w 40"/>
                  <a:gd name="T18" fmla="*/ 64 h 64"/>
                </a:gdLst>
                <a:ahLst/>
                <a:cxnLst>
                  <a:cxn ang="T10">
                    <a:pos x="T0" y="T1"/>
                  </a:cxn>
                  <a:cxn ang="T11">
                    <a:pos x="T2" y="T3"/>
                  </a:cxn>
                  <a:cxn ang="T12">
                    <a:pos x="T4" y="T5"/>
                  </a:cxn>
                  <a:cxn ang="T13">
                    <a:pos x="T6" y="T7"/>
                  </a:cxn>
                  <a:cxn ang="T14">
                    <a:pos x="T8" y="T9"/>
                  </a:cxn>
                </a:cxnLst>
                <a:rect l="T15" t="T16" r="T17" b="T18"/>
                <a:pathLst>
                  <a:path w="40" h="64">
                    <a:moveTo>
                      <a:pt x="16" y="0"/>
                    </a:moveTo>
                    <a:lnTo>
                      <a:pt x="0" y="8"/>
                    </a:lnTo>
                    <a:lnTo>
                      <a:pt x="24" y="64"/>
                    </a:lnTo>
                    <a:lnTo>
                      <a:pt x="40" y="56"/>
                    </a:lnTo>
                    <a:lnTo>
                      <a:pt x="1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78" name="Freeform 283"/>
              <p:cNvSpPr>
                <a:spLocks/>
              </p:cNvSpPr>
              <p:nvPr/>
            </p:nvSpPr>
            <p:spPr bwMode="auto">
              <a:xfrm>
                <a:off x="4880" y="1473"/>
                <a:ext cx="40" cy="56"/>
              </a:xfrm>
              <a:custGeom>
                <a:avLst/>
                <a:gdLst>
                  <a:gd name="T0" fmla="*/ 16 w 40"/>
                  <a:gd name="T1" fmla="*/ 0 h 56"/>
                  <a:gd name="T2" fmla="*/ 0 w 40"/>
                  <a:gd name="T3" fmla="*/ 8 h 56"/>
                  <a:gd name="T4" fmla="*/ 24 w 40"/>
                  <a:gd name="T5" fmla="*/ 56 h 56"/>
                  <a:gd name="T6" fmla="*/ 24 w 40"/>
                  <a:gd name="T7" fmla="*/ 48 h 56"/>
                  <a:gd name="T8" fmla="*/ 40 w 40"/>
                  <a:gd name="T9" fmla="*/ 48 h 56"/>
                  <a:gd name="T10" fmla="*/ 40 w 40"/>
                  <a:gd name="T11" fmla="*/ 48 h 56"/>
                  <a:gd name="T12" fmla="*/ 16 w 40"/>
                  <a:gd name="T13" fmla="*/ 0 h 56"/>
                  <a:gd name="T14" fmla="*/ 0 60000 65536"/>
                  <a:gd name="T15" fmla="*/ 0 60000 65536"/>
                  <a:gd name="T16" fmla="*/ 0 60000 65536"/>
                  <a:gd name="T17" fmla="*/ 0 60000 65536"/>
                  <a:gd name="T18" fmla="*/ 0 60000 65536"/>
                  <a:gd name="T19" fmla="*/ 0 60000 65536"/>
                  <a:gd name="T20" fmla="*/ 0 60000 65536"/>
                  <a:gd name="T21" fmla="*/ 0 w 40"/>
                  <a:gd name="T22" fmla="*/ 0 h 56"/>
                  <a:gd name="T23" fmla="*/ 40 w 40"/>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56">
                    <a:moveTo>
                      <a:pt x="16" y="0"/>
                    </a:moveTo>
                    <a:lnTo>
                      <a:pt x="0" y="8"/>
                    </a:lnTo>
                    <a:lnTo>
                      <a:pt x="24" y="56"/>
                    </a:lnTo>
                    <a:lnTo>
                      <a:pt x="24" y="48"/>
                    </a:lnTo>
                    <a:lnTo>
                      <a:pt x="40" y="48"/>
                    </a:lnTo>
                    <a:lnTo>
                      <a:pt x="1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79" name="Rectangle 284"/>
              <p:cNvSpPr>
                <a:spLocks noChangeArrowheads="1"/>
              </p:cNvSpPr>
              <p:nvPr/>
            </p:nvSpPr>
            <p:spPr bwMode="auto">
              <a:xfrm>
                <a:off x="4904" y="1521"/>
                <a:ext cx="16" cy="8"/>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380" name="Freeform 285"/>
              <p:cNvSpPr>
                <a:spLocks/>
              </p:cNvSpPr>
              <p:nvPr/>
            </p:nvSpPr>
            <p:spPr bwMode="auto">
              <a:xfrm>
                <a:off x="4920" y="1577"/>
                <a:ext cx="32" cy="64"/>
              </a:xfrm>
              <a:custGeom>
                <a:avLst/>
                <a:gdLst>
                  <a:gd name="T0" fmla="*/ 16 w 32"/>
                  <a:gd name="T1" fmla="*/ 0 h 64"/>
                  <a:gd name="T2" fmla="*/ 0 w 32"/>
                  <a:gd name="T3" fmla="*/ 8 h 64"/>
                  <a:gd name="T4" fmla="*/ 16 w 32"/>
                  <a:gd name="T5" fmla="*/ 64 h 64"/>
                  <a:gd name="T6" fmla="*/ 32 w 32"/>
                  <a:gd name="T7" fmla="*/ 56 h 64"/>
                  <a:gd name="T8" fmla="*/ 16 w 32"/>
                  <a:gd name="T9" fmla="*/ 0 h 64"/>
                  <a:gd name="T10" fmla="*/ 0 60000 65536"/>
                  <a:gd name="T11" fmla="*/ 0 60000 65536"/>
                  <a:gd name="T12" fmla="*/ 0 60000 65536"/>
                  <a:gd name="T13" fmla="*/ 0 60000 65536"/>
                  <a:gd name="T14" fmla="*/ 0 60000 65536"/>
                  <a:gd name="T15" fmla="*/ 0 w 32"/>
                  <a:gd name="T16" fmla="*/ 0 h 64"/>
                  <a:gd name="T17" fmla="*/ 32 w 32"/>
                  <a:gd name="T18" fmla="*/ 64 h 64"/>
                </a:gdLst>
                <a:ahLst/>
                <a:cxnLst>
                  <a:cxn ang="T10">
                    <a:pos x="T0" y="T1"/>
                  </a:cxn>
                  <a:cxn ang="T11">
                    <a:pos x="T2" y="T3"/>
                  </a:cxn>
                  <a:cxn ang="T12">
                    <a:pos x="T4" y="T5"/>
                  </a:cxn>
                  <a:cxn ang="T13">
                    <a:pos x="T6" y="T7"/>
                  </a:cxn>
                  <a:cxn ang="T14">
                    <a:pos x="T8" y="T9"/>
                  </a:cxn>
                </a:cxnLst>
                <a:rect l="T15" t="T16" r="T17" b="T18"/>
                <a:pathLst>
                  <a:path w="32" h="64">
                    <a:moveTo>
                      <a:pt x="16" y="0"/>
                    </a:moveTo>
                    <a:lnTo>
                      <a:pt x="0" y="8"/>
                    </a:lnTo>
                    <a:lnTo>
                      <a:pt x="16" y="64"/>
                    </a:lnTo>
                    <a:lnTo>
                      <a:pt x="32" y="56"/>
                    </a:lnTo>
                    <a:lnTo>
                      <a:pt x="1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81" name="Freeform 286"/>
              <p:cNvSpPr>
                <a:spLocks/>
              </p:cNvSpPr>
              <p:nvPr/>
            </p:nvSpPr>
            <p:spPr bwMode="auto">
              <a:xfrm>
                <a:off x="4944" y="1681"/>
                <a:ext cx="32" cy="56"/>
              </a:xfrm>
              <a:custGeom>
                <a:avLst/>
                <a:gdLst>
                  <a:gd name="T0" fmla="*/ 16 w 32"/>
                  <a:gd name="T1" fmla="*/ 0 h 56"/>
                  <a:gd name="T2" fmla="*/ 0 w 32"/>
                  <a:gd name="T3" fmla="*/ 8 h 56"/>
                  <a:gd name="T4" fmla="*/ 16 w 32"/>
                  <a:gd name="T5" fmla="*/ 56 h 56"/>
                  <a:gd name="T6" fmla="*/ 16 w 32"/>
                  <a:gd name="T7" fmla="*/ 48 h 56"/>
                  <a:gd name="T8" fmla="*/ 32 w 32"/>
                  <a:gd name="T9" fmla="*/ 48 h 56"/>
                  <a:gd name="T10" fmla="*/ 32 w 32"/>
                  <a:gd name="T11" fmla="*/ 48 h 56"/>
                  <a:gd name="T12" fmla="*/ 16 w 32"/>
                  <a:gd name="T13" fmla="*/ 0 h 56"/>
                  <a:gd name="T14" fmla="*/ 0 60000 65536"/>
                  <a:gd name="T15" fmla="*/ 0 60000 65536"/>
                  <a:gd name="T16" fmla="*/ 0 60000 65536"/>
                  <a:gd name="T17" fmla="*/ 0 60000 65536"/>
                  <a:gd name="T18" fmla="*/ 0 60000 65536"/>
                  <a:gd name="T19" fmla="*/ 0 60000 65536"/>
                  <a:gd name="T20" fmla="*/ 0 60000 65536"/>
                  <a:gd name="T21" fmla="*/ 0 w 32"/>
                  <a:gd name="T22" fmla="*/ 0 h 56"/>
                  <a:gd name="T23" fmla="*/ 32 w 32"/>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56">
                    <a:moveTo>
                      <a:pt x="16" y="0"/>
                    </a:moveTo>
                    <a:lnTo>
                      <a:pt x="0" y="8"/>
                    </a:lnTo>
                    <a:lnTo>
                      <a:pt x="16" y="56"/>
                    </a:lnTo>
                    <a:lnTo>
                      <a:pt x="16" y="48"/>
                    </a:lnTo>
                    <a:lnTo>
                      <a:pt x="32" y="48"/>
                    </a:lnTo>
                    <a:lnTo>
                      <a:pt x="1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82" name="Rectangle 287"/>
              <p:cNvSpPr>
                <a:spLocks noChangeArrowheads="1"/>
              </p:cNvSpPr>
              <p:nvPr/>
            </p:nvSpPr>
            <p:spPr bwMode="auto">
              <a:xfrm>
                <a:off x="4960" y="1729"/>
                <a:ext cx="16" cy="16"/>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383" name="Freeform 288"/>
              <p:cNvSpPr>
                <a:spLocks/>
              </p:cNvSpPr>
              <p:nvPr/>
            </p:nvSpPr>
            <p:spPr bwMode="auto">
              <a:xfrm>
                <a:off x="4968" y="1793"/>
                <a:ext cx="24" cy="64"/>
              </a:xfrm>
              <a:custGeom>
                <a:avLst/>
                <a:gdLst>
                  <a:gd name="T0" fmla="*/ 16 w 24"/>
                  <a:gd name="T1" fmla="*/ 0 h 64"/>
                  <a:gd name="T2" fmla="*/ 0 w 24"/>
                  <a:gd name="T3" fmla="*/ 0 h 64"/>
                  <a:gd name="T4" fmla="*/ 8 w 24"/>
                  <a:gd name="T5" fmla="*/ 64 h 64"/>
                  <a:gd name="T6" fmla="*/ 24 w 24"/>
                  <a:gd name="T7" fmla="*/ 64 h 64"/>
                  <a:gd name="T8" fmla="*/ 16 w 24"/>
                  <a:gd name="T9" fmla="*/ 0 h 64"/>
                  <a:gd name="T10" fmla="*/ 0 60000 65536"/>
                  <a:gd name="T11" fmla="*/ 0 60000 65536"/>
                  <a:gd name="T12" fmla="*/ 0 60000 65536"/>
                  <a:gd name="T13" fmla="*/ 0 60000 65536"/>
                  <a:gd name="T14" fmla="*/ 0 60000 65536"/>
                  <a:gd name="T15" fmla="*/ 0 w 24"/>
                  <a:gd name="T16" fmla="*/ 0 h 64"/>
                  <a:gd name="T17" fmla="*/ 24 w 24"/>
                  <a:gd name="T18" fmla="*/ 64 h 64"/>
                </a:gdLst>
                <a:ahLst/>
                <a:cxnLst>
                  <a:cxn ang="T10">
                    <a:pos x="T0" y="T1"/>
                  </a:cxn>
                  <a:cxn ang="T11">
                    <a:pos x="T2" y="T3"/>
                  </a:cxn>
                  <a:cxn ang="T12">
                    <a:pos x="T4" y="T5"/>
                  </a:cxn>
                  <a:cxn ang="T13">
                    <a:pos x="T6" y="T7"/>
                  </a:cxn>
                  <a:cxn ang="T14">
                    <a:pos x="T8" y="T9"/>
                  </a:cxn>
                </a:cxnLst>
                <a:rect l="T15" t="T16" r="T17" b="T18"/>
                <a:pathLst>
                  <a:path w="24" h="64">
                    <a:moveTo>
                      <a:pt x="16" y="0"/>
                    </a:moveTo>
                    <a:lnTo>
                      <a:pt x="0" y="0"/>
                    </a:lnTo>
                    <a:lnTo>
                      <a:pt x="8" y="64"/>
                    </a:lnTo>
                    <a:lnTo>
                      <a:pt x="24" y="64"/>
                    </a:lnTo>
                    <a:lnTo>
                      <a:pt x="1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84" name="Freeform 289"/>
              <p:cNvSpPr>
                <a:spLocks/>
              </p:cNvSpPr>
              <p:nvPr/>
            </p:nvSpPr>
            <p:spPr bwMode="auto">
              <a:xfrm>
                <a:off x="4984" y="1905"/>
                <a:ext cx="24" cy="40"/>
              </a:xfrm>
              <a:custGeom>
                <a:avLst/>
                <a:gdLst>
                  <a:gd name="T0" fmla="*/ 16 w 24"/>
                  <a:gd name="T1" fmla="*/ 0 h 40"/>
                  <a:gd name="T2" fmla="*/ 0 w 24"/>
                  <a:gd name="T3" fmla="*/ 0 h 40"/>
                  <a:gd name="T4" fmla="*/ 8 w 24"/>
                  <a:gd name="T5" fmla="*/ 40 h 40"/>
                  <a:gd name="T6" fmla="*/ 8 w 24"/>
                  <a:gd name="T7" fmla="*/ 40 h 40"/>
                  <a:gd name="T8" fmla="*/ 24 w 24"/>
                  <a:gd name="T9" fmla="*/ 40 h 40"/>
                  <a:gd name="T10" fmla="*/ 24 w 24"/>
                  <a:gd name="T11" fmla="*/ 40 h 40"/>
                  <a:gd name="T12" fmla="*/ 16 w 24"/>
                  <a:gd name="T13" fmla="*/ 0 h 40"/>
                  <a:gd name="T14" fmla="*/ 0 60000 65536"/>
                  <a:gd name="T15" fmla="*/ 0 60000 65536"/>
                  <a:gd name="T16" fmla="*/ 0 60000 65536"/>
                  <a:gd name="T17" fmla="*/ 0 60000 65536"/>
                  <a:gd name="T18" fmla="*/ 0 60000 65536"/>
                  <a:gd name="T19" fmla="*/ 0 60000 65536"/>
                  <a:gd name="T20" fmla="*/ 0 60000 65536"/>
                  <a:gd name="T21" fmla="*/ 0 w 24"/>
                  <a:gd name="T22" fmla="*/ 0 h 40"/>
                  <a:gd name="T23" fmla="*/ 24 w 24"/>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40">
                    <a:moveTo>
                      <a:pt x="16" y="0"/>
                    </a:moveTo>
                    <a:lnTo>
                      <a:pt x="0" y="0"/>
                    </a:lnTo>
                    <a:lnTo>
                      <a:pt x="8" y="40"/>
                    </a:lnTo>
                    <a:lnTo>
                      <a:pt x="24" y="40"/>
                    </a:lnTo>
                    <a:lnTo>
                      <a:pt x="1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85" name="Rectangle 290"/>
              <p:cNvSpPr>
                <a:spLocks noChangeArrowheads="1"/>
              </p:cNvSpPr>
              <p:nvPr/>
            </p:nvSpPr>
            <p:spPr bwMode="auto">
              <a:xfrm>
                <a:off x="4992" y="1945"/>
                <a:ext cx="16" cy="16"/>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386" name="Rectangle 291"/>
              <p:cNvSpPr>
                <a:spLocks noChangeArrowheads="1"/>
              </p:cNvSpPr>
              <p:nvPr/>
            </p:nvSpPr>
            <p:spPr bwMode="auto">
              <a:xfrm>
                <a:off x="4992" y="2009"/>
                <a:ext cx="16" cy="64"/>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387" name="Freeform 292"/>
              <p:cNvSpPr>
                <a:spLocks/>
              </p:cNvSpPr>
              <p:nvPr/>
            </p:nvSpPr>
            <p:spPr bwMode="auto">
              <a:xfrm>
                <a:off x="4992" y="2121"/>
                <a:ext cx="16" cy="48"/>
              </a:xfrm>
              <a:custGeom>
                <a:avLst/>
                <a:gdLst>
                  <a:gd name="T0" fmla="*/ 16 w 16"/>
                  <a:gd name="T1" fmla="*/ 0 h 48"/>
                  <a:gd name="T2" fmla="*/ 0 w 16"/>
                  <a:gd name="T3" fmla="*/ 0 h 48"/>
                  <a:gd name="T4" fmla="*/ 0 w 16"/>
                  <a:gd name="T5" fmla="*/ 48 h 48"/>
                  <a:gd name="T6" fmla="*/ 0 w 16"/>
                  <a:gd name="T7" fmla="*/ 48 h 48"/>
                  <a:gd name="T8" fmla="*/ 16 w 16"/>
                  <a:gd name="T9" fmla="*/ 48 h 48"/>
                  <a:gd name="T10" fmla="*/ 16 w 16"/>
                  <a:gd name="T11" fmla="*/ 48 h 48"/>
                  <a:gd name="T12" fmla="*/ 16 w 16"/>
                  <a:gd name="T13" fmla="*/ 0 h 48"/>
                  <a:gd name="T14" fmla="*/ 0 60000 65536"/>
                  <a:gd name="T15" fmla="*/ 0 60000 65536"/>
                  <a:gd name="T16" fmla="*/ 0 60000 65536"/>
                  <a:gd name="T17" fmla="*/ 0 60000 65536"/>
                  <a:gd name="T18" fmla="*/ 0 60000 65536"/>
                  <a:gd name="T19" fmla="*/ 0 60000 65536"/>
                  <a:gd name="T20" fmla="*/ 0 60000 65536"/>
                  <a:gd name="T21" fmla="*/ 0 w 16"/>
                  <a:gd name="T22" fmla="*/ 0 h 48"/>
                  <a:gd name="T23" fmla="*/ 16 w 16"/>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48">
                    <a:moveTo>
                      <a:pt x="16" y="0"/>
                    </a:moveTo>
                    <a:lnTo>
                      <a:pt x="0" y="0"/>
                    </a:lnTo>
                    <a:lnTo>
                      <a:pt x="0" y="48"/>
                    </a:lnTo>
                    <a:lnTo>
                      <a:pt x="16" y="48"/>
                    </a:lnTo>
                    <a:lnTo>
                      <a:pt x="16"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88" name="Rectangle 293"/>
              <p:cNvSpPr>
                <a:spLocks noChangeArrowheads="1"/>
              </p:cNvSpPr>
              <p:nvPr/>
            </p:nvSpPr>
            <p:spPr bwMode="auto">
              <a:xfrm>
                <a:off x="4992" y="2169"/>
                <a:ext cx="16" cy="16"/>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389" name="Freeform 294"/>
              <p:cNvSpPr>
                <a:spLocks/>
              </p:cNvSpPr>
              <p:nvPr/>
            </p:nvSpPr>
            <p:spPr bwMode="auto">
              <a:xfrm>
                <a:off x="4976" y="2234"/>
                <a:ext cx="24" cy="64"/>
              </a:xfrm>
              <a:custGeom>
                <a:avLst/>
                <a:gdLst>
                  <a:gd name="T0" fmla="*/ 24 w 24"/>
                  <a:gd name="T1" fmla="*/ 0 h 64"/>
                  <a:gd name="T2" fmla="*/ 8 w 24"/>
                  <a:gd name="T3" fmla="*/ 0 h 64"/>
                  <a:gd name="T4" fmla="*/ 0 w 24"/>
                  <a:gd name="T5" fmla="*/ 64 h 64"/>
                  <a:gd name="T6" fmla="*/ 16 w 24"/>
                  <a:gd name="T7" fmla="*/ 64 h 64"/>
                  <a:gd name="T8" fmla="*/ 24 w 24"/>
                  <a:gd name="T9" fmla="*/ 0 h 64"/>
                  <a:gd name="T10" fmla="*/ 0 60000 65536"/>
                  <a:gd name="T11" fmla="*/ 0 60000 65536"/>
                  <a:gd name="T12" fmla="*/ 0 60000 65536"/>
                  <a:gd name="T13" fmla="*/ 0 60000 65536"/>
                  <a:gd name="T14" fmla="*/ 0 60000 65536"/>
                  <a:gd name="T15" fmla="*/ 0 w 24"/>
                  <a:gd name="T16" fmla="*/ 0 h 64"/>
                  <a:gd name="T17" fmla="*/ 24 w 24"/>
                  <a:gd name="T18" fmla="*/ 64 h 64"/>
                </a:gdLst>
                <a:ahLst/>
                <a:cxnLst>
                  <a:cxn ang="T10">
                    <a:pos x="T0" y="T1"/>
                  </a:cxn>
                  <a:cxn ang="T11">
                    <a:pos x="T2" y="T3"/>
                  </a:cxn>
                  <a:cxn ang="T12">
                    <a:pos x="T4" y="T5"/>
                  </a:cxn>
                  <a:cxn ang="T13">
                    <a:pos x="T6" y="T7"/>
                  </a:cxn>
                  <a:cxn ang="T14">
                    <a:pos x="T8" y="T9"/>
                  </a:cxn>
                </a:cxnLst>
                <a:rect l="T15" t="T16" r="T17" b="T18"/>
                <a:pathLst>
                  <a:path w="24" h="64">
                    <a:moveTo>
                      <a:pt x="24" y="0"/>
                    </a:moveTo>
                    <a:lnTo>
                      <a:pt x="8" y="0"/>
                    </a:lnTo>
                    <a:lnTo>
                      <a:pt x="0" y="64"/>
                    </a:lnTo>
                    <a:lnTo>
                      <a:pt x="16" y="64"/>
                    </a:lnTo>
                    <a:lnTo>
                      <a:pt x="2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90" name="Freeform 295"/>
              <p:cNvSpPr>
                <a:spLocks/>
              </p:cNvSpPr>
              <p:nvPr/>
            </p:nvSpPr>
            <p:spPr bwMode="auto">
              <a:xfrm>
                <a:off x="4968" y="2346"/>
                <a:ext cx="24" cy="40"/>
              </a:xfrm>
              <a:custGeom>
                <a:avLst/>
                <a:gdLst>
                  <a:gd name="T0" fmla="*/ 24 w 24"/>
                  <a:gd name="T1" fmla="*/ 0 h 40"/>
                  <a:gd name="T2" fmla="*/ 8 w 24"/>
                  <a:gd name="T3" fmla="*/ 0 h 40"/>
                  <a:gd name="T4" fmla="*/ 0 w 24"/>
                  <a:gd name="T5" fmla="*/ 40 h 40"/>
                  <a:gd name="T6" fmla="*/ 0 w 24"/>
                  <a:gd name="T7" fmla="*/ 40 h 40"/>
                  <a:gd name="T8" fmla="*/ 16 w 24"/>
                  <a:gd name="T9" fmla="*/ 40 h 40"/>
                  <a:gd name="T10" fmla="*/ 16 w 24"/>
                  <a:gd name="T11" fmla="*/ 40 h 40"/>
                  <a:gd name="T12" fmla="*/ 24 w 24"/>
                  <a:gd name="T13" fmla="*/ 0 h 40"/>
                  <a:gd name="T14" fmla="*/ 0 60000 65536"/>
                  <a:gd name="T15" fmla="*/ 0 60000 65536"/>
                  <a:gd name="T16" fmla="*/ 0 60000 65536"/>
                  <a:gd name="T17" fmla="*/ 0 60000 65536"/>
                  <a:gd name="T18" fmla="*/ 0 60000 65536"/>
                  <a:gd name="T19" fmla="*/ 0 60000 65536"/>
                  <a:gd name="T20" fmla="*/ 0 60000 65536"/>
                  <a:gd name="T21" fmla="*/ 0 w 24"/>
                  <a:gd name="T22" fmla="*/ 0 h 40"/>
                  <a:gd name="T23" fmla="*/ 24 w 24"/>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40">
                    <a:moveTo>
                      <a:pt x="24" y="0"/>
                    </a:moveTo>
                    <a:lnTo>
                      <a:pt x="8" y="0"/>
                    </a:lnTo>
                    <a:lnTo>
                      <a:pt x="0" y="40"/>
                    </a:lnTo>
                    <a:lnTo>
                      <a:pt x="16" y="40"/>
                    </a:lnTo>
                    <a:lnTo>
                      <a:pt x="2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91" name="Rectangle 296"/>
              <p:cNvSpPr>
                <a:spLocks noChangeArrowheads="1"/>
              </p:cNvSpPr>
              <p:nvPr/>
            </p:nvSpPr>
            <p:spPr bwMode="auto">
              <a:xfrm>
                <a:off x="4968" y="2386"/>
                <a:ext cx="16" cy="24"/>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392" name="Freeform 297"/>
              <p:cNvSpPr>
                <a:spLocks/>
              </p:cNvSpPr>
              <p:nvPr/>
            </p:nvSpPr>
            <p:spPr bwMode="auto">
              <a:xfrm>
                <a:off x="4944" y="2458"/>
                <a:ext cx="24" cy="64"/>
              </a:xfrm>
              <a:custGeom>
                <a:avLst/>
                <a:gdLst>
                  <a:gd name="T0" fmla="*/ 24 w 24"/>
                  <a:gd name="T1" fmla="*/ 0 h 64"/>
                  <a:gd name="T2" fmla="*/ 8 w 24"/>
                  <a:gd name="T3" fmla="*/ 0 h 64"/>
                  <a:gd name="T4" fmla="*/ 0 w 24"/>
                  <a:gd name="T5" fmla="*/ 64 h 64"/>
                  <a:gd name="T6" fmla="*/ 16 w 24"/>
                  <a:gd name="T7" fmla="*/ 64 h 64"/>
                  <a:gd name="T8" fmla="*/ 24 w 24"/>
                  <a:gd name="T9" fmla="*/ 0 h 64"/>
                  <a:gd name="T10" fmla="*/ 0 60000 65536"/>
                  <a:gd name="T11" fmla="*/ 0 60000 65536"/>
                  <a:gd name="T12" fmla="*/ 0 60000 65536"/>
                  <a:gd name="T13" fmla="*/ 0 60000 65536"/>
                  <a:gd name="T14" fmla="*/ 0 60000 65536"/>
                  <a:gd name="T15" fmla="*/ 0 w 24"/>
                  <a:gd name="T16" fmla="*/ 0 h 64"/>
                  <a:gd name="T17" fmla="*/ 24 w 24"/>
                  <a:gd name="T18" fmla="*/ 64 h 64"/>
                </a:gdLst>
                <a:ahLst/>
                <a:cxnLst>
                  <a:cxn ang="T10">
                    <a:pos x="T0" y="T1"/>
                  </a:cxn>
                  <a:cxn ang="T11">
                    <a:pos x="T2" y="T3"/>
                  </a:cxn>
                  <a:cxn ang="T12">
                    <a:pos x="T4" y="T5"/>
                  </a:cxn>
                  <a:cxn ang="T13">
                    <a:pos x="T6" y="T7"/>
                  </a:cxn>
                  <a:cxn ang="T14">
                    <a:pos x="T8" y="T9"/>
                  </a:cxn>
                </a:cxnLst>
                <a:rect l="T15" t="T16" r="T17" b="T18"/>
                <a:pathLst>
                  <a:path w="24" h="64">
                    <a:moveTo>
                      <a:pt x="24" y="0"/>
                    </a:moveTo>
                    <a:lnTo>
                      <a:pt x="8" y="0"/>
                    </a:lnTo>
                    <a:lnTo>
                      <a:pt x="0" y="64"/>
                    </a:lnTo>
                    <a:lnTo>
                      <a:pt x="16" y="64"/>
                    </a:lnTo>
                    <a:lnTo>
                      <a:pt x="2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93" name="Freeform 298"/>
              <p:cNvSpPr>
                <a:spLocks/>
              </p:cNvSpPr>
              <p:nvPr/>
            </p:nvSpPr>
            <p:spPr bwMode="auto">
              <a:xfrm>
                <a:off x="4920" y="2562"/>
                <a:ext cx="24" cy="56"/>
              </a:xfrm>
              <a:custGeom>
                <a:avLst/>
                <a:gdLst>
                  <a:gd name="T0" fmla="*/ 24 w 24"/>
                  <a:gd name="T1" fmla="*/ 0 h 56"/>
                  <a:gd name="T2" fmla="*/ 8 w 24"/>
                  <a:gd name="T3" fmla="*/ 0 h 56"/>
                  <a:gd name="T4" fmla="*/ 0 w 24"/>
                  <a:gd name="T5" fmla="*/ 48 h 56"/>
                  <a:gd name="T6" fmla="*/ 0 w 24"/>
                  <a:gd name="T7" fmla="*/ 48 h 56"/>
                  <a:gd name="T8" fmla="*/ 16 w 24"/>
                  <a:gd name="T9" fmla="*/ 56 h 56"/>
                  <a:gd name="T10" fmla="*/ 16 w 24"/>
                  <a:gd name="T11" fmla="*/ 48 h 56"/>
                  <a:gd name="T12" fmla="*/ 24 w 24"/>
                  <a:gd name="T13" fmla="*/ 0 h 56"/>
                  <a:gd name="T14" fmla="*/ 0 60000 65536"/>
                  <a:gd name="T15" fmla="*/ 0 60000 65536"/>
                  <a:gd name="T16" fmla="*/ 0 60000 65536"/>
                  <a:gd name="T17" fmla="*/ 0 60000 65536"/>
                  <a:gd name="T18" fmla="*/ 0 60000 65536"/>
                  <a:gd name="T19" fmla="*/ 0 60000 65536"/>
                  <a:gd name="T20" fmla="*/ 0 60000 65536"/>
                  <a:gd name="T21" fmla="*/ 0 w 24"/>
                  <a:gd name="T22" fmla="*/ 0 h 56"/>
                  <a:gd name="T23" fmla="*/ 24 w 24"/>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56">
                    <a:moveTo>
                      <a:pt x="24" y="0"/>
                    </a:moveTo>
                    <a:lnTo>
                      <a:pt x="8" y="0"/>
                    </a:lnTo>
                    <a:lnTo>
                      <a:pt x="0" y="48"/>
                    </a:lnTo>
                    <a:lnTo>
                      <a:pt x="16" y="56"/>
                    </a:lnTo>
                    <a:lnTo>
                      <a:pt x="16" y="48"/>
                    </a:lnTo>
                    <a:lnTo>
                      <a:pt x="2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94" name="Freeform 299"/>
              <p:cNvSpPr>
                <a:spLocks/>
              </p:cNvSpPr>
              <p:nvPr/>
            </p:nvSpPr>
            <p:spPr bwMode="auto">
              <a:xfrm>
                <a:off x="4912" y="2610"/>
                <a:ext cx="24" cy="24"/>
              </a:xfrm>
              <a:custGeom>
                <a:avLst/>
                <a:gdLst>
                  <a:gd name="T0" fmla="*/ 24 w 24"/>
                  <a:gd name="T1" fmla="*/ 8 h 24"/>
                  <a:gd name="T2" fmla="*/ 8 w 24"/>
                  <a:gd name="T3" fmla="*/ 0 h 24"/>
                  <a:gd name="T4" fmla="*/ 0 w 24"/>
                  <a:gd name="T5" fmla="*/ 16 h 24"/>
                  <a:gd name="T6" fmla="*/ 16 w 24"/>
                  <a:gd name="T7" fmla="*/ 24 h 24"/>
                  <a:gd name="T8" fmla="*/ 24 w 24"/>
                  <a:gd name="T9" fmla="*/ 8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24" y="8"/>
                    </a:moveTo>
                    <a:lnTo>
                      <a:pt x="8" y="0"/>
                    </a:lnTo>
                    <a:lnTo>
                      <a:pt x="0" y="16"/>
                    </a:lnTo>
                    <a:lnTo>
                      <a:pt x="16" y="24"/>
                    </a:lnTo>
                    <a:lnTo>
                      <a:pt x="24"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95" name="Freeform 300"/>
              <p:cNvSpPr>
                <a:spLocks/>
              </p:cNvSpPr>
              <p:nvPr/>
            </p:nvSpPr>
            <p:spPr bwMode="auto">
              <a:xfrm>
                <a:off x="4872" y="2674"/>
                <a:ext cx="40" cy="64"/>
              </a:xfrm>
              <a:custGeom>
                <a:avLst/>
                <a:gdLst>
                  <a:gd name="T0" fmla="*/ 40 w 40"/>
                  <a:gd name="T1" fmla="*/ 8 h 64"/>
                  <a:gd name="T2" fmla="*/ 24 w 40"/>
                  <a:gd name="T3" fmla="*/ 0 h 64"/>
                  <a:gd name="T4" fmla="*/ 0 w 40"/>
                  <a:gd name="T5" fmla="*/ 56 h 64"/>
                  <a:gd name="T6" fmla="*/ 16 w 40"/>
                  <a:gd name="T7" fmla="*/ 64 h 64"/>
                  <a:gd name="T8" fmla="*/ 40 w 40"/>
                  <a:gd name="T9" fmla="*/ 8 h 64"/>
                  <a:gd name="T10" fmla="*/ 0 60000 65536"/>
                  <a:gd name="T11" fmla="*/ 0 60000 65536"/>
                  <a:gd name="T12" fmla="*/ 0 60000 65536"/>
                  <a:gd name="T13" fmla="*/ 0 60000 65536"/>
                  <a:gd name="T14" fmla="*/ 0 60000 65536"/>
                  <a:gd name="T15" fmla="*/ 0 w 40"/>
                  <a:gd name="T16" fmla="*/ 0 h 64"/>
                  <a:gd name="T17" fmla="*/ 40 w 40"/>
                  <a:gd name="T18" fmla="*/ 64 h 64"/>
                </a:gdLst>
                <a:ahLst/>
                <a:cxnLst>
                  <a:cxn ang="T10">
                    <a:pos x="T0" y="T1"/>
                  </a:cxn>
                  <a:cxn ang="T11">
                    <a:pos x="T2" y="T3"/>
                  </a:cxn>
                  <a:cxn ang="T12">
                    <a:pos x="T4" y="T5"/>
                  </a:cxn>
                  <a:cxn ang="T13">
                    <a:pos x="T6" y="T7"/>
                  </a:cxn>
                  <a:cxn ang="T14">
                    <a:pos x="T8" y="T9"/>
                  </a:cxn>
                </a:cxnLst>
                <a:rect l="T15" t="T16" r="T17" b="T18"/>
                <a:pathLst>
                  <a:path w="40" h="64">
                    <a:moveTo>
                      <a:pt x="40" y="8"/>
                    </a:moveTo>
                    <a:lnTo>
                      <a:pt x="24" y="0"/>
                    </a:lnTo>
                    <a:lnTo>
                      <a:pt x="0" y="56"/>
                    </a:lnTo>
                    <a:lnTo>
                      <a:pt x="16" y="64"/>
                    </a:lnTo>
                    <a:lnTo>
                      <a:pt x="40"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96" name="Freeform 301"/>
              <p:cNvSpPr>
                <a:spLocks/>
              </p:cNvSpPr>
              <p:nvPr/>
            </p:nvSpPr>
            <p:spPr bwMode="auto">
              <a:xfrm>
                <a:off x="4848" y="2778"/>
                <a:ext cx="24" cy="48"/>
              </a:xfrm>
              <a:custGeom>
                <a:avLst/>
                <a:gdLst>
                  <a:gd name="T0" fmla="*/ 24 w 24"/>
                  <a:gd name="T1" fmla="*/ 0 h 48"/>
                  <a:gd name="T2" fmla="*/ 8 w 24"/>
                  <a:gd name="T3" fmla="*/ 0 h 48"/>
                  <a:gd name="T4" fmla="*/ 0 w 24"/>
                  <a:gd name="T5" fmla="*/ 40 h 48"/>
                  <a:gd name="T6" fmla="*/ 8 w 24"/>
                  <a:gd name="T7" fmla="*/ 40 h 48"/>
                  <a:gd name="T8" fmla="*/ 16 w 24"/>
                  <a:gd name="T9" fmla="*/ 48 h 48"/>
                  <a:gd name="T10" fmla="*/ 16 w 24"/>
                  <a:gd name="T11" fmla="*/ 40 h 48"/>
                  <a:gd name="T12" fmla="*/ 24 w 24"/>
                  <a:gd name="T13" fmla="*/ 0 h 48"/>
                  <a:gd name="T14" fmla="*/ 0 60000 65536"/>
                  <a:gd name="T15" fmla="*/ 0 60000 65536"/>
                  <a:gd name="T16" fmla="*/ 0 60000 65536"/>
                  <a:gd name="T17" fmla="*/ 0 60000 65536"/>
                  <a:gd name="T18" fmla="*/ 0 60000 65536"/>
                  <a:gd name="T19" fmla="*/ 0 60000 65536"/>
                  <a:gd name="T20" fmla="*/ 0 60000 65536"/>
                  <a:gd name="T21" fmla="*/ 0 w 24"/>
                  <a:gd name="T22" fmla="*/ 0 h 48"/>
                  <a:gd name="T23" fmla="*/ 24 w 24"/>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48">
                    <a:moveTo>
                      <a:pt x="24" y="0"/>
                    </a:moveTo>
                    <a:lnTo>
                      <a:pt x="8" y="0"/>
                    </a:lnTo>
                    <a:lnTo>
                      <a:pt x="0" y="40"/>
                    </a:lnTo>
                    <a:lnTo>
                      <a:pt x="8" y="40"/>
                    </a:lnTo>
                    <a:lnTo>
                      <a:pt x="16" y="48"/>
                    </a:lnTo>
                    <a:lnTo>
                      <a:pt x="16" y="40"/>
                    </a:lnTo>
                    <a:lnTo>
                      <a:pt x="24" y="0"/>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97" name="Freeform 302"/>
              <p:cNvSpPr>
                <a:spLocks/>
              </p:cNvSpPr>
              <p:nvPr/>
            </p:nvSpPr>
            <p:spPr bwMode="auto">
              <a:xfrm>
                <a:off x="4840" y="2818"/>
                <a:ext cx="24" cy="24"/>
              </a:xfrm>
              <a:custGeom>
                <a:avLst/>
                <a:gdLst>
                  <a:gd name="T0" fmla="*/ 24 w 24"/>
                  <a:gd name="T1" fmla="*/ 8 h 24"/>
                  <a:gd name="T2" fmla="*/ 16 w 24"/>
                  <a:gd name="T3" fmla="*/ 0 h 24"/>
                  <a:gd name="T4" fmla="*/ 0 w 24"/>
                  <a:gd name="T5" fmla="*/ 16 h 24"/>
                  <a:gd name="T6" fmla="*/ 8 w 24"/>
                  <a:gd name="T7" fmla="*/ 24 h 24"/>
                  <a:gd name="T8" fmla="*/ 24 w 24"/>
                  <a:gd name="T9" fmla="*/ 8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24" y="8"/>
                    </a:moveTo>
                    <a:lnTo>
                      <a:pt x="16" y="0"/>
                    </a:lnTo>
                    <a:lnTo>
                      <a:pt x="0" y="16"/>
                    </a:lnTo>
                    <a:lnTo>
                      <a:pt x="8" y="24"/>
                    </a:lnTo>
                    <a:lnTo>
                      <a:pt x="24"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98" name="Freeform 303"/>
              <p:cNvSpPr>
                <a:spLocks/>
              </p:cNvSpPr>
              <p:nvPr/>
            </p:nvSpPr>
            <p:spPr bwMode="auto">
              <a:xfrm>
                <a:off x="4784" y="2882"/>
                <a:ext cx="48" cy="64"/>
              </a:xfrm>
              <a:custGeom>
                <a:avLst/>
                <a:gdLst>
                  <a:gd name="T0" fmla="*/ 48 w 48"/>
                  <a:gd name="T1" fmla="*/ 8 h 64"/>
                  <a:gd name="T2" fmla="*/ 32 w 48"/>
                  <a:gd name="T3" fmla="*/ 0 h 64"/>
                  <a:gd name="T4" fmla="*/ 0 w 48"/>
                  <a:gd name="T5" fmla="*/ 56 h 64"/>
                  <a:gd name="T6" fmla="*/ 16 w 48"/>
                  <a:gd name="T7" fmla="*/ 64 h 64"/>
                  <a:gd name="T8" fmla="*/ 48 w 48"/>
                  <a:gd name="T9" fmla="*/ 8 h 64"/>
                  <a:gd name="T10" fmla="*/ 0 60000 65536"/>
                  <a:gd name="T11" fmla="*/ 0 60000 65536"/>
                  <a:gd name="T12" fmla="*/ 0 60000 65536"/>
                  <a:gd name="T13" fmla="*/ 0 60000 65536"/>
                  <a:gd name="T14" fmla="*/ 0 60000 65536"/>
                  <a:gd name="T15" fmla="*/ 0 w 48"/>
                  <a:gd name="T16" fmla="*/ 0 h 64"/>
                  <a:gd name="T17" fmla="*/ 48 w 48"/>
                  <a:gd name="T18" fmla="*/ 64 h 64"/>
                </a:gdLst>
                <a:ahLst/>
                <a:cxnLst>
                  <a:cxn ang="T10">
                    <a:pos x="T0" y="T1"/>
                  </a:cxn>
                  <a:cxn ang="T11">
                    <a:pos x="T2" y="T3"/>
                  </a:cxn>
                  <a:cxn ang="T12">
                    <a:pos x="T4" y="T5"/>
                  </a:cxn>
                  <a:cxn ang="T13">
                    <a:pos x="T6" y="T7"/>
                  </a:cxn>
                  <a:cxn ang="T14">
                    <a:pos x="T8" y="T9"/>
                  </a:cxn>
                </a:cxnLst>
                <a:rect l="T15" t="T16" r="T17" b="T18"/>
                <a:pathLst>
                  <a:path w="48" h="64">
                    <a:moveTo>
                      <a:pt x="48" y="8"/>
                    </a:moveTo>
                    <a:lnTo>
                      <a:pt x="32" y="0"/>
                    </a:lnTo>
                    <a:lnTo>
                      <a:pt x="0" y="56"/>
                    </a:lnTo>
                    <a:lnTo>
                      <a:pt x="16" y="64"/>
                    </a:lnTo>
                    <a:lnTo>
                      <a:pt x="48"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399" name="Freeform 304"/>
              <p:cNvSpPr>
                <a:spLocks/>
              </p:cNvSpPr>
              <p:nvPr/>
            </p:nvSpPr>
            <p:spPr bwMode="auto">
              <a:xfrm>
                <a:off x="4744" y="2978"/>
                <a:ext cx="32" cy="40"/>
              </a:xfrm>
              <a:custGeom>
                <a:avLst/>
                <a:gdLst>
                  <a:gd name="T0" fmla="*/ 32 w 32"/>
                  <a:gd name="T1" fmla="*/ 8 h 40"/>
                  <a:gd name="T2" fmla="*/ 16 w 32"/>
                  <a:gd name="T3" fmla="*/ 0 h 40"/>
                  <a:gd name="T4" fmla="*/ 0 w 32"/>
                  <a:gd name="T5" fmla="*/ 32 h 40"/>
                  <a:gd name="T6" fmla="*/ 0 w 32"/>
                  <a:gd name="T7" fmla="*/ 32 h 40"/>
                  <a:gd name="T8" fmla="*/ 16 w 32"/>
                  <a:gd name="T9" fmla="*/ 40 h 40"/>
                  <a:gd name="T10" fmla="*/ 16 w 32"/>
                  <a:gd name="T11" fmla="*/ 40 h 40"/>
                  <a:gd name="T12" fmla="*/ 32 w 32"/>
                  <a:gd name="T13" fmla="*/ 8 h 40"/>
                  <a:gd name="T14" fmla="*/ 0 60000 65536"/>
                  <a:gd name="T15" fmla="*/ 0 60000 65536"/>
                  <a:gd name="T16" fmla="*/ 0 60000 65536"/>
                  <a:gd name="T17" fmla="*/ 0 60000 65536"/>
                  <a:gd name="T18" fmla="*/ 0 60000 65536"/>
                  <a:gd name="T19" fmla="*/ 0 60000 65536"/>
                  <a:gd name="T20" fmla="*/ 0 60000 65536"/>
                  <a:gd name="T21" fmla="*/ 0 w 32"/>
                  <a:gd name="T22" fmla="*/ 0 h 40"/>
                  <a:gd name="T23" fmla="*/ 32 w 32"/>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40">
                    <a:moveTo>
                      <a:pt x="32" y="8"/>
                    </a:moveTo>
                    <a:lnTo>
                      <a:pt x="16" y="0"/>
                    </a:lnTo>
                    <a:lnTo>
                      <a:pt x="0" y="32"/>
                    </a:lnTo>
                    <a:lnTo>
                      <a:pt x="16" y="40"/>
                    </a:lnTo>
                    <a:lnTo>
                      <a:pt x="32"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00" name="Freeform 305"/>
              <p:cNvSpPr>
                <a:spLocks/>
              </p:cNvSpPr>
              <p:nvPr/>
            </p:nvSpPr>
            <p:spPr bwMode="auto">
              <a:xfrm>
                <a:off x="4728" y="3010"/>
                <a:ext cx="32" cy="32"/>
              </a:xfrm>
              <a:custGeom>
                <a:avLst/>
                <a:gdLst>
                  <a:gd name="T0" fmla="*/ 32 w 32"/>
                  <a:gd name="T1" fmla="*/ 8 h 32"/>
                  <a:gd name="T2" fmla="*/ 16 w 32"/>
                  <a:gd name="T3" fmla="*/ 0 h 32"/>
                  <a:gd name="T4" fmla="*/ 0 w 32"/>
                  <a:gd name="T5" fmla="*/ 24 h 32"/>
                  <a:gd name="T6" fmla="*/ 16 w 32"/>
                  <a:gd name="T7" fmla="*/ 32 h 32"/>
                  <a:gd name="T8" fmla="*/ 32 w 32"/>
                  <a:gd name="T9" fmla="*/ 8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32" y="8"/>
                    </a:moveTo>
                    <a:lnTo>
                      <a:pt x="16" y="0"/>
                    </a:lnTo>
                    <a:lnTo>
                      <a:pt x="0" y="24"/>
                    </a:lnTo>
                    <a:lnTo>
                      <a:pt x="16" y="32"/>
                    </a:lnTo>
                    <a:lnTo>
                      <a:pt x="32"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01" name="Freeform 306"/>
              <p:cNvSpPr>
                <a:spLocks/>
              </p:cNvSpPr>
              <p:nvPr/>
            </p:nvSpPr>
            <p:spPr bwMode="auto">
              <a:xfrm>
                <a:off x="4664" y="3074"/>
                <a:ext cx="56" cy="56"/>
              </a:xfrm>
              <a:custGeom>
                <a:avLst/>
                <a:gdLst>
                  <a:gd name="T0" fmla="*/ 56 w 56"/>
                  <a:gd name="T1" fmla="*/ 8 h 56"/>
                  <a:gd name="T2" fmla="*/ 40 w 56"/>
                  <a:gd name="T3" fmla="*/ 0 h 56"/>
                  <a:gd name="T4" fmla="*/ 0 w 56"/>
                  <a:gd name="T5" fmla="*/ 48 h 56"/>
                  <a:gd name="T6" fmla="*/ 16 w 56"/>
                  <a:gd name="T7" fmla="*/ 56 h 56"/>
                  <a:gd name="T8" fmla="*/ 56 w 56"/>
                  <a:gd name="T9" fmla="*/ 8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56" y="8"/>
                    </a:moveTo>
                    <a:lnTo>
                      <a:pt x="40" y="0"/>
                    </a:lnTo>
                    <a:lnTo>
                      <a:pt x="0" y="48"/>
                    </a:lnTo>
                    <a:lnTo>
                      <a:pt x="16" y="56"/>
                    </a:lnTo>
                    <a:lnTo>
                      <a:pt x="56"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02" name="Freeform 307"/>
              <p:cNvSpPr>
                <a:spLocks/>
              </p:cNvSpPr>
              <p:nvPr/>
            </p:nvSpPr>
            <p:spPr bwMode="auto">
              <a:xfrm>
                <a:off x="4616" y="3162"/>
                <a:ext cx="40" cy="40"/>
              </a:xfrm>
              <a:custGeom>
                <a:avLst/>
                <a:gdLst>
                  <a:gd name="T0" fmla="*/ 40 w 40"/>
                  <a:gd name="T1" fmla="*/ 8 h 40"/>
                  <a:gd name="T2" fmla="*/ 24 w 40"/>
                  <a:gd name="T3" fmla="*/ 0 h 40"/>
                  <a:gd name="T4" fmla="*/ 0 w 40"/>
                  <a:gd name="T5" fmla="*/ 32 h 40"/>
                  <a:gd name="T6" fmla="*/ 8 w 40"/>
                  <a:gd name="T7" fmla="*/ 32 h 40"/>
                  <a:gd name="T8" fmla="*/ 16 w 40"/>
                  <a:gd name="T9" fmla="*/ 40 h 40"/>
                  <a:gd name="T10" fmla="*/ 16 w 40"/>
                  <a:gd name="T11" fmla="*/ 40 h 40"/>
                  <a:gd name="T12" fmla="*/ 40 w 40"/>
                  <a:gd name="T13" fmla="*/ 8 h 40"/>
                  <a:gd name="T14" fmla="*/ 0 60000 65536"/>
                  <a:gd name="T15" fmla="*/ 0 60000 65536"/>
                  <a:gd name="T16" fmla="*/ 0 60000 65536"/>
                  <a:gd name="T17" fmla="*/ 0 60000 65536"/>
                  <a:gd name="T18" fmla="*/ 0 60000 65536"/>
                  <a:gd name="T19" fmla="*/ 0 60000 65536"/>
                  <a:gd name="T20" fmla="*/ 0 60000 65536"/>
                  <a:gd name="T21" fmla="*/ 0 w 40"/>
                  <a:gd name="T22" fmla="*/ 0 h 40"/>
                  <a:gd name="T23" fmla="*/ 40 w 40"/>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40">
                    <a:moveTo>
                      <a:pt x="40" y="8"/>
                    </a:moveTo>
                    <a:lnTo>
                      <a:pt x="24" y="0"/>
                    </a:lnTo>
                    <a:lnTo>
                      <a:pt x="0" y="32"/>
                    </a:lnTo>
                    <a:lnTo>
                      <a:pt x="8" y="32"/>
                    </a:lnTo>
                    <a:lnTo>
                      <a:pt x="16" y="40"/>
                    </a:lnTo>
                    <a:lnTo>
                      <a:pt x="40"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03" name="Freeform 308"/>
              <p:cNvSpPr>
                <a:spLocks/>
              </p:cNvSpPr>
              <p:nvPr/>
            </p:nvSpPr>
            <p:spPr bwMode="auto">
              <a:xfrm>
                <a:off x="4608" y="3194"/>
                <a:ext cx="24" cy="24"/>
              </a:xfrm>
              <a:custGeom>
                <a:avLst/>
                <a:gdLst>
                  <a:gd name="T0" fmla="*/ 24 w 24"/>
                  <a:gd name="T1" fmla="*/ 8 h 24"/>
                  <a:gd name="T2" fmla="*/ 16 w 24"/>
                  <a:gd name="T3" fmla="*/ 0 h 24"/>
                  <a:gd name="T4" fmla="*/ 0 w 24"/>
                  <a:gd name="T5" fmla="*/ 16 h 24"/>
                  <a:gd name="T6" fmla="*/ 8 w 24"/>
                  <a:gd name="T7" fmla="*/ 24 h 24"/>
                  <a:gd name="T8" fmla="*/ 24 w 24"/>
                  <a:gd name="T9" fmla="*/ 8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24" y="8"/>
                    </a:moveTo>
                    <a:lnTo>
                      <a:pt x="16" y="0"/>
                    </a:lnTo>
                    <a:lnTo>
                      <a:pt x="0" y="16"/>
                    </a:lnTo>
                    <a:lnTo>
                      <a:pt x="8" y="24"/>
                    </a:lnTo>
                    <a:lnTo>
                      <a:pt x="24"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04" name="Freeform 309"/>
              <p:cNvSpPr>
                <a:spLocks/>
              </p:cNvSpPr>
              <p:nvPr/>
            </p:nvSpPr>
            <p:spPr bwMode="auto">
              <a:xfrm>
                <a:off x="4528" y="3242"/>
                <a:ext cx="56" cy="56"/>
              </a:xfrm>
              <a:custGeom>
                <a:avLst/>
                <a:gdLst>
                  <a:gd name="T0" fmla="*/ 56 w 56"/>
                  <a:gd name="T1" fmla="*/ 8 h 56"/>
                  <a:gd name="T2" fmla="*/ 48 w 56"/>
                  <a:gd name="T3" fmla="*/ 0 h 56"/>
                  <a:gd name="T4" fmla="*/ 0 w 56"/>
                  <a:gd name="T5" fmla="*/ 48 h 56"/>
                  <a:gd name="T6" fmla="*/ 8 w 56"/>
                  <a:gd name="T7" fmla="*/ 56 h 56"/>
                  <a:gd name="T8" fmla="*/ 56 w 56"/>
                  <a:gd name="T9" fmla="*/ 8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56" y="8"/>
                    </a:moveTo>
                    <a:lnTo>
                      <a:pt x="48" y="0"/>
                    </a:lnTo>
                    <a:lnTo>
                      <a:pt x="0" y="48"/>
                    </a:lnTo>
                    <a:lnTo>
                      <a:pt x="8" y="56"/>
                    </a:lnTo>
                    <a:lnTo>
                      <a:pt x="56"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05" name="Freeform 310"/>
              <p:cNvSpPr>
                <a:spLocks/>
              </p:cNvSpPr>
              <p:nvPr/>
            </p:nvSpPr>
            <p:spPr bwMode="auto">
              <a:xfrm>
                <a:off x="4472" y="3322"/>
                <a:ext cx="32" cy="32"/>
              </a:xfrm>
              <a:custGeom>
                <a:avLst/>
                <a:gdLst>
                  <a:gd name="T0" fmla="*/ 32 w 32"/>
                  <a:gd name="T1" fmla="*/ 8 h 32"/>
                  <a:gd name="T2" fmla="*/ 24 w 32"/>
                  <a:gd name="T3" fmla="*/ 0 h 32"/>
                  <a:gd name="T4" fmla="*/ 0 w 32"/>
                  <a:gd name="T5" fmla="*/ 24 h 32"/>
                  <a:gd name="T6" fmla="*/ 0 w 32"/>
                  <a:gd name="T7" fmla="*/ 24 h 32"/>
                  <a:gd name="T8" fmla="*/ 8 w 32"/>
                  <a:gd name="T9" fmla="*/ 32 h 32"/>
                  <a:gd name="T10" fmla="*/ 8 w 32"/>
                  <a:gd name="T11" fmla="*/ 32 h 32"/>
                  <a:gd name="T12" fmla="*/ 32 w 32"/>
                  <a:gd name="T13" fmla="*/ 8 h 32"/>
                  <a:gd name="T14" fmla="*/ 0 60000 65536"/>
                  <a:gd name="T15" fmla="*/ 0 60000 65536"/>
                  <a:gd name="T16" fmla="*/ 0 60000 65536"/>
                  <a:gd name="T17" fmla="*/ 0 60000 65536"/>
                  <a:gd name="T18" fmla="*/ 0 60000 65536"/>
                  <a:gd name="T19" fmla="*/ 0 60000 65536"/>
                  <a:gd name="T20" fmla="*/ 0 60000 65536"/>
                  <a:gd name="T21" fmla="*/ 0 w 32"/>
                  <a:gd name="T22" fmla="*/ 0 h 32"/>
                  <a:gd name="T23" fmla="*/ 32 w 32"/>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2">
                    <a:moveTo>
                      <a:pt x="32" y="8"/>
                    </a:moveTo>
                    <a:lnTo>
                      <a:pt x="24" y="0"/>
                    </a:lnTo>
                    <a:lnTo>
                      <a:pt x="0" y="24"/>
                    </a:lnTo>
                    <a:lnTo>
                      <a:pt x="8" y="32"/>
                    </a:lnTo>
                    <a:lnTo>
                      <a:pt x="32"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06" name="Freeform 311"/>
              <p:cNvSpPr>
                <a:spLocks/>
              </p:cNvSpPr>
              <p:nvPr/>
            </p:nvSpPr>
            <p:spPr bwMode="auto">
              <a:xfrm>
                <a:off x="4448" y="3346"/>
                <a:ext cx="32" cy="32"/>
              </a:xfrm>
              <a:custGeom>
                <a:avLst/>
                <a:gdLst>
                  <a:gd name="T0" fmla="*/ 32 w 32"/>
                  <a:gd name="T1" fmla="*/ 8 h 32"/>
                  <a:gd name="T2" fmla="*/ 24 w 32"/>
                  <a:gd name="T3" fmla="*/ 0 h 32"/>
                  <a:gd name="T4" fmla="*/ 0 w 32"/>
                  <a:gd name="T5" fmla="*/ 24 h 32"/>
                  <a:gd name="T6" fmla="*/ 8 w 32"/>
                  <a:gd name="T7" fmla="*/ 32 h 32"/>
                  <a:gd name="T8" fmla="*/ 32 w 32"/>
                  <a:gd name="T9" fmla="*/ 8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32" y="8"/>
                    </a:moveTo>
                    <a:lnTo>
                      <a:pt x="24" y="0"/>
                    </a:lnTo>
                    <a:lnTo>
                      <a:pt x="0" y="24"/>
                    </a:lnTo>
                    <a:lnTo>
                      <a:pt x="8" y="32"/>
                    </a:lnTo>
                    <a:lnTo>
                      <a:pt x="32" y="8"/>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07" name="Freeform 312"/>
              <p:cNvSpPr>
                <a:spLocks/>
              </p:cNvSpPr>
              <p:nvPr/>
            </p:nvSpPr>
            <p:spPr bwMode="auto">
              <a:xfrm>
                <a:off x="4352" y="3386"/>
                <a:ext cx="64" cy="56"/>
              </a:xfrm>
              <a:custGeom>
                <a:avLst/>
                <a:gdLst>
                  <a:gd name="T0" fmla="*/ 64 w 64"/>
                  <a:gd name="T1" fmla="*/ 16 h 56"/>
                  <a:gd name="T2" fmla="*/ 56 w 64"/>
                  <a:gd name="T3" fmla="*/ 0 h 56"/>
                  <a:gd name="T4" fmla="*/ 0 w 64"/>
                  <a:gd name="T5" fmla="*/ 40 h 56"/>
                  <a:gd name="T6" fmla="*/ 8 w 64"/>
                  <a:gd name="T7" fmla="*/ 56 h 56"/>
                  <a:gd name="T8" fmla="*/ 64 w 64"/>
                  <a:gd name="T9" fmla="*/ 16 h 56"/>
                  <a:gd name="T10" fmla="*/ 0 60000 65536"/>
                  <a:gd name="T11" fmla="*/ 0 60000 65536"/>
                  <a:gd name="T12" fmla="*/ 0 60000 65536"/>
                  <a:gd name="T13" fmla="*/ 0 60000 65536"/>
                  <a:gd name="T14" fmla="*/ 0 60000 65536"/>
                  <a:gd name="T15" fmla="*/ 0 w 64"/>
                  <a:gd name="T16" fmla="*/ 0 h 56"/>
                  <a:gd name="T17" fmla="*/ 64 w 64"/>
                  <a:gd name="T18" fmla="*/ 56 h 56"/>
                </a:gdLst>
                <a:ahLst/>
                <a:cxnLst>
                  <a:cxn ang="T10">
                    <a:pos x="T0" y="T1"/>
                  </a:cxn>
                  <a:cxn ang="T11">
                    <a:pos x="T2" y="T3"/>
                  </a:cxn>
                  <a:cxn ang="T12">
                    <a:pos x="T4" y="T5"/>
                  </a:cxn>
                  <a:cxn ang="T13">
                    <a:pos x="T6" y="T7"/>
                  </a:cxn>
                  <a:cxn ang="T14">
                    <a:pos x="T8" y="T9"/>
                  </a:cxn>
                </a:cxnLst>
                <a:rect l="T15" t="T16" r="T17" b="T18"/>
                <a:pathLst>
                  <a:path w="64" h="56">
                    <a:moveTo>
                      <a:pt x="64" y="16"/>
                    </a:moveTo>
                    <a:lnTo>
                      <a:pt x="56" y="0"/>
                    </a:lnTo>
                    <a:lnTo>
                      <a:pt x="0" y="40"/>
                    </a:lnTo>
                    <a:lnTo>
                      <a:pt x="8" y="56"/>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08" name="Freeform 313"/>
              <p:cNvSpPr>
                <a:spLocks/>
              </p:cNvSpPr>
              <p:nvPr/>
            </p:nvSpPr>
            <p:spPr bwMode="auto">
              <a:xfrm>
                <a:off x="4296" y="3450"/>
                <a:ext cx="32" cy="32"/>
              </a:xfrm>
              <a:custGeom>
                <a:avLst/>
                <a:gdLst>
                  <a:gd name="T0" fmla="*/ 32 w 32"/>
                  <a:gd name="T1" fmla="*/ 16 h 32"/>
                  <a:gd name="T2" fmla="*/ 24 w 32"/>
                  <a:gd name="T3" fmla="*/ 0 h 32"/>
                  <a:gd name="T4" fmla="*/ 0 w 32"/>
                  <a:gd name="T5" fmla="*/ 16 h 32"/>
                  <a:gd name="T6" fmla="*/ 0 w 32"/>
                  <a:gd name="T7" fmla="*/ 16 h 32"/>
                  <a:gd name="T8" fmla="*/ 8 w 32"/>
                  <a:gd name="T9" fmla="*/ 32 h 32"/>
                  <a:gd name="T10" fmla="*/ 8 w 32"/>
                  <a:gd name="T11" fmla="*/ 32 h 32"/>
                  <a:gd name="T12" fmla="*/ 32 w 32"/>
                  <a:gd name="T13" fmla="*/ 16 h 32"/>
                  <a:gd name="T14" fmla="*/ 0 60000 65536"/>
                  <a:gd name="T15" fmla="*/ 0 60000 65536"/>
                  <a:gd name="T16" fmla="*/ 0 60000 65536"/>
                  <a:gd name="T17" fmla="*/ 0 60000 65536"/>
                  <a:gd name="T18" fmla="*/ 0 60000 65536"/>
                  <a:gd name="T19" fmla="*/ 0 60000 65536"/>
                  <a:gd name="T20" fmla="*/ 0 60000 65536"/>
                  <a:gd name="T21" fmla="*/ 0 w 32"/>
                  <a:gd name="T22" fmla="*/ 0 h 32"/>
                  <a:gd name="T23" fmla="*/ 32 w 32"/>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2">
                    <a:moveTo>
                      <a:pt x="32" y="16"/>
                    </a:moveTo>
                    <a:lnTo>
                      <a:pt x="24" y="0"/>
                    </a:lnTo>
                    <a:lnTo>
                      <a:pt x="0" y="16"/>
                    </a:lnTo>
                    <a:lnTo>
                      <a:pt x="8" y="32"/>
                    </a:lnTo>
                    <a:lnTo>
                      <a:pt x="32"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09" name="Freeform 314"/>
              <p:cNvSpPr>
                <a:spLocks/>
              </p:cNvSpPr>
              <p:nvPr/>
            </p:nvSpPr>
            <p:spPr bwMode="auto">
              <a:xfrm>
                <a:off x="4264" y="3466"/>
                <a:ext cx="40" cy="32"/>
              </a:xfrm>
              <a:custGeom>
                <a:avLst/>
                <a:gdLst>
                  <a:gd name="T0" fmla="*/ 40 w 40"/>
                  <a:gd name="T1" fmla="*/ 16 h 32"/>
                  <a:gd name="T2" fmla="*/ 32 w 40"/>
                  <a:gd name="T3" fmla="*/ 0 h 32"/>
                  <a:gd name="T4" fmla="*/ 0 w 40"/>
                  <a:gd name="T5" fmla="*/ 16 h 32"/>
                  <a:gd name="T6" fmla="*/ 8 w 40"/>
                  <a:gd name="T7" fmla="*/ 32 h 32"/>
                  <a:gd name="T8" fmla="*/ 40 w 40"/>
                  <a:gd name="T9" fmla="*/ 16 h 32"/>
                  <a:gd name="T10" fmla="*/ 0 60000 65536"/>
                  <a:gd name="T11" fmla="*/ 0 60000 65536"/>
                  <a:gd name="T12" fmla="*/ 0 60000 65536"/>
                  <a:gd name="T13" fmla="*/ 0 60000 65536"/>
                  <a:gd name="T14" fmla="*/ 0 60000 65536"/>
                  <a:gd name="T15" fmla="*/ 0 w 40"/>
                  <a:gd name="T16" fmla="*/ 0 h 32"/>
                  <a:gd name="T17" fmla="*/ 40 w 40"/>
                  <a:gd name="T18" fmla="*/ 32 h 32"/>
                </a:gdLst>
                <a:ahLst/>
                <a:cxnLst>
                  <a:cxn ang="T10">
                    <a:pos x="T0" y="T1"/>
                  </a:cxn>
                  <a:cxn ang="T11">
                    <a:pos x="T2" y="T3"/>
                  </a:cxn>
                  <a:cxn ang="T12">
                    <a:pos x="T4" y="T5"/>
                  </a:cxn>
                  <a:cxn ang="T13">
                    <a:pos x="T6" y="T7"/>
                  </a:cxn>
                  <a:cxn ang="T14">
                    <a:pos x="T8" y="T9"/>
                  </a:cxn>
                </a:cxnLst>
                <a:rect l="T15" t="T16" r="T17" b="T18"/>
                <a:pathLst>
                  <a:path w="40" h="32">
                    <a:moveTo>
                      <a:pt x="40" y="16"/>
                    </a:moveTo>
                    <a:lnTo>
                      <a:pt x="32" y="0"/>
                    </a:lnTo>
                    <a:lnTo>
                      <a:pt x="0" y="16"/>
                    </a:lnTo>
                    <a:lnTo>
                      <a:pt x="8" y="32"/>
                    </a:lnTo>
                    <a:lnTo>
                      <a:pt x="40"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10" name="Freeform 315"/>
              <p:cNvSpPr>
                <a:spLocks/>
              </p:cNvSpPr>
              <p:nvPr/>
            </p:nvSpPr>
            <p:spPr bwMode="auto">
              <a:xfrm>
                <a:off x="4160" y="3498"/>
                <a:ext cx="64" cy="48"/>
              </a:xfrm>
              <a:custGeom>
                <a:avLst/>
                <a:gdLst>
                  <a:gd name="T0" fmla="*/ 64 w 64"/>
                  <a:gd name="T1" fmla="*/ 16 h 48"/>
                  <a:gd name="T2" fmla="*/ 56 w 64"/>
                  <a:gd name="T3" fmla="*/ 0 h 48"/>
                  <a:gd name="T4" fmla="*/ 0 w 64"/>
                  <a:gd name="T5" fmla="*/ 32 h 48"/>
                  <a:gd name="T6" fmla="*/ 8 w 64"/>
                  <a:gd name="T7" fmla="*/ 48 h 48"/>
                  <a:gd name="T8" fmla="*/ 64 w 64"/>
                  <a:gd name="T9" fmla="*/ 16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64" y="16"/>
                    </a:moveTo>
                    <a:lnTo>
                      <a:pt x="56" y="0"/>
                    </a:lnTo>
                    <a:lnTo>
                      <a:pt x="0" y="32"/>
                    </a:lnTo>
                    <a:lnTo>
                      <a:pt x="8" y="48"/>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11" name="Freeform 316"/>
              <p:cNvSpPr>
                <a:spLocks/>
              </p:cNvSpPr>
              <p:nvPr/>
            </p:nvSpPr>
            <p:spPr bwMode="auto">
              <a:xfrm>
                <a:off x="4096" y="3546"/>
                <a:ext cx="32" cy="24"/>
              </a:xfrm>
              <a:custGeom>
                <a:avLst/>
                <a:gdLst>
                  <a:gd name="T0" fmla="*/ 32 w 32"/>
                  <a:gd name="T1" fmla="*/ 16 h 24"/>
                  <a:gd name="T2" fmla="*/ 24 w 32"/>
                  <a:gd name="T3" fmla="*/ 0 h 24"/>
                  <a:gd name="T4" fmla="*/ 0 w 32"/>
                  <a:gd name="T5" fmla="*/ 8 h 24"/>
                  <a:gd name="T6" fmla="*/ 0 w 32"/>
                  <a:gd name="T7" fmla="*/ 8 h 24"/>
                  <a:gd name="T8" fmla="*/ 8 w 32"/>
                  <a:gd name="T9" fmla="*/ 24 h 24"/>
                  <a:gd name="T10" fmla="*/ 8 w 32"/>
                  <a:gd name="T11" fmla="*/ 24 h 24"/>
                  <a:gd name="T12" fmla="*/ 32 w 32"/>
                  <a:gd name="T13" fmla="*/ 16 h 24"/>
                  <a:gd name="T14" fmla="*/ 0 60000 65536"/>
                  <a:gd name="T15" fmla="*/ 0 60000 65536"/>
                  <a:gd name="T16" fmla="*/ 0 60000 65536"/>
                  <a:gd name="T17" fmla="*/ 0 60000 65536"/>
                  <a:gd name="T18" fmla="*/ 0 60000 65536"/>
                  <a:gd name="T19" fmla="*/ 0 60000 65536"/>
                  <a:gd name="T20" fmla="*/ 0 60000 65536"/>
                  <a:gd name="T21" fmla="*/ 0 w 32"/>
                  <a:gd name="T22" fmla="*/ 0 h 24"/>
                  <a:gd name="T23" fmla="*/ 32 w 3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4">
                    <a:moveTo>
                      <a:pt x="32" y="16"/>
                    </a:moveTo>
                    <a:lnTo>
                      <a:pt x="24" y="0"/>
                    </a:lnTo>
                    <a:lnTo>
                      <a:pt x="0" y="8"/>
                    </a:lnTo>
                    <a:lnTo>
                      <a:pt x="8" y="24"/>
                    </a:lnTo>
                    <a:lnTo>
                      <a:pt x="32"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12" name="Freeform 317"/>
              <p:cNvSpPr>
                <a:spLocks/>
              </p:cNvSpPr>
              <p:nvPr/>
            </p:nvSpPr>
            <p:spPr bwMode="auto">
              <a:xfrm>
                <a:off x="4056" y="3554"/>
                <a:ext cx="48" cy="32"/>
              </a:xfrm>
              <a:custGeom>
                <a:avLst/>
                <a:gdLst>
                  <a:gd name="T0" fmla="*/ 48 w 48"/>
                  <a:gd name="T1" fmla="*/ 16 h 32"/>
                  <a:gd name="T2" fmla="*/ 40 w 48"/>
                  <a:gd name="T3" fmla="*/ 0 h 32"/>
                  <a:gd name="T4" fmla="*/ 0 w 48"/>
                  <a:gd name="T5" fmla="*/ 16 h 32"/>
                  <a:gd name="T6" fmla="*/ 8 w 48"/>
                  <a:gd name="T7" fmla="*/ 32 h 32"/>
                  <a:gd name="T8" fmla="*/ 48 w 48"/>
                  <a:gd name="T9" fmla="*/ 16 h 32"/>
                  <a:gd name="T10" fmla="*/ 0 60000 65536"/>
                  <a:gd name="T11" fmla="*/ 0 60000 65536"/>
                  <a:gd name="T12" fmla="*/ 0 60000 65536"/>
                  <a:gd name="T13" fmla="*/ 0 60000 65536"/>
                  <a:gd name="T14" fmla="*/ 0 60000 65536"/>
                  <a:gd name="T15" fmla="*/ 0 w 48"/>
                  <a:gd name="T16" fmla="*/ 0 h 32"/>
                  <a:gd name="T17" fmla="*/ 48 w 48"/>
                  <a:gd name="T18" fmla="*/ 32 h 32"/>
                </a:gdLst>
                <a:ahLst/>
                <a:cxnLst>
                  <a:cxn ang="T10">
                    <a:pos x="T0" y="T1"/>
                  </a:cxn>
                  <a:cxn ang="T11">
                    <a:pos x="T2" y="T3"/>
                  </a:cxn>
                  <a:cxn ang="T12">
                    <a:pos x="T4" y="T5"/>
                  </a:cxn>
                  <a:cxn ang="T13">
                    <a:pos x="T6" y="T7"/>
                  </a:cxn>
                  <a:cxn ang="T14">
                    <a:pos x="T8" y="T9"/>
                  </a:cxn>
                </a:cxnLst>
                <a:rect l="T15" t="T16" r="T17" b="T18"/>
                <a:pathLst>
                  <a:path w="48" h="32">
                    <a:moveTo>
                      <a:pt x="48" y="16"/>
                    </a:moveTo>
                    <a:lnTo>
                      <a:pt x="40" y="0"/>
                    </a:lnTo>
                    <a:lnTo>
                      <a:pt x="0" y="16"/>
                    </a:lnTo>
                    <a:lnTo>
                      <a:pt x="8" y="32"/>
                    </a:lnTo>
                    <a:lnTo>
                      <a:pt x="48"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13" name="Freeform 318"/>
              <p:cNvSpPr>
                <a:spLocks/>
              </p:cNvSpPr>
              <p:nvPr/>
            </p:nvSpPr>
            <p:spPr bwMode="auto">
              <a:xfrm>
                <a:off x="3944" y="3578"/>
                <a:ext cx="64" cy="32"/>
              </a:xfrm>
              <a:custGeom>
                <a:avLst/>
                <a:gdLst>
                  <a:gd name="T0" fmla="*/ 64 w 64"/>
                  <a:gd name="T1" fmla="*/ 16 h 32"/>
                  <a:gd name="T2" fmla="*/ 64 w 64"/>
                  <a:gd name="T3" fmla="*/ 0 h 32"/>
                  <a:gd name="T4" fmla="*/ 0 w 64"/>
                  <a:gd name="T5" fmla="*/ 16 h 32"/>
                  <a:gd name="T6" fmla="*/ 0 w 64"/>
                  <a:gd name="T7" fmla="*/ 32 h 32"/>
                  <a:gd name="T8" fmla="*/ 64 w 64"/>
                  <a:gd name="T9" fmla="*/ 16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64" y="16"/>
                    </a:moveTo>
                    <a:lnTo>
                      <a:pt x="64" y="0"/>
                    </a:lnTo>
                    <a:lnTo>
                      <a:pt x="0" y="16"/>
                    </a:lnTo>
                    <a:lnTo>
                      <a:pt x="0" y="32"/>
                    </a:lnTo>
                    <a:lnTo>
                      <a:pt x="64"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14" name="Freeform 319"/>
              <p:cNvSpPr>
                <a:spLocks/>
              </p:cNvSpPr>
              <p:nvPr/>
            </p:nvSpPr>
            <p:spPr bwMode="auto">
              <a:xfrm>
                <a:off x="3872" y="3602"/>
                <a:ext cx="32" cy="24"/>
              </a:xfrm>
              <a:custGeom>
                <a:avLst/>
                <a:gdLst>
                  <a:gd name="T0" fmla="*/ 32 w 32"/>
                  <a:gd name="T1" fmla="*/ 16 h 24"/>
                  <a:gd name="T2" fmla="*/ 32 w 32"/>
                  <a:gd name="T3" fmla="*/ 0 h 24"/>
                  <a:gd name="T4" fmla="*/ 0 w 32"/>
                  <a:gd name="T5" fmla="*/ 8 h 24"/>
                  <a:gd name="T6" fmla="*/ 0 w 32"/>
                  <a:gd name="T7" fmla="*/ 24 h 24"/>
                  <a:gd name="T8" fmla="*/ 32 w 32"/>
                  <a:gd name="T9" fmla="*/ 16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32" y="16"/>
                    </a:moveTo>
                    <a:lnTo>
                      <a:pt x="32" y="0"/>
                    </a:lnTo>
                    <a:lnTo>
                      <a:pt x="0" y="8"/>
                    </a:lnTo>
                    <a:lnTo>
                      <a:pt x="0" y="24"/>
                    </a:lnTo>
                    <a:lnTo>
                      <a:pt x="32" y="16"/>
                    </a:lnTo>
                    <a:close/>
                  </a:path>
                </a:pathLst>
              </a:cu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15" name="Freeform 320"/>
              <p:cNvSpPr>
                <a:spLocks/>
              </p:cNvSpPr>
              <p:nvPr/>
            </p:nvSpPr>
            <p:spPr bwMode="auto">
              <a:xfrm>
                <a:off x="4408" y="889"/>
                <a:ext cx="32" cy="32"/>
              </a:xfrm>
              <a:custGeom>
                <a:avLst/>
                <a:gdLst>
                  <a:gd name="T0" fmla="*/ 24 w 32"/>
                  <a:gd name="T1" fmla="*/ 32 h 32"/>
                  <a:gd name="T2" fmla="*/ 32 w 32"/>
                  <a:gd name="T3" fmla="*/ 24 h 32"/>
                  <a:gd name="T4" fmla="*/ 8 w 32"/>
                  <a:gd name="T5" fmla="*/ 0 h 32"/>
                  <a:gd name="T6" fmla="*/ 0 w 32"/>
                  <a:gd name="T7" fmla="*/ 8 h 32"/>
                  <a:gd name="T8" fmla="*/ 24 w 32"/>
                  <a:gd name="T9" fmla="*/ 32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24" y="32"/>
                    </a:moveTo>
                    <a:lnTo>
                      <a:pt x="32" y="24"/>
                    </a:lnTo>
                    <a:lnTo>
                      <a:pt x="8" y="0"/>
                    </a:lnTo>
                    <a:lnTo>
                      <a:pt x="0" y="8"/>
                    </a:lnTo>
                    <a:lnTo>
                      <a:pt x="24"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16" name="Freeform 321"/>
              <p:cNvSpPr>
                <a:spLocks/>
              </p:cNvSpPr>
              <p:nvPr/>
            </p:nvSpPr>
            <p:spPr bwMode="auto">
              <a:xfrm>
                <a:off x="3944" y="897"/>
                <a:ext cx="488" cy="640"/>
              </a:xfrm>
              <a:custGeom>
                <a:avLst/>
                <a:gdLst>
                  <a:gd name="T0" fmla="*/ 488 w 488"/>
                  <a:gd name="T1" fmla="*/ 24 h 640"/>
                  <a:gd name="T2" fmla="*/ 288 w 488"/>
                  <a:gd name="T3" fmla="*/ 192 h 640"/>
                  <a:gd name="T4" fmla="*/ 288 w 488"/>
                  <a:gd name="T5" fmla="*/ 192 h 640"/>
                  <a:gd name="T6" fmla="*/ 288 w 488"/>
                  <a:gd name="T7" fmla="*/ 192 h 640"/>
                  <a:gd name="T8" fmla="*/ 200 w 488"/>
                  <a:gd name="T9" fmla="*/ 288 h 640"/>
                  <a:gd name="T10" fmla="*/ 200 w 488"/>
                  <a:gd name="T11" fmla="*/ 280 h 640"/>
                  <a:gd name="T12" fmla="*/ 200 w 488"/>
                  <a:gd name="T13" fmla="*/ 280 h 640"/>
                  <a:gd name="T14" fmla="*/ 128 w 488"/>
                  <a:gd name="T15" fmla="*/ 392 h 640"/>
                  <a:gd name="T16" fmla="*/ 128 w 488"/>
                  <a:gd name="T17" fmla="*/ 392 h 640"/>
                  <a:gd name="T18" fmla="*/ 128 w 488"/>
                  <a:gd name="T19" fmla="*/ 392 h 640"/>
                  <a:gd name="T20" fmla="*/ 64 w 488"/>
                  <a:gd name="T21" fmla="*/ 512 h 640"/>
                  <a:gd name="T22" fmla="*/ 64 w 488"/>
                  <a:gd name="T23" fmla="*/ 512 h 640"/>
                  <a:gd name="T24" fmla="*/ 64 w 488"/>
                  <a:gd name="T25" fmla="*/ 512 h 640"/>
                  <a:gd name="T26" fmla="*/ 32 w 488"/>
                  <a:gd name="T27" fmla="*/ 640 h 640"/>
                  <a:gd name="T28" fmla="*/ 32 w 488"/>
                  <a:gd name="T29" fmla="*/ 632 h 640"/>
                  <a:gd name="T30" fmla="*/ 0 w 488"/>
                  <a:gd name="T31" fmla="*/ 632 h 640"/>
                  <a:gd name="T32" fmla="*/ 0 w 488"/>
                  <a:gd name="T33" fmla="*/ 632 h 640"/>
                  <a:gd name="T34" fmla="*/ 32 w 488"/>
                  <a:gd name="T35" fmla="*/ 504 h 640"/>
                  <a:gd name="T36" fmla="*/ 32 w 488"/>
                  <a:gd name="T37" fmla="*/ 504 h 640"/>
                  <a:gd name="T38" fmla="*/ 32 w 488"/>
                  <a:gd name="T39" fmla="*/ 496 h 640"/>
                  <a:gd name="T40" fmla="*/ 96 w 488"/>
                  <a:gd name="T41" fmla="*/ 376 h 640"/>
                  <a:gd name="T42" fmla="*/ 96 w 488"/>
                  <a:gd name="T43" fmla="*/ 376 h 640"/>
                  <a:gd name="T44" fmla="*/ 104 w 488"/>
                  <a:gd name="T45" fmla="*/ 376 h 640"/>
                  <a:gd name="T46" fmla="*/ 176 w 488"/>
                  <a:gd name="T47" fmla="*/ 264 h 640"/>
                  <a:gd name="T48" fmla="*/ 176 w 488"/>
                  <a:gd name="T49" fmla="*/ 264 h 640"/>
                  <a:gd name="T50" fmla="*/ 176 w 488"/>
                  <a:gd name="T51" fmla="*/ 264 h 640"/>
                  <a:gd name="T52" fmla="*/ 264 w 488"/>
                  <a:gd name="T53" fmla="*/ 168 h 640"/>
                  <a:gd name="T54" fmla="*/ 264 w 488"/>
                  <a:gd name="T55" fmla="*/ 168 h 640"/>
                  <a:gd name="T56" fmla="*/ 264 w 488"/>
                  <a:gd name="T57" fmla="*/ 168 h 640"/>
                  <a:gd name="T58" fmla="*/ 464 w 488"/>
                  <a:gd name="T59" fmla="*/ 0 h 640"/>
                  <a:gd name="T60" fmla="*/ 488 w 488"/>
                  <a:gd name="T61" fmla="*/ 24 h 6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88"/>
                  <a:gd name="T94" fmla="*/ 0 h 640"/>
                  <a:gd name="T95" fmla="*/ 488 w 488"/>
                  <a:gd name="T96" fmla="*/ 640 h 6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88" h="640">
                    <a:moveTo>
                      <a:pt x="488" y="24"/>
                    </a:moveTo>
                    <a:lnTo>
                      <a:pt x="288" y="192"/>
                    </a:lnTo>
                    <a:lnTo>
                      <a:pt x="200" y="288"/>
                    </a:lnTo>
                    <a:lnTo>
                      <a:pt x="200" y="280"/>
                    </a:lnTo>
                    <a:lnTo>
                      <a:pt x="128" y="392"/>
                    </a:lnTo>
                    <a:lnTo>
                      <a:pt x="64" y="512"/>
                    </a:lnTo>
                    <a:lnTo>
                      <a:pt x="32" y="640"/>
                    </a:lnTo>
                    <a:lnTo>
                      <a:pt x="32" y="632"/>
                    </a:lnTo>
                    <a:lnTo>
                      <a:pt x="0" y="632"/>
                    </a:lnTo>
                    <a:lnTo>
                      <a:pt x="32" y="504"/>
                    </a:lnTo>
                    <a:lnTo>
                      <a:pt x="32" y="496"/>
                    </a:lnTo>
                    <a:lnTo>
                      <a:pt x="96" y="376"/>
                    </a:lnTo>
                    <a:lnTo>
                      <a:pt x="104" y="376"/>
                    </a:lnTo>
                    <a:lnTo>
                      <a:pt x="176" y="264"/>
                    </a:lnTo>
                    <a:lnTo>
                      <a:pt x="264" y="168"/>
                    </a:lnTo>
                    <a:lnTo>
                      <a:pt x="464" y="0"/>
                    </a:lnTo>
                    <a:lnTo>
                      <a:pt x="488"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17" name="Freeform 322"/>
              <p:cNvSpPr>
                <a:spLocks/>
              </p:cNvSpPr>
              <p:nvPr/>
            </p:nvSpPr>
            <p:spPr bwMode="auto">
              <a:xfrm>
                <a:off x="3928" y="1529"/>
                <a:ext cx="48" cy="152"/>
              </a:xfrm>
              <a:custGeom>
                <a:avLst/>
                <a:gdLst>
                  <a:gd name="T0" fmla="*/ 48 w 48"/>
                  <a:gd name="T1" fmla="*/ 0 h 152"/>
                  <a:gd name="T2" fmla="*/ 32 w 48"/>
                  <a:gd name="T3" fmla="*/ 152 h 152"/>
                  <a:gd name="T4" fmla="*/ 32 w 48"/>
                  <a:gd name="T5" fmla="*/ 152 h 152"/>
                  <a:gd name="T6" fmla="*/ 0 w 48"/>
                  <a:gd name="T7" fmla="*/ 152 h 152"/>
                  <a:gd name="T8" fmla="*/ 0 w 48"/>
                  <a:gd name="T9" fmla="*/ 152 h 152"/>
                  <a:gd name="T10" fmla="*/ 16 w 48"/>
                  <a:gd name="T11" fmla="*/ 0 h 152"/>
                  <a:gd name="T12" fmla="*/ 48 w 48"/>
                  <a:gd name="T13" fmla="*/ 0 h 152"/>
                  <a:gd name="T14" fmla="*/ 0 60000 65536"/>
                  <a:gd name="T15" fmla="*/ 0 60000 65536"/>
                  <a:gd name="T16" fmla="*/ 0 60000 65536"/>
                  <a:gd name="T17" fmla="*/ 0 60000 65536"/>
                  <a:gd name="T18" fmla="*/ 0 60000 65536"/>
                  <a:gd name="T19" fmla="*/ 0 60000 65536"/>
                  <a:gd name="T20" fmla="*/ 0 60000 65536"/>
                  <a:gd name="T21" fmla="*/ 0 w 48"/>
                  <a:gd name="T22" fmla="*/ 0 h 152"/>
                  <a:gd name="T23" fmla="*/ 48 w 48"/>
                  <a:gd name="T24" fmla="*/ 152 h 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52">
                    <a:moveTo>
                      <a:pt x="48" y="0"/>
                    </a:moveTo>
                    <a:lnTo>
                      <a:pt x="32" y="152"/>
                    </a:lnTo>
                    <a:lnTo>
                      <a:pt x="0" y="152"/>
                    </a:lnTo>
                    <a:lnTo>
                      <a:pt x="16" y="0"/>
                    </a:lnTo>
                    <a:lnTo>
                      <a:pt x="48"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18" name="Rectangle 323"/>
              <p:cNvSpPr>
                <a:spLocks noChangeArrowheads="1"/>
              </p:cNvSpPr>
              <p:nvPr/>
            </p:nvSpPr>
            <p:spPr bwMode="auto">
              <a:xfrm>
                <a:off x="3944" y="1841"/>
                <a:ext cx="32" cy="16"/>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419" name="Freeform 324"/>
              <p:cNvSpPr>
                <a:spLocks/>
              </p:cNvSpPr>
              <p:nvPr/>
            </p:nvSpPr>
            <p:spPr bwMode="auto">
              <a:xfrm>
                <a:off x="3928" y="1681"/>
                <a:ext cx="48" cy="160"/>
              </a:xfrm>
              <a:custGeom>
                <a:avLst/>
                <a:gdLst>
                  <a:gd name="T0" fmla="*/ 32 w 48"/>
                  <a:gd name="T1" fmla="*/ 0 h 160"/>
                  <a:gd name="T2" fmla="*/ 0 w 48"/>
                  <a:gd name="T3" fmla="*/ 0 h 160"/>
                  <a:gd name="T4" fmla="*/ 16 w 48"/>
                  <a:gd name="T5" fmla="*/ 160 h 160"/>
                  <a:gd name="T6" fmla="*/ 48 w 48"/>
                  <a:gd name="T7" fmla="*/ 160 h 160"/>
                  <a:gd name="T8" fmla="*/ 32 w 48"/>
                  <a:gd name="T9" fmla="*/ 0 h 160"/>
                  <a:gd name="T10" fmla="*/ 0 60000 65536"/>
                  <a:gd name="T11" fmla="*/ 0 60000 65536"/>
                  <a:gd name="T12" fmla="*/ 0 60000 65536"/>
                  <a:gd name="T13" fmla="*/ 0 60000 65536"/>
                  <a:gd name="T14" fmla="*/ 0 60000 65536"/>
                  <a:gd name="T15" fmla="*/ 0 w 48"/>
                  <a:gd name="T16" fmla="*/ 0 h 160"/>
                  <a:gd name="T17" fmla="*/ 48 w 48"/>
                  <a:gd name="T18" fmla="*/ 160 h 160"/>
                </a:gdLst>
                <a:ahLst/>
                <a:cxnLst>
                  <a:cxn ang="T10">
                    <a:pos x="T0" y="T1"/>
                  </a:cxn>
                  <a:cxn ang="T11">
                    <a:pos x="T2" y="T3"/>
                  </a:cxn>
                  <a:cxn ang="T12">
                    <a:pos x="T4" y="T5"/>
                  </a:cxn>
                  <a:cxn ang="T13">
                    <a:pos x="T6" y="T7"/>
                  </a:cxn>
                  <a:cxn ang="T14">
                    <a:pos x="T8" y="T9"/>
                  </a:cxn>
                </a:cxnLst>
                <a:rect l="T15" t="T16" r="T17" b="T18"/>
                <a:pathLst>
                  <a:path w="48" h="160">
                    <a:moveTo>
                      <a:pt x="32" y="0"/>
                    </a:moveTo>
                    <a:lnTo>
                      <a:pt x="0" y="0"/>
                    </a:lnTo>
                    <a:lnTo>
                      <a:pt x="16" y="160"/>
                    </a:lnTo>
                    <a:lnTo>
                      <a:pt x="48" y="160"/>
                    </a:lnTo>
                    <a:lnTo>
                      <a:pt x="32"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20" name="Freeform 325"/>
              <p:cNvSpPr>
                <a:spLocks/>
              </p:cNvSpPr>
              <p:nvPr/>
            </p:nvSpPr>
            <p:spPr bwMode="auto">
              <a:xfrm>
                <a:off x="3944" y="1825"/>
                <a:ext cx="32" cy="24"/>
              </a:xfrm>
              <a:custGeom>
                <a:avLst/>
                <a:gdLst>
                  <a:gd name="T0" fmla="*/ 32 w 32"/>
                  <a:gd name="T1" fmla="*/ 8 h 24"/>
                  <a:gd name="T2" fmla="*/ 24 w 32"/>
                  <a:gd name="T3" fmla="*/ 0 h 24"/>
                  <a:gd name="T4" fmla="*/ 0 w 32"/>
                  <a:gd name="T5" fmla="*/ 16 h 24"/>
                  <a:gd name="T6" fmla="*/ 8 w 32"/>
                  <a:gd name="T7" fmla="*/ 24 h 24"/>
                  <a:gd name="T8" fmla="*/ 32 w 32"/>
                  <a:gd name="T9" fmla="*/ 8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32" y="8"/>
                    </a:moveTo>
                    <a:lnTo>
                      <a:pt x="24" y="0"/>
                    </a:lnTo>
                    <a:lnTo>
                      <a:pt x="0" y="16"/>
                    </a:lnTo>
                    <a:lnTo>
                      <a:pt x="8" y="24"/>
                    </a:lnTo>
                    <a:lnTo>
                      <a:pt x="32"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21" name="Freeform 326"/>
              <p:cNvSpPr>
                <a:spLocks/>
              </p:cNvSpPr>
              <p:nvPr/>
            </p:nvSpPr>
            <p:spPr bwMode="auto">
              <a:xfrm>
                <a:off x="3952" y="1833"/>
                <a:ext cx="144" cy="481"/>
              </a:xfrm>
              <a:custGeom>
                <a:avLst/>
                <a:gdLst>
                  <a:gd name="T0" fmla="*/ 24 w 144"/>
                  <a:gd name="T1" fmla="*/ 0 h 481"/>
                  <a:gd name="T2" fmla="*/ 80 w 144"/>
                  <a:gd name="T3" fmla="*/ 88 h 481"/>
                  <a:gd name="T4" fmla="*/ 80 w 144"/>
                  <a:gd name="T5" fmla="*/ 88 h 481"/>
                  <a:gd name="T6" fmla="*/ 80 w 144"/>
                  <a:gd name="T7" fmla="*/ 88 h 481"/>
                  <a:gd name="T8" fmla="*/ 120 w 144"/>
                  <a:gd name="T9" fmla="*/ 176 h 481"/>
                  <a:gd name="T10" fmla="*/ 120 w 144"/>
                  <a:gd name="T11" fmla="*/ 184 h 481"/>
                  <a:gd name="T12" fmla="*/ 120 w 144"/>
                  <a:gd name="T13" fmla="*/ 184 h 481"/>
                  <a:gd name="T14" fmla="*/ 144 w 144"/>
                  <a:gd name="T15" fmla="*/ 264 h 481"/>
                  <a:gd name="T16" fmla="*/ 144 w 144"/>
                  <a:gd name="T17" fmla="*/ 264 h 481"/>
                  <a:gd name="T18" fmla="*/ 144 w 144"/>
                  <a:gd name="T19" fmla="*/ 264 h 481"/>
                  <a:gd name="T20" fmla="*/ 144 w 144"/>
                  <a:gd name="T21" fmla="*/ 344 h 481"/>
                  <a:gd name="T22" fmla="*/ 144 w 144"/>
                  <a:gd name="T23" fmla="*/ 352 h 481"/>
                  <a:gd name="T24" fmla="*/ 144 w 144"/>
                  <a:gd name="T25" fmla="*/ 352 h 481"/>
                  <a:gd name="T26" fmla="*/ 112 w 144"/>
                  <a:gd name="T27" fmla="*/ 481 h 481"/>
                  <a:gd name="T28" fmla="*/ 112 w 144"/>
                  <a:gd name="T29" fmla="*/ 481 h 481"/>
                  <a:gd name="T30" fmla="*/ 88 w 144"/>
                  <a:gd name="T31" fmla="*/ 465 h 481"/>
                  <a:gd name="T32" fmla="*/ 80 w 144"/>
                  <a:gd name="T33" fmla="*/ 473 h 481"/>
                  <a:gd name="T34" fmla="*/ 112 w 144"/>
                  <a:gd name="T35" fmla="*/ 344 h 481"/>
                  <a:gd name="T36" fmla="*/ 112 w 144"/>
                  <a:gd name="T37" fmla="*/ 344 h 481"/>
                  <a:gd name="T38" fmla="*/ 112 w 144"/>
                  <a:gd name="T39" fmla="*/ 344 h 481"/>
                  <a:gd name="T40" fmla="*/ 112 w 144"/>
                  <a:gd name="T41" fmla="*/ 264 h 481"/>
                  <a:gd name="T42" fmla="*/ 112 w 144"/>
                  <a:gd name="T43" fmla="*/ 264 h 481"/>
                  <a:gd name="T44" fmla="*/ 112 w 144"/>
                  <a:gd name="T45" fmla="*/ 272 h 481"/>
                  <a:gd name="T46" fmla="*/ 88 w 144"/>
                  <a:gd name="T47" fmla="*/ 192 h 481"/>
                  <a:gd name="T48" fmla="*/ 88 w 144"/>
                  <a:gd name="T49" fmla="*/ 192 h 481"/>
                  <a:gd name="T50" fmla="*/ 88 w 144"/>
                  <a:gd name="T51" fmla="*/ 192 h 481"/>
                  <a:gd name="T52" fmla="*/ 48 w 144"/>
                  <a:gd name="T53" fmla="*/ 104 h 481"/>
                  <a:gd name="T54" fmla="*/ 48 w 144"/>
                  <a:gd name="T55" fmla="*/ 104 h 481"/>
                  <a:gd name="T56" fmla="*/ 56 w 144"/>
                  <a:gd name="T57" fmla="*/ 104 h 481"/>
                  <a:gd name="T58" fmla="*/ 0 w 144"/>
                  <a:gd name="T59" fmla="*/ 16 h 481"/>
                  <a:gd name="T60" fmla="*/ 24 w 144"/>
                  <a:gd name="T61" fmla="*/ 0 h 48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44"/>
                  <a:gd name="T94" fmla="*/ 0 h 481"/>
                  <a:gd name="T95" fmla="*/ 144 w 144"/>
                  <a:gd name="T96" fmla="*/ 481 h 48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44" h="481">
                    <a:moveTo>
                      <a:pt x="24" y="0"/>
                    </a:moveTo>
                    <a:lnTo>
                      <a:pt x="80" y="88"/>
                    </a:lnTo>
                    <a:lnTo>
                      <a:pt x="120" y="176"/>
                    </a:lnTo>
                    <a:lnTo>
                      <a:pt x="120" y="184"/>
                    </a:lnTo>
                    <a:lnTo>
                      <a:pt x="144" y="264"/>
                    </a:lnTo>
                    <a:lnTo>
                      <a:pt x="144" y="344"/>
                    </a:lnTo>
                    <a:lnTo>
                      <a:pt x="144" y="352"/>
                    </a:lnTo>
                    <a:lnTo>
                      <a:pt x="112" y="481"/>
                    </a:lnTo>
                    <a:lnTo>
                      <a:pt x="88" y="465"/>
                    </a:lnTo>
                    <a:lnTo>
                      <a:pt x="80" y="473"/>
                    </a:lnTo>
                    <a:lnTo>
                      <a:pt x="112" y="344"/>
                    </a:lnTo>
                    <a:lnTo>
                      <a:pt x="112" y="264"/>
                    </a:lnTo>
                    <a:lnTo>
                      <a:pt x="112" y="272"/>
                    </a:lnTo>
                    <a:lnTo>
                      <a:pt x="88" y="192"/>
                    </a:lnTo>
                    <a:lnTo>
                      <a:pt x="48" y="104"/>
                    </a:lnTo>
                    <a:lnTo>
                      <a:pt x="56" y="104"/>
                    </a:lnTo>
                    <a:lnTo>
                      <a:pt x="0" y="16"/>
                    </a:lnTo>
                    <a:lnTo>
                      <a:pt x="24"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22" name="Freeform 327"/>
              <p:cNvSpPr>
                <a:spLocks/>
              </p:cNvSpPr>
              <p:nvPr/>
            </p:nvSpPr>
            <p:spPr bwMode="auto">
              <a:xfrm>
                <a:off x="4000" y="2298"/>
                <a:ext cx="64" cy="80"/>
              </a:xfrm>
              <a:custGeom>
                <a:avLst/>
                <a:gdLst>
                  <a:gd name="T0" fmla="*/ 64 w 64"/>
                  <a:gd name="T1" fmla="*/ 16 h 80"/>
                  <a:gd name="T2" fmla="*/ 24 w 64"/>
                  <a:gd name="T3" fmla="*/ 72 h 80"/>
                  <a:gd name="T4" fmla="*/ 24 w 64"/>
                  <a:gd name="T5" fmla="*/ 80 h 80"/>
                  <a:gd name="T6" fmla="*/ 0 w 64"/>
                  <a:gd name="T7" fmla="*/ 56 h 80"/>
                  <a:gd name="T8" fmla="*/ 0 w 64"/>
                  <a:gd name="T9" fmla="*/ 56 h 80"/>
                  <a:gd name="T10" fmla="*/ 40 w 64"/>
                  <a:gd name="T11" fmla="*/ 0 h 80"/>
                  <a:gd name="T12" fmla="*/ 64 w 64"/>
                  <a:gd name="T13" fmla="*/ 16 h 80"/>
                  <a:gd name="T14" fmla="*/ 0 60000 65536"/>
                  <a:gd name="T15" fmla="*/ 0 60000 65536"/>
                  <a:gd name="T16" fmla="*/ 0 60000 65536"/>
                  <a:gd name="T17" fmla="*/ 0 60000 65536"/>
                  <a:gd name="T18" fmla="*/ 0 60000 65536"/>
                  <a:gd name="T19" fmla="*/ 0 60000 65536"/>
                  <a:gd name="T20" fmla="*/ 0 60000 65536"/>
                  <a:gd name="T21" fmla="*/ 0 w 64"/>
                  <a:gd name="T22" fmla="*/ 0 h 80"/>
                  <a:gd name="T23" fmla="*/ 64 w 64"/>
                  <a:gd name="T24" fmla="*/ 80 h 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80">
                    <a:moveTo>
                      <a:pt x="64" y="16"/>
                    </a:moveTo>
                    <a:lnTo>
                      <a:pt x="24" y="72"/>
                    </a:lnTo>
                    <a:lnTo>
                      <a:pt x="24" y="80"/>
                    </a:lnTo>
                    <a:lnTo>
                      <a:pt x="0" y="56"/>
                    </a:lnTo>
                    <a:lnTo>
                      <a:pt x="40" y="0"/>
                    </a:lnTo>
                    <a:lnTo>
                      <a:pt x="64"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23" name="Freeform 328"/>
              <p:cNvSpPr>
                <a:spLocks/>
              </p:cNvSpPr>
              <p:nvPr/>
            </p:nvSpPr>
            <p:spPr bwMode="auto">
              <a:xfrm>
                <a:off x="3952" y="2394"/>
                <a:ext cx="32" cy="32"/>
              </a:xfrm>
              <a:custGeom>
                <a:avLst/>
                <a:gdLst>
                  <a:gd name="T0" fmla="*/ 32 w 32"/>
                  <a:gd name="T1" fmla="*/ 24 h 32"/>
                  <a:gd name="T2" fmla="*/ 24 w 32"/>
                  <a:gd name="T3" fmla="*/ 32 h 32"/>
                  <a:gd name="T4" fmla="*/ 0 w 32"/>
                  <a:gd name="T5" fmla="*/ 8 h 32"/>
                  <a:gd name="T6" fmla="*/ 8 w 32"/>
                  <a:gd name="T7" fmla="*/ 0 h 32"/>
                  <a:gd name="T8" fmla="*/ 32 w 32"/>
                  <a:gd name="T9" fmla="*/ 24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32" y="24"/>
                    </a:moveTo>
                    <a:lnTo>
                      <a:pt x="24" y="32"/>
                    </a:lnTo>
                    <a:lnTo>
                      <a:pt x="0" y="8"/>
                    </a:lnTo>
                    <a:lnTo>
                      <a:pt x="8" y="0"/>
                    </a:lnTo>
                    <a:lnTo>
                      <a:pt x="32"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24" name="Freeform 329"/>
              <p:cNvSpPr>
                <a:spLocks/>
              </p:cNvSpPr>
              <p:nvPr/>
            </p:nvSpPr>
            <p:spPr bwMode="auto">
              <a:xfrm>
                <a:off x="3960" y="2354"/>
                <a:ext cx="64" cy="64"/>
              </a:xfrm>
              <a:custGeom>
                <a:avLst/>
                <a:gdLst>
                  <a:gd name="T0" fmla="*/ 64 w 64"/>
                  <a:gd name="T1" fmla="*/ 24 h 64"/>
                  <a:gd name="T2" fmla="*/ 40 w 64"/>
                  <a:gd name="T3" fmla="*/ 0 h 64"/>
                  <a:gd name="T4" fmla="*/ 0 w 64"/>
                  <a:gd name="T5" fmla="*/ 40 h 64"/>
                  <a:gd name="T6" fmla="*/ 24 w 64"/>
                  <a:gd name="T7" fmla="*/ 64 h 64"/>
                  <a:gd name="T8" fmla="*/ 64 w 64"/>
                  <a:gd name="T9" fmla="*/ 24 h 64"/>
                  <a:gd name="T10" fmla="*/ 0 60000 65536"/>
                  <a:gd name="T11" fmla="*/ 0 60000 65536"/>
                  <a:gd name="T12" fmla="*/ 0 60000 65536"/>
                  <a:gd name="T13" fmla="*/ 0 60000 65536"/>
                  <a:gd name="T14" fmla="*/ 0 60000 65536"/>
                  <a:gd name="T15" fmla="*/ 0 w 64"/>
                  <a:gd name="T16" fmla="*/ 0 h 64"/>
                  <a:gd name="T17" fmla="*/ 64 w 64"/>
                  <a:gd name="T18" fmla="*/ 64 h 64"/>
                </a:gdLst>
                <a:ahLst/>
                <a:cxnLst>
                  <a:cxn ang="T10">
                    <a:pos x="T0" y="T1"/>
                  </a:cxn>
                  <a:cxn ang="T11">
                    <a:pos x="T2" y="T3"/>
                  </a:cxn>
                  <a:cxn ang="T12">
                    <a:pos x="T4" y="T5"/>
                  </a:cxn>
                  <a:cxn ang="T13">
                    <a:pos x="T6" y="T7"/>
                  </a:cxn>
                  <a:cxn ang="T14">
                    <a:pos x="T8" y="T9"/>
                  </a:cxn>
                </a:cxnLst>
                <a:rect l="T15" t="T16" r="T17" b="T18"/>
                <a:pathLst>
                  <a:path w="64" h="64">
                    <a:moveTo>
                      <a:pt x="64" y="24"/>
                    </a:moveTo>
                    <a:lnTo>
                      <a:pt x="40" y="0"/>
                    </a:lnTo>
                    <a:lnTo>
                      <a:pt x="0" y="40"/>
                    </a:lnTo>
                    <a:lnTo>
                      <a:pt x="24" y="64"/>
                    </a:lnTo>
                    <a:lnTo>
                      <a:pt x="64"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25" name="Freeform 330"/>
              <p:cNvSpPr>
                <a:spLocks/>
              </p:cNvSpPr>
              <p:nvPr/>
            </p:nvSpPr>
            <p:spPr bwMode="auto">
              <a:xfrm>
                <a:off x="2759" y="1505"/>
                <a:ext cx="32" cy="24"/>
              </a:xfrm>
              <a:custGeom>
                <a:avLst/>
                <a:gdLst>
                  <a:gd name="T0" fmla="*/ 32 w 32"/>
                  <a:gd name="T1" fmla="*/ 16 h 24"/>
                  <a:gd name="T2" fmla="*/ 32 w 32"/>
                  <a:gd name="T3" fmla="*/ 0 h 24"/>
                  <a:gd name="T4" fmla="*/ 0 w 32"/>
                  <a:gd name="T5" fmla="*/ 8 h 24"/>
                  <a:gd name="T6" fmla="*/ 0 w 32"/>
                  <a:gd name="T7" fmla="*/ 24 h 24"/>
                  <a:gd name="T8" fmla="*/ 32 w 32"/>
                  <a:gd name="T9" fmla="*/ 16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32" y="16"/>
                    </a:moveTo>
                    <a:lnTo>
                      <a:pt x="32" y="0"/>
                    </a:lnTo>
                    <a:lnTo>
                      <a:pt x="0" y="8"/>
                    </a:lnTo>
                    <a:lnTo>
                      <a:pt x="0" y="24"/>
                    </a:lnTo>
                    <a:lnTo>
                      <a:pt x="32"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26" name="Freeform 331"/>
              <p:cNvSpPr>
                <a:spLocks/>
              </p:cNvSpPr>
              <p:nvPr/>
            </p:nvSpPr>
            <p:spPr bwMode="auto">
              <a:xfrm>
                <a:off x="2759" y="1521"/>
                <a:ext cx="841" cy="809"/>
              </a:xfrm>
              <a:custGeom>
                <a:avLst/>
                <a:gdLst>
                  <a:gd name="T0" fmla="*/ 32 w 841"/>
                  <a:gd name="T1" fmla="*/ 0 h 809"/>
                  <a:gd name="T2" fmla="*/ 88 w 841"/>
                  <a:gd name="T3" fmla="*/ 192 h 809"/>
                  <a:gd name="T4" fmla="*/ 88 w 841"/>
                  <a:gd name="T5" fmla="*/ 184 h 809"/>
                  <a:gd name="T6" fmla="*/ 88 w 841"/>
                  <a:gd name="T7" fmla="*/ 184 h 809"/>
                  <a:gd name="T8" fmla="*/ 193 w 841"/>
                  <a:gd name="T9" fmla="*/ 352 h 809"/>
                  <a:gd name="T10" fmla="*/ 193 w 841"/>
                  <a:gd name="T11" fmla="*/ 352 h 809"/>
                  <a:gd name="T12" fmla="*/ 193 w 841"/>
                  <a:gd name="T13" fmla="*/ 352 h 809"/>
                  <a:gd name="T14" fmla="*/ 329 w 841"/>
                  <a:gd name="T15" fmla="*/ 496 h 809"/>
                  <a:gd name="T16" fmla="*/ 321 w 841"/>
                  <a:gd name="T17" fmla="*/ 496 h 809"/>
                  <a:gd name="T18" fmla="*/ 321 w 841"/>
                  <a:gd name="T19" fmla="*/ 496 h 809"/>
                  <a:gd name="T20" fmla="*/ 473 w 841"/>
                  <a:gd name="T21" fmla="*/ 616 h 809"/>
                  <a:gd name="T22" fmla="*/ 473 w 841"/>
                  <a:gd name="T23" fmla="*/ 608 h 809"/>
                  <a:gd name="T24" fmla="*/ 473 w 841"/>
                  <a:gd name="T25" fmla="*/ 608 h 809"/>
                  <a:gd name="T26" fmla="*/ 649 w 841"/>
                  <a:gd name="T27" fmla="*/ 705 h 809"/>
                  <a:gd name="T28" fmla="*/ 649 w 841"/>
                  <a:gd name="T29" fmla="*/ 705 h 809"/>
                  <a:gd name="T30" fmla="*/ 649 w 841"/>
                  <a:gd name="T31" fmla="*/ 705 h 809"/>
                  <a:gd name="T32" fmla="*/ 841 w 841"/>
                  <a:gd name="T33" fmla="*/ 777 h 809"/>
                  <a:gd name="T34" fmla="*/ 841 w 841"/>
                  <a:gd name="T35" fmla="*/ 777 h 809"/>
                  <a:gd name="T36" fmla="*/ 833 w 841"/>
                  <a:gd name="T37" fmla="*/ 809 h 809"/>
                  <a:gd name="T38" fmla="*/ 833 w 841"/>
                  <a:gd name="T39" fmla="*/ 809 h 809"/>
                  <a:gd name="T40" fmla="*/ 641 w 841"/>
                  <a:gd name="T41" fmla="*/ 737 h 809"/>
                  <a:gd name="T42" fmla="*/ 641 w 841"/>
                  <a:gd name="T43" fmla="*/ 737 h 809"/>
                  <a:gd name="T44" fmla="*/ 633 w 841"/>
                  <a:gd name="T45" fmla="*/ 737 h 809"/>
                  <a:gd name="T46" fmla="*/ 457 w 841"/>
                  <a:gd name="T47" fmla="*/ 640 h 809"/>
                  <a:gd name="T48" fmla="*/ 457 w 841"/>
                  <a:gd name="T49" fmla="*/ 640 h 809"/>
                  <a:gd name="T50" fmla="*/ 457 w 841"/>
                  <a:gd name="T51" fmla="*/ 640 h 809"/>
                  <a:gd name="T52" fmla="*/ 305 w 841"/>
                  <a:gd name="T53" fmla="*/ 520 h 809"/>
                  <a:gd name="T54" fmla="*/ 305 w 841"/>
                  <a:gd name="T55" fmla="*/ 520 h 809"/>
                  <a:gd name="T56" fmla="*/ 305 w 841"/>
                  <a:gd name="T57" fmla="*/ 520 h 809"/>
                  <a:gd name="T58" fmla="*/ 169 w 841"/>
                  <a:gd name="T59" fmla="*/ 376 h 809"/>
                  <a:gd name="T60" fmla="*/ 169 w 841"/>
                  <a:gd name="T61" fmla="*/ 376 h 809"/>
                  <a:gd name="T62" fmla="*/ 169 w 841"/>
                  <a:gd name="T63" fmla="*/ 368 h 809"/>
                  <a:gd name="T64" fmla="*/ 64 w 841"/>
                  <a:gd name="T65" fmla="*/ 200 h 809"/>
                  <a:gd name="T66" fmla="*/ 64 w 841"/>
                  <a:gd name="T67" fmla="*/ 200 h 809"/>
                  <a:gd name="T68" fmla="*/ 56 w 841"/>
                  <a:gd name="T69" fmla="*/ 200 h 809"/>
                  <a:gd name="T70" fmla="*/ 0 w 841"/>
                  <a:gd name="T71" fmla="*/ 8 h 809"/>
                  <a:gd name="T72" fmla="*/ 32 w 841"/>
                  <a:gd name="T73" fmla="*/ 0 h 80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41"/>
                  <a:gd name="T112" fmla="*/ 0 h 809"/>
                  <a:gd name="T113" fmla="*/ 841 w 841"/>
                  <a:gd name="T114" fmla="*/ 809 h 80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41" h="809">
                    <a:moveTo>
                      <a:pt x="32" y="0"/>
                    </a:moveTo>
                    <a:lnTo>
                      <a:pt x="88" y="192"/>
                    </a:lnTo>
                    <a:lnTo>
                      <a:pt x="88" y="184"/>
                    </a:lnTo>
                    <a:lnTo>
                      <a:pt x="193" y="352"/>
                    </a:lnTo>
                    <a:lnTo>
                      <a:pt x="329" y="496"/>
                    </a:lnTo>
                    <a:lnTo>
                      <a:pt x="321" y="496"/>
                    </a:lnTo>
                    <a:lnTo>
                      <a:pt x="473" y="616"/>
                    </a:lnTo>
                    <a:lnTo>
                      <a:pt x="473" y="608"/>
                    </a:lnTo>
                    <a:lnTo>
                      <a:pt x="649" y="705"/>
                    </a:lnTo>
                    <a:lnTo>
                      <a:pt x="841" y="777"/>
                    </a:lnTo>
                    <a:lnTo>
                      <a:pt x="833" y="809"/>
                    </a:lnTo>
                    <a:lnTo>
                      <a:pt x="641" y="737"/>
                    </a:lnTo>
                    <a:lnTo>
                      <a:pt x="633" y="737"/>
                    </a:lnTo>
                    <a:lnTo>
                      <a:pt x="457" y="640"/>
                    </a:lnTo>
                    <a:lnTo>
                      <a:pt x="305" y="520"/>
                    </a:lnTo>
                    <a:lnTo>
                      <a:pt x="169" y="376"/>
                    </a:lnTo>
                    <a:lnTo>
                      <a:pt x="169" y="368"/>
                    </a:lnTo>
                    <a:lnTo>
                      <a:pt x="64" y="200"/>
                    </a:lnTo>
                    <a:lnTo>
                      <a:pt x="56" y="200"/>
                    </a:lnTo>
                    <a:lnTo>
                      <a:pt x="0" y="8"/>
                    </a:lnTo>
                    <a:lnTo>
                      <a:pt x="32"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27" name="Freeform 332"/>
              <p:cNvSpPr>
                <a:spLocks/>
              </p:cNvSpPr>
              <p:nvPr/>
            </p:nvSpPr>
            <p:spPr bwMode="auto">
              <a:xfrm>
                <a:off x="3592" y="2298"/>
                <a:ext cx="192" cy="88"/>
              </a:xfrm>
              <a:custGeom>
                <a:avLst/>
                <a:gdLst>
                  <a:gd name="T0" fmla="*/ 8 w 192"/>
                  <a:gd name="T1" fmla="*/ 0 h 88"/>
                  <a:gd name="T2" fmla="*/ 192 w 192"/>
                  <a:gd name="T3" fmla="*/ 56 h 88"/>
                  <a:gd name="T4" fmla="*/ 192 w 192"/>
                  <a:gd name="T5" fmla="*/ 56 h 88"/>
                  <a:gd name="T6" fmla="*/ 184 w 192"/>
                  <a:gd name="T7" fmla="*/ 88 h 88"/>
                  <a:gd name="T8" fmla="*/ 184 w 192"/>
                  <a:gd name="T9" fmla="*/ 88 h 88"/>
                  <a:gd name="T10" fmla="*/ 0 w 192"/>
                  <a:gd name="T11" fmla="*/ 32 h 88"/>
                  <a:gd name="T12" fmla="*/ 8 w 192"/>
                  <a:gd name="T13" fmla="*/ 0 h 88"/>
                  <a:gd name="T14" fmla="*/ 0 60000 65536"/>
                  <a:gd name="T15" fmla="*/ 0 60000 65536"/>
                  <a:gd name="T16" fmla="*/ 0 60000 65536"/>
                  <a:gd name="T17" fmla="*/ 0 60000 65536"/>
                  <a:gd name="T18" fmla="*/ 0 60000 65536"/>
                  <a:gd name="T19" fmla="*/ 0 60000 65536"/>
                  <a:gd name="T20" fmla="*/ 0 60000 65536"/>
                  <a:gd name="T21" fmla="*/ 0 w 192"/>
                  <a:gd name="T22" fmla="*/ 0 h 88"/>
                  <a:gd name="T23" fmla="*/ 192 w 192"/>
                  <a:gd name="T24" fmla="*/ 88 h 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2" h="88">
                    <a:moveTo>
                      <a:pt x="8" y="0"/>
                    </a:moveTo>
                    <a:lnTo>
                      <a:pt x="192" y="56"/>
                    </a:lnTo>
                    <a:lnTo>
                      <a:pt x="184" y="88"/>
                    </a:lnTo>
                    <a:lnTo>
                      <a:pt x="0" y="32"/>
                    </a:lnTo>
                    <a:lnTo>
                      <a:pt x="8"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28" name="Freeform 333"/>
              <p:cNvSpPr>
                <a:spLocks/>
              </p:cNvSpPr>
              <p:nvPr/>
            </p:nvSpPr>
            <p:spPr bwMode="auto">
              <a:xfrm>
                <a:off x="3968" y="2386"/>
                <a:ext cx="24" cy="32"/>
              </a:xfrm>
              <a:custGeom>
                <a:avLst/>
                <a:gdLst>
                  <a:gd name="T0" fmla="*/ 8 w 24"/>
                  <a:gd name="T1" fmla="*/ 0 h 32"/>
                  <a:gd name="T2" fmla="*/ 24 w 24"/>
                  <a:gd name="T3" fmla="*/ 0 h 32"/>
                  <a:gd name="T4" fmla="*/ 16 w 24"/>
                  <a:gd name="T5" fmla="*/ 32 h 32"/>
                  <a:gd name="T6" fmla="*/ 0 w 24"/>
                  <a:gd name="T7" fmla="*/ 32 h 32"/>
                  <a:gd name="T8" fmla="*/ 8 w 24"/>
                  <a:gd name="T9" fmla="*/ 0 h 32"/>
                  <a:gd name="T10" fmla="*/ 0 60000 65536"/>
                  <a:gd name="T11" fmla="*/ 0 60000 65536"/>
                  <a:gd name="T12" fmla="*/ 0 60000 65536"/>
                  <a:gd name="T13" fmla="*/ 0 60000 65536"/>
                  <a:gd name="T14" fmla="*/ 0 60000 65536"/>
                  <a:gd name="T15" fmla="*/ 0 w 24"/>
                  <a:gd name="T16" fmla="*/ 0 h 32"/>
                  <a:gd name="T17" fmla="*/ 24 w 24"/>
                  <a:gd name="T18" fmla="*/ 32 h 32"/>
                </a:gdLst>
                <a:ahLst/>
                <a:cxnLst>
                  <a:cxn ang="T10">
                    <a:pos x="T0" y="T1"/>
                  </a:cxn>
                  <a:cxn ang="T11">
                    <a:pos x="T2" y="T3"/>
                  </a:cxn>
                  <a:cxn ang="T12">
                    <a:pos x="T4" y="T5"/>
                  </a:cxn>
                  <a:cxn ang="T13">
                    <a:pos x="T6" y="T7"/>
                  </a:cxn>
                  <a:cxn ang="T14">
                    <a:pos x="T8" y="T9"/>
                  </a:cxn>
                </a:cxnLst>
                <a:rect l="T15" t="T16" r="T17" b="T18"/>
                <a:pathLst>
                  <a:path w="24" h="32">
                    <a:moveTo>
                      <a:pt x="8" y="0"/>
                    </a:moveTo>
                    <a:lnTo>
                      <a:pt x="24" y="0"/>
                    </a:lnTo>
                    <a:lnTo>
                      <a:pt x="16" y="32"/>
                    </a:lnTo>
                    <a:lnTo>
                      <a:pt x="0" y="32"/>
                    </a:lnTo>
                    <a:lnTo>
                      <a:pt x="8"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29" name="Freeform 334"/>
              <p:cNvSpPr>
                <a:spLocks/>
              </p:cNvSpPr>
              <p:nvPr/>
            </p:nvSpPr>
            <p:spPr bwMode="auto">
              <a:xfrm>
                <a:off x="3776" y="2354"/>
                <a:ext cx="200" cy="64"/>
              </a:xfrm>
              <a:custGeom>
                <a:avLst/>
                <a:gdLst>
                  <a:gd name="T0" fmla="*/ 8 w 200"/>
                  <a:gd name="T1" fmla="*/ 0 h 64"/>
                  <a:gd name="T2" fmla="*/ 0 w 200"/>
                  <a:gd name="T3" fmla="*/ 32 h 64"/>
                  <a:gd name="T4" fmla="*/ 192 w 200"/>
                  <a:gd name="T5" fmla="*/ 64 h 64"/>
                  <a:gd name="T6" fmla="*/ 200 w 200"/>
                  <a:gd name="T7" fmla="*/ 32 h 64"/>
                  <a:gd name="T8" fmla="*/ 8 w 200"/>
                  <a:gd name="T9" fmla="*/ 0 h 64"/>
                  <a:gd name="T10" fmla="*/ 0 60000 65536"/>
                  <a:gd name="T11" fmla="*/ 0 60000 65536"/>
                  <a:gd name="T12" fmla="*/ 0 60000 65536"/>
                  <a:gd name="T13" fmla="*/ 0 60000 65536"/>
                  <a:gd name="T14" fmla="*/ 0 60000 65536"/>
                  <a:gd name="T15" fmla="*/ 0 w 200"/>
                  <a:gd name="T16" fmla="*/ 0 h 64"/>
                  <a:gd name="T17" fmla="*/ 200 w 200"/>
                  <a:gd name="T18" fmla="*/ 64 h 64"/>
                </a:gdLst>
                <a:ahLst/>
                <a:cxnLst>
                  <a:cxn ang="T10">
                    <a:pos x="T0" y="T1"/>
                  </a:cxn>
                  <a:cxn ang="T11">
                    <a:pos x="T2" y="T3"/>
                  </a:cxn>
                  <a:cxn ang="T12">
                    <a:pos x="T4" y="T5"/>
                  </a:cxn>
                  <a:cxn ang="T13">
                    <a:pos x="T6" y="T7"/>
                  </a:cxn>
                  <a:cxn ang="T14">
                    <a:pos x="T8" y="T9"/>
                  </a:cxn>
                </a:cxnLst>
                <a:rect l="T15" t="T16" r="T17" b="T18"/>
                <a:pathLst>
                  <a:path w="200" h="64">
                    <a:moveTo>
                      <a:pt x="8" y="0"/>
                    </a:moveTo>
                    <a:lnTo>
                      <a:pt x="0" y="32"/>
                    </a:lnTo>
                    <a:lnTo>
                      <a:pt x="192" y="64"/>
                    </a:lnTo>
                    <a:lnTo>
                      <a:pt x="200" y="32"/>
                    </a:lnTo>
                    <a:lnTo>
                      <a:pt x="8"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30" name="Freeform 335"/>
              <p:cNvSpPr>
                <a:spLocks/>
              </p:cNvSpPr>
              <p:nvPr/>
            </p:nvSpPr>
            <p:spPr bwMode="auto">
              <a:xfrm>
                <a:off x="4416" y="1321"/>
                <a:ext cx="40" cy="32"/>
              </a:xfrm>
              <a:custGeom>
                <a:avLst/>
                <a:gdLst>
                  <a:gd name="T0" fmla="*/ 32 w 40"/>
                  <a:gd name="T1" fmla="*/ 32 h 32"/>
                  <a:gd name="T2" fmla="*/ 40 w 40"/>
                  <a:gd name="T3" fmla="*/ 16 h 32"/>
                  <a:gd name="T4" fmla="*/ 8 w 40"/>
                  <a:gd name="T5" fmla="*/ 0 h 32"/>
                  <a:gd name="T6" fmla="*/ 0 w 40"/>
                  <a:gd name="T7" fmla="*/ 16 h 32"/>
                  <a:gd name="T8" fmla="*/ 32 w 40"/>
                  <a:gd name="T9" fmla="*/ 32 h 32"/>
                  <a:gd name="T10" fmla="*/ 0 60000 65536"/>
                  <a:gd name="T11" fmla="*/ 0 60000 65536"/>
                  <a:gd name="T12" fmla="*/ 0 60000 65536"/>
                  <a:gd name="T13" fmla="*/ 0 60000 65536"/>
                  <a:gd name="T14" fmla="*/ 0 60000 65536"/>
                  <a:gd name="T15" fmla="*/ 0 w 40"/>
                  <a:gd name="T16" fmla="*/ 0 h 32"/>
                  <a:gd name="T17" fmla="*/ 40 w 40"/>
                  <a:gd name="T18" fmla="*/ 32 h 32"/>
                </a:gdLst>
                <a:ahLst/>
                <a:cxnLst>
                  <a:cxn ang="T10">
                    <a:pos x="T0" y="T1"/>
                  </a:cxn>
                  <a:cxn ang="T11">
                    <a:pos x="T2" y="T3"/>
                  </a:cxn>
                  <a:cxn ang="T12">
                    <a:pos x="T4" y="T5"/>
                  </a:cxn>
                  <a:cxn ang="T13">
                    <a:pos x="T6" y="T7"/>
                  </a:cxn>
                  <a:cxn ang="T14">
                    <a:pos x="T8" y="T9"/>
                  </a:cxn>
                </a:cxnLst>
                <a:rect l="T15" t="T16" r="T17" b="T18"/>
                <a:pathLst>
                  <a:path w="40" h="32">
                    <a:moveTo>
                      <a:pt x="32" y="32"/>
                    </a:moveTo>
                    <a:lnTo>
                      <a:pt x="40" y="16"/>
                    </a:lnTo>
                    <a:lnTo>
                      <a:pt x="8" y="0"/>
                    </a:lnTo>
                    <a:lnTo>
                      <a:pt x="0" y="16"/>
                    </a:lnTo>
                    <a:lnTo>
                      <a:pt x="32"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31" name="Freeform 336"/>
              <p:cNvSpPr>
                <a:spLocks/>
              </p:cNvSpPr>
              <p:nvPr/>
            </p:nvSpPr>
            <p:spPr bwMode="auto">
              <a:xfrm>
                <a:off x="4320" y="1273"/>
                <a:ext cx="64" cy="48"/>
              </a:xfrm>
              <a:custGeom>
                <a:avLst/>
                <a:gdLst>
                  <a:gd name="T0" fmla="*/ 56 w 64"/>
                  <a:gd name="T1" fmla="*/ 48 h 48"/>
                  <a:gd name="T2" fmla="*/ 64 w 64"/>
                  <a:gd name="T3" fmla="*/ 32 h 48"/>
                  <a:gd name="T4" fmla="*/ 8 w 64"/>
                  <a:gd name="T5" fmla="*/ 0 h 48"/>
                  <a:gd name="T6" fmla="*/ 0 w 64"/>
                  <a:gd name="T7" fmla="*/ 16 h 48"/>
                  <a:gd name="T8" fmla="*/ 56 w 64"/>
                  <a:gd name="T9" fmla="*/ 48 h 48"/>
                  <a:gd name="T10" fmla="*/ 0 60000 65536"/>
                  <a:gd name="T11" fmla="*/ 0 60000 65536"/>
                  <a:gd name="T12" fmla="*/ 0 60000 65536"/>
                  <a:gd name="T13" fmla="*/ 0 60000 65536"/>
                  <a:gd name="T14" fmla="*/ 0 60000 65536"/>
                  <a:gd name="T15" fmla="*/ 0 w 64"/>
                  <a:gd name="T16" fmla="*/ 0 h 48"/>
                  <a:gd name="T17" fmla="*/ 64 w 64"/>
                  <a:gd name="T18" fmla="*/ 48 h 48"/>
                </a:gdLst>
                <a:ahLst/>
                <a:cxnLst>
                  <a:cxn ang="T10">
                    <a:pos x="T0" y="T1"/>
                  </a:cxn>
                  <a:cxn ang="T11">
                    <a:pos x="T2" y="T3"/>
                  </a:cxn>
                  <a:cxn ang="T12">
                    <a:pos x="T4" y="T5"/>
                  </a:cxn>
                  <a:cxn ang="T13">
                    <a:pos x="T6" y="T7"/>
                  </a:cxn>
                  <a:cxn ang="T14">
                    <a:pos x="T8" y="T9"/>
                  </a:cxn>
                </a:cxnLst>
                <a:rect l="T15" t="T16" r="T17" b="T18"/>
                <a:pathLst>
                  <a:path w="64" h="48">
                    <a:moveTo>
                      <a:pt x="56" y="48"/>
                    </a:moveTo>
                    <a:lnTo>
                      <a:pt x="64" y="32"/>
                    </a:lnTo>
                    <a:lnTo>
                      <a:pt x="8" y="0"/>
                    </a:lnTo>
                    <a:lnTo>
                      <a:pt x="0" y="16"/>
                    </a:lnTo>
                    <a:lnTo>
                      <a:pt x="56" y="4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32" name="Freeform 337"/>
              <p:cNvSpPr>
                <a:spLocks/>
              </p:cNvSpPr>
              <p:nvPr/>
            </p:nvSpPr>
            <p:spPr bwMode="auto">
              <a:xfrm>
                <a:off x="4264" y="1249"/>
                <a:ext cx="16" cy="24"/>
              </a:xfrm>
              <a:custGeom>
                <a:avLst/>
                <a:gdLst>
                  <a:gd name="T0" fmla="*/ 8 w 16"/>
                  <a:gd name="T1" fmla="*/ 24 h 24"/>
                  <a:gd name="T2" fmla="*/ 16 w 16"/>
                  <a:gd name="T3" fmla="*/ 16 h 24"/>
                  <a:gd name="T4" fmla="*/ 8 w 16"/>
                  <a:gd name="T5" fmla="*/ 8 h 24"/>
                  <a:gd name="T6" fmla="*/ 8 w 16"/>
                  <a:gd name="T7" fmla="*/ 0 h 24"/>
                  <a:gd name="T8" fmla="*/ 0 w 16"/>
                  <a:gd name="T9" fmla="*/ 16 h 24"/>
                  <a:gd name="T10" fmla="*/ 0 w 16"/>
                  <a:gd name="T11" fmla="*/ 16 h 24"/>
                  <a:gd name="T12" fmla="*/ 8 w 16"/>
                  <a:gd name="T13" fmla="*/ 24 h 24"/>
                  <a:gd name="T14" fmla="*/ 0 60000 65536"/>
                  <a:gd name="T15" fmla="*/ 0 60000 65536"/>
                  <a:gd name="T16" fmla="*/ 0 60000 65536"/>
                  <a:gd name="T17" fmla="*/ 0 60000 65536"/>
                  <a:gd name="T18" fmla="*/ 0 60000 65536"/>
                  <a:gd name="T19" fmla="*/ 0 60000 65536"/>
                  <a:gd name="T20" fmla="*/ 0 60000 65536"/>
                  <a:gd name="T21" fmla="*/ 0 w 16"/>
                  <a:gd name="T22" fmla="*/ 0 h 24"/>
                  <a:gd name="T23" fmla="*/ 16 w 16"/>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24">
                    <a:moveTo>
                      <a:pt x="8" y="24"/>
                    </a:moveTo>
                    <a:lnTo>
                      <a:pt x="16" y="16"/>
                    </a:lnTo>
                    <a:lnTo>
                      <a:pt x="8" y="8"/>
                    </a:lnTo>
                    <a:lnTo>
                      <a:pt x="8" y="0"/>
                    </a:lnTo>
                    <a:lnTo>
                      <a:pt x="0" y="16"/>
                    </a:lnTo>
                    <a:lnTo>
                      <a:pt x="8"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33" name="Freeform 338"/>
              <p:cNvSpPr>
                <a:spLocks/>
              </p:cNvSpPr>
              <p:nvPr/>
            </p:nvSpPr>
            <p:spPr bwMode="auto">
              <a:xfrm>
                <a:off x="4216" y="1233"/>
                <a:ext cx="56" cy="32"/>
              </a:xfrm>
              <a:custGeom>
                <a:avLst/>
                <a:gdLst>
                  <a:gd name="T0" fmla="*/ 48 w 56"/>
                  <a:gd name="T1" fmla="*/ 32 h 32"/>
                  <a:gd name="T2" fmla="*/ 56 w 56"/>
                  <a:gd name="T3" fmla="*/ 16 h 32"/>
                  <a:gd name="T4" fmla="*/ 8 w 56"/>
                  <a:gd name="T5" fmla="*/ 0 h 32"/>
                  <a:gd name="T6" fmla="*/ 0 w 56"/>
                  <a:gd name="T7" fmla="*/ 16 h 32"/>
                  <a:gd name="T8" fmla="*/ 48 w 56"/>
                  <a:gd name="T9" fmla="*/ 32 h 32"/>
                  <a:gd name="T10" fmla="*/ 0 60000 65536"/>
                  <a:gd name="T11" fmla="*/ 0 60000 65536"/>
                  <a:gd name="T12" fmla="*/ 0 60000 65536"/>
                  <a:gd name="T13" fmla="*/ 0 60000 65536"/>
                  <a:gd name="T14" fmla="*/ 0 60000 65536"/>
                  <a:gd name="T15" fmla="*/ 0 w 56"/>
                  <a:gd name="T16" fmla="*/ 0 h 32"/>
                  <a:gd name="T17" fmla="*/ 56 w 56"/>
                  <a:gd name="T18" fmla="*/ 32 h 32"/>
                </a:gdLst>
                <a:ahLst/>
                <a:cxnLst>
                  <a:cxn ang="T10">
                    <a:pos x="T0" y="T1"/>
                  </a:cxn>
                  <a:cxn ang="T11">
                    <a:pos x="T2" y="T3"/>
                  </a:cxn>
                  <a:cxn ang="T12">
                    <a:pos x="T4" y="T5"/>
                  </a:cxn>
                  <a:cxn ang="T13">
                    <a:pos x="T6" y="T7"/>
                  </a:cxn>
                  <a:cxn ang="T14">
                    <a:pos x="T8" y="T9"/>
                  </a:cxn>
                </a:cxnLst>
                <a:rect l="T15" t="T16" r="T17" b="T18"/>
                <a:pathLst>
                  <a:path w="56" h="32">
                    <a:moveTo>
                      <a:pt x="48" y="32"/>
                    </a:moveTo>
                    <a:lnTo>
                      <a:pt x="56" y="16"/>
                    </a:lnTo>
                    <a:lnTo>
                      <a:pt x="8" y="0"/>
                    </a:lnTo>
                    <a:lnTo>
                      <a:pt x="0" y="16"/>
                    </a:lnTo>
                    <a:lnTo>
                      <a:pt x="48"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34" name="Freeform 339"/>
              <p:cNvSpPr>
                <a:spLocks/>
              </p:cNvSpPr>
              <p:nvPr/>
            </p:nvSpPr>
            <p:spPr bwMode="auto">
              <a:xfrm>
                <a:off x="4112" y="1201"/>
                <a:ext cx="64" cy="32"/>
              </a:xfrm>
              <a:custGeom>
                <a:avLst/>
                <a:gdLst>
                  <a:gd name="T0" fmla="*/ 56 w 64"/>
                  <a:gd name="T1" fmla="*/ 32 h 32"/>
                  <a:gd name="T2" fmla="*/ 64 w 64"/>
                  <a:gd name="T3" fmla="*/ 16 h 32"/>
                  <a:gd name="T4" fmla="*/ 8 w 64"/>
                  <a:gd name="T5" fmla="*/ 0 h 32"/>
                  <a:gd name="T6" fmla="*/ 0 w 64"/>
                  <a:gd name="T7" fmla="*/ 16 h 32"/>
                  <a:gd name="T8" fmla="*/ 56 w 64"/>
                  <a:gd name="T9" fmla="*/ 32 h 32"/>
                  <a:gd name="T10" fmla="*/ 0 60000 65536"/>
                  <a:gd name="T11" fmla="*/ 0 60000 65536"/>
                  <a:gd name="T12" fmla="*/ 0 60000 65536"/>
                  <a:gd name="T13" fmla="*/ 0 60000 65536"/>
                  <a:gd name="T14" fmla="*/ 0 60000 65536"/>
                  <a:gd name="T15" fmla="*/ 0 w 64"/>
                  <a:gd name="T16" fmla="*/ 0 h 32"/>
                  <a:gd name="T17" fmla="*/ 64 w 64"/>
                  <a:gd name="T18" fmla="*/ 32 h 32"/>
                </a:gdLst>
                <a:ahLst/>
                <a:cxnLst>
                  <a:cxn ang="T10">
                    <a:pos x="T0" y="T1"/>
                  </a:cxn>
                  <a:cxn ang="T11">
                    <a:pos x="T2" y="T3"/>
                  </a:cxn>
                  <a:cxn ang="T12">
                    <a:pos x="T4" y="T5"/>
                  </a:cxn>
                  <a:cxn ang="T13">
                    <a:pos x="T6" y="T7"/>
                  </a:cxn>
                  <a:cxn ang="T14">
                    <a:pos x="T8" y="T9"/>
                  </a:cxn>
                </a:cxnLst>
                <a:rect l="T15" t="T16" r="T17" b="T18"/>
                <a:pathLst>
                  <a:path w="64" h="32">
                    <a:moveTo>
                      <a:pt x="56" y="32"/>
                    </a:moveTo>
                    <a:lnTo>
                      <a:pt x="64" y="16"/>
                    </a:lnTo>
                    <a:lnTo>
                      <a:pt x="8" y="0"/>
                    </a:lnTo>
                    <a:lnTo>
                      <a:pt x="0" y="16"/>
                    </a:lnTo>
                    <a:lnTo>
                      <a:pt x="56" y="32"/>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35" name="Freeform 340"/>
              <p:cNvSpPr>
                <a:spLocks/>
              </p:cNvSpPr>
              <p:nvPr/>
            </p:nvSpPr>
            <p:spPr bwMode="auto">
              <a:xfrm>
                <a:off x="4000" y="1177"/>
                <a:ext cx="64" cy="24"/>
              </a:xfrm>
              <a:custGeom>
                <a:avLst/>
                <a:gdLst>
                  <a:gd name="T0" fmla="*/ 64 w 64"/>
                  <a:gd name="T1" fmla="*/ 24 h 24"/>
                  <a:gd name="T2" fmla="*/ 64 w 64"/>
                  <a:gd name="T3" fmla="*/ 8 h 24"/>
                  <a:gd name="T4" fmla="*/ 0 w 64"/>
                  <a:gd name="T5" fmla="*/ 0 h 24"/>
                  <a:gd name="T6" fmla="*/ 0 w 64"/>
                  <a:gd name="T7" fmla="*/ 16 h 24"/>
                  <a:gd name="T8" fmla="*/ 64 w 64"/>
                  <a:gd name="T9" fmla="*/ 24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64" y="24"/>
                    </a:moveTo>
                    <a:lnTo>
                      <a:pt x="64" y="8"/>
                    </a:lnTo>
                    <a:lnTo>
                      <a:pt x="0" y="0"/>
                    </a:lnTo>
                    <a:lnTo>
                      <a:pt x="0" y="16"/>
                    </a:lnTo>
                    <a:lnTo>
                      <a:pt x="64"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36" name="Freeform 341"/>
              <p:cNvSpPr>
                <a:spLocks/>
              </p:cNvSpPr>
              <p:nvPr/>
            </p:nvSpPr>
            <p:spPr bwMode="auto">
              <a:xfrm>
                <a:off x="3896" y="1161"/>
                <a:ext cx="56" cy="24"/>
              </a:xfrm>
              <a:custGeom>
                <a:avLst/>
                <a:gdLst>
                  <a:gd name="T0" fmla="*/ 56 w 56"/>
                  <a:gd name="T1" fmla="*/ 24 h 24"/>
                  <a:gd name="T2" fmla="*/ 56 w 56"/>
                  <a:gd name="T3" fmla="*/ 8 h 24"/>
                  <a:gd name="T4" fmla="*/ 0 w 56"/>
                  <a:gd name="T5" fmla="*/ 0 h 24"/>
                  <a:gd name="T6" fmla="*/ 0 w 56"/>
                  <a:gd name="T7" fmla="*/ 0 h 24"/>
                  <a:gd name="T8" fmla="*/ 0 w 56"/>
                  <a:gd name="T9" fmla="*/ 16 h 24"/>
                  <a:gd name="T10" fmla="*/ 0 w 56"/>
                  <a:gd name="T11" fmla="*/ 16 h 24"/>
                  <a:gd name="T12" fmla="*/ 56 w 56"/>
                  <a:gd name="T13" fmla="*/ 24 h 24"/>
                  <a:gd name="T14" fmla="*/ 0 60000 65536"/>
                  <a:gd name="T15" fmla="*/ 0 60000 65536"/>
                  <a:gd name="T16" fmla="*/ 0 60000 65536"/>
                  <a:gd name="T17" fmla="*/ 0 60000 65536"/>
                  <a:gd name="T18" fmla="*/ 0 60000 65536"/>
                  <a:gd name="T19" fmla="*/ 0 60000 65536"/>
                  <a:gd name="T20" fmla="*/ 0 60000 65536"/>
                  <a:gd name="T21" fmla="*/ 0 w 56"/>
                  <a:gd name="T22" fmla="*/ 0 h 24"/>
                  <a:gd name="T23" fmla="*/ 56 w 56"/>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24">
                    <a:moveTo>
                      <a:pt x="56" y="24"/>
                    </a:moveTo>
                    <a:lnTo>
                      <a:pt x="56" y="8"/>
                    </a:lnTo>
                    <a:lnTo>
                      <a:pt x="0" y="0"/>
                    </a:lnTo>
                    <a:lnTo>
                      <a:pt x="0" y="16"/>
                    </a:lnTo>
                    <a:lnTo>
                      <a:pt x="56"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37" name="Rectangle 342"/>
              <p:cNvSpPr>
                <a:spLocks noChangeArrowheads="1"/>
              </p:cNvSpPr>
              <p:nvPr/>
            </p:nvSpPr>
            <p:spPr bwMode="auto">
              <a:xfrm>
                <a:off x="3896" y="1161"/>
                <a:ext cx="1" cy="16"/>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438" name="Rectangle 343"/>
              <p:cNvSpPr>
                <a:spLocks noChangeArrowheads="1"/>
              </p:cNvSpPr>
              <p:nvPr/>
            </p:nvSpPr>
            <p:spPr bwMode="auto">
              <a:xfrm>
                <a:off x="3784" y="1161"/>
                <a:ext cx="64" cy="16"/>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6439" name="Freeform 344"/>
              <p:cNvSpPr>
                <a:spLocks/>
              </p:cNvSpPr>
              <p:nvPr/>
            </p:nvSpPr>
            <p:spPr bwMode="auto">
              <a:xfrm>
                <a:off x="3704" y="1161"/>
                <a:ext cx="32" cy="16"/>
              </a:xfrm>
              <a:custGeom>
                <a:avLst/>
                <a:gdLst>
                  <a:gd name="T0" fmla="*/ 32 w 32"/>
                  <a:gd name="T1" fmla="*/ 16 h 16"/>
                  <a:gd name="T2" fmla="*/ 32 w 32"/>
                  <a:gd name="T3" fmla="*/ 0 h 16"/>
                  <a:gd name="T4" fmla="*/ 0 w 32"/>
                  <a:gd name="T5" fmla="*/ 0 h 16"/>
                  <a:gd name="T6" fmla="*/ 0 w 32"/>
                  <a:gd name="T7" fmla="*/ 0 h 16"/>
                  <a:gd name="T8" fmla="*/ 0 w 32"/>
                  <a:gd name="T9" fmla="*/ 16 h 16"/>
                  <a:gd name="T10" fmla="*/ 0 w 32"/>
                  <a:gd name="T11" fmla="*/ 16 h 16"/>
                  <a:gd name="T12" fmla="*/ 32 w 32"/>
                  <a:gd name="T13" fmla="*/ 16 h 16"/>
                  <a:gd name="T14" fmla="*/ 0 60000 65536"/>
                  <a:gd name="T15" fmla="*/ 0 60000 65536"/>
                  <a:gd name="T16" fmla="*/ 0 60000 65536"/>
                  <a:gd name="T17" fmla="*/ 0 60000 65536"/>
                  <a:gd name="T18" fmla="*/ 0 60000 65536"/>
                  <a:gd name="T19" fmla="*/ 0 60000 65536"/>
                  <a:gd name="T20" fmla="*/ 0 60000 65536"/>
                  <a:gd name="T21" fmla="*/ 0 w 32"/>
                  <a:gd name="T22" fmla="*/ 0 h 16"/>
                  <a:gd name="T23" fmla="*/ 32 w 32"/>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6">
                    <a:moveTo>
                      <a:pt x="32" y="16"/>
                    </a:moveTo>
                    <a:lnTo>
                      <a:pt x="32" y="0"/>
                    </a:lnTo>
                    <a:lnTo>
                      <a:pt x="0" y="0"/>
                    </a:lnTo>
                    <a:lnTo>
                      <a:pt x="0" y="16"/>
                    </a:lnTo>
                    <a:lnTo>
                      <a:pt x="32"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40" name="Freeform 345"/>
              <p:cNvSpPr>
                <a:spLocks/>
              </p:cNvSpPr>
              <p:nvPr/>
            </p:nvSpPr>
            <p:spPr bwMode="auto">
              <a:xfrm>
                <a:off x="3672" y="1161"/>
                <a:ext cx="32" cy="24"/>
              </a:xfrm>
              <a:custGeom>
                <a:avLst/>
                <a:gdLst>
                  <a:gd name="T0" fmla="*/ 32 w 32"/>
                  <a:gd name="T1" fmla="*/ 16 h 24"/>
                  <a:gd name="T2" fmla="*/ 32 w 32"/>
                  <a:gd name="T3" fmla="*/ 0 h 24"/>
                  <a:gd name="T4" fmla="*/ 0 w 32"/>
                  <a:gd name="T5" fmla="*/ 8 h 24"/>
                  <a:gd name="T6" fmla="*/ 0 w 32"/>
                  <a:gd name="T7" fmla="*/ 24 h 24"/>
                  <a:gd name="T8" fmla="*/ 32 w 32"/>
                  <a:gd name="T9" fmla="*/ 16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32" y="16"/>
                    </a:moveTo>
                    <a:lnTo>
                      <a:pt x="32" y="0"/>
                    </a:lnTo>
                    <a:lnTo>
                      <a:pt x="0" y="8"/>
                    </a:lnTo>
                    <a:lnTo>
                      <a:pt x="0" y="24"/>
                    </a:lnTo>
                    <a:lnTo>
                      <a:pt x="32"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41" name="Freeform 346"/>
              <p:cNvSpPr>
                <a:spLocks/>
              </p:cNvSpPr>
              <p:nvPr/>
            </p:nvSpPr>
            <p:spPr bwMode="auto">
              <a:xfrm>
                <a:off x="3560" y="1177"/>
                <a:ext cx="64" cy="24"/>
              </a:xfrm>
              <a:custGeom>
                <a:avLst/>
                <a:gdLst>
                  <a:gd name="T0" fmla="*/ 64 w 64"/>
                  <a:gd name="T1" fmla="*/ 16 h 24"/>
                  <a:gd name="T2" fmla="*/ 64 w 64"/>
                  <a:gd name="T3" fmla="*/ 0 h 24"/>
                  <a:gd name="T4" fmla="*/ 0 w 64"/>
                  <a:gd name="T5" fmla="*/ 8 h 24"/>
                  <a:gd name="T6" fmla="*/ 0 w 64"/>
                  <a:gd name="T7" fmla="*/ 24 h 24"/>
                  <a:gd name="T8" fmla="*/ 64 w 64"/>
                  <a:gd name="T9" fmla="*/ 16 h 24"/>
                  <a:gd name="T10" fmla="*/ 0 60000 65536"/>
                  <a:gd name="T11" fmla="*/ 0 60000 65536"/>
                  <a:gd name="T12" fmla="*/ 0 60000 65536"/>
                  <a:gd name="T13" fmla="*/ 0 60000 65536"/>
                  <a:gd name="T14" fmla="*/ 0 60000 65536"/>
                  <a:gd name="T15" fmla="*/ 0 w 64"/>
                  <a:gd name="T16" fmla="*/ 0 h 24"/>
                  <a:gd name="T17" fmla="*/ 64 w 64"/>
                  <a:gd name="T18" fmla="*/ 24 h 24"/>
                </a:gdLst>
                <a:ahLst/>
                <a:cxnLst>
                  <a:cxn ang="T10">
                    <a:pos x="T0" y="T1"/>
                  </a:cxn>
                  <a:cxn ang="T11">
                    <a:pos x="T2" y="T3"/>
                  </a:cxn>
                  <a:cxn ang="T12">
                    <a:pos x="T4" y="T5"/>
                  </a:cxn>
                  <a:cxn ang="T13">
                    <a:pos x="T6" y="T7"/>
                  </a:cxn>
                  <a:cxn ang="T14">
                    <a:pos x="T8" y="T9"/>
                  </a:cxn>
                </a:cxnLst>
                <a:rect l="T15" t="T16" r="T17" b="T18"/>
                <a:pathLst>
                  <a:path w="64" h="24">
                    <a:moveTo>
                      <a:pt x="64" y="16"/>
                    </a:moveTo>
                    <a:lnTo>
                      <a:pt x="64" y="0"/>
                    </a:lnTo>
                    <a:lnTo>
                      <a:pt x="0" y="8"/>
                    </a:lnTo>
                    <a:lnTo>
                      <a:pt x="0" y="24"/>
                    </a:lnTo>
                    <a:lnTo>
                      <a:pt x="64"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42" name="Freeform 347"/>
              <p:cNvSpPr>
                <a:spLocks/>
              </p:cNvSpPr>
              <p:nvPr/>
            </p:nvSpPr>
            <p:spPr bwMode="auto">
              <a:xfrm>
                <a:off x="3504" y="1201"/>
                <a:ext cx="16" cy="16"/>
              </a:xfrm>
              <a:custGeom>
                <a:avLst/>
                <a:gdLst>
                  <a:gd name="T0" fmla="*/ 16 w 16"/>
                  <a:gd name="T1" fmla="*/ 8 h 16"/>
                  <a:gd name="T2" fmla="*/ 8 w 16"/>
                  <a:gd name="T3" fmla="*/ 0 h 16"/>
                  <a:gd name="T4" fmla="*/ 0 w 16"/>
                  <a:gd name="T5" fmla="*/ 8 h 16"/>
                  <a:gd name="T6" fmla="*/ 0 w 16"/>
                  <a:gd name="T7" fmla="*/ 0 h 16"/>
                  <a:gd name="T8" fmla="*/ 8 w 16"/>
                  <a:gd name="T9" fmla="*/ 16 h 16"/>
                  <a:gd name="T10" fmla="*/ 8 w 16"/>
                  <a:gd name="T11" fmla="*/ 16 h 16"/>
                  <a:gd name="T12" fmla="*/ 16 w 16"/>
                  <a:gd name="T13" fmla="*/ 8 h 16"/>
                  <a:gd name="T14" fmla="*/ 0 60000 65536"/>
                  <a:gd name="T15" fmla="*/ 0 60000 65536"/>
                  <a:gd name="T16" fmla="*/ 0 60000 65536"/>
                  <a:gd name="T17" fmla="*/ 0 60000 65536"/>
                  <a:gd name="T18" fmla="*/ 0 60000 65536"/>
                  <a:gd name="T19" fmla="*/ 0 60000 65536"/>
                  <a:gd name="T20" fmla="*/ 0 60000 65536"/>
                  <a:gd name="T21" fmla="*/ 0 w 16"/>
                  <a:gd name="T22" fmla="*/ 0 h 16"/>
                  <a:gd name="T23" fmla="*/ 16 w 16"/>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16">
                    <a:moveTo>
                      <a:pt x="16" y="8"/>
                    </a:moveTo>
                    <a:lnTo>
                      <a:pt x="8" y="0"/>
                    </a:lnTo>
                    <a:lnTo>
                      <a:pt x="0" y="8"/>
                    </a:lnTo>
                    <a:lnTo>
                      <a:pt x="0" y="0"/>
                    </a:lnTo>
                    <a:lnTo>
                      <a:pt x="8" y="16"/>
                    </a:lnTo>
                    <a:lnTo>
                      <a:pt x="16" y="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43" name="Freeform 348"/>
              <p:cNvSpPr>
                <a:spLocks/>
              </p:cNvSpPr>
              <p:nvPr/>
            </p:nvSpPr>
            <p:spPr bwMode="auto">
              <a:xfrm>
                <a:off x="3456" y="1201"/>
                <a:ext cx="56" cy="32"/>
              </a:xfrm>
              <a:custGeom>
                <a:avLst/>
                <a:gdLst>
                  <a:gd name="T0" fmla="*/ 56 w 56"/>
                  <a:gd name="T1" fmla="*/ 16 h 32"/>
                  <a:gd name="T2" fmla="*/ 48 w 56"/>
                  <a:gd name="T3" fmla="*/ 0 h 32"/>
                  <a:gd name="T4" fmla="*/ 0 w 56"/>
                  <a:gd name="T5" fmla="*/ 16 h 32"/>
                  <a:gd name="T6" fmla="*/ 8 w 56"/>
                  <a:gd name="T7" fmla="*/ 32 h 32"/>
                  <a:gd name="T8" fmla="*/ 56 w 56"/>
                  <a:gd name="T9" fmla="*/ 16 h 32"/>
                  <a:gd name="T10" fmla="*/ 0 60000 65536"/>
                  <a:gd name="T11" fmla="*/ 0 60000 65536"/>
                  <a:gd name="T12" fmla="*/ 0 60000 65536"/>
                  <a:gd name="T13" fmla="*/ 0 60000 65536"/>
                  <a:gd name="T14" fmla="*/ 0 60000 65536"/>
                  <a:gd name="T15" fmla="*/ 0 w 56"/>
                  <a:gd name="T16" fmla="*/ 0 h 32"/>
                  <a:gd name="T17" fmla="*/ 56 w 56"/>
                  <a:gd name="T18" fmla="*/ 32 h 32"/>
                </a:gdLst>
                <a:ahLst/>
                <a:cxnLst>
                  <a:cxn ang="T10">
                    <a:pos x="T0" y="T1"/>
                  </a:cxn>
                  <a:cxn ang="T11">
                    <a:pos x="T2" y="T3"/>
                  </a:cxn>
                  <a:cxn ang="T12">
                    <a:pos x="T4" y="T5"/>
                  </a:cxn>
                  <a:cxn ang="T13">
                    <a:pos x="T6" y="T7"/>
                  </a:cxn>
                  <a:cxn ang="T14">
                    <a:pos x="T8" y="T9"/>
                  </a:cxn>
                </a:cxnLst>
                <a:rect l="T15" t="T16" r="T17" b="T18"/>
                <a:pathLst>
                  <a:path w="56" h="32">
                    <a:moveTo>
                      <a:pt x="56" y="16"/>
                    </a:moveTo>
                    <a:lnTo>
                      <a:pt x="48" y="0"/>
                    </a:lnTo>
                    <a:lnTo>
                      <a:pt x="0" y="16"/>
                    </a:lnTo>
                    <a:lnTo>
                      <a:pt x="8" y="32"/>
                    </a:lnTo>
                    <a:lnTo>
                      <a:pt x="56"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44" name="Freeform 349"/>
              <p:cNvSpPr>
                <a:spLocks/>
              </p:cNvSpPr>
              <p:nvPr/>
            </p:nvSpPr>
            <p:spPr bwMode="auto">
              <a:xfrm>
                <a:off x="3352" y="1225"/>
                <a:ext cx="64" cy="40"/>
              </a:xfrm>
              <a:custGeom>
                <a:avLst/>
                <a:gdLst>
                  <a:gd name="T0" fmla="*/ 64 w 64"/>
                  <a:gd name="T1" fmla="*/ 16 h 40"/>
                  <a:gd name="T2" fmla="*/ 56 w 64"/>
                  <a:gd name="T3" fmla="*/ 0 h 40"/>
                  <a:gd name="T4" fmla="*/ 0 w 64"/>
                  <a:gd name="T5" fmla="*/ 24 h 40"/>
                  <a:gd name="T6" fmla="*/ 8 w 64"/>
                  <a:gd name="T7" fmla="*/ 40 h 40"/>
                  <a:gd name="T8" fmla="*/ 64 w 64"/>
                  <a:gd name="T9" fmla="*/ 16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64" y="16"/>
                    </a:moveTo>
                    <a:lnTo>
                      <a:pt x="56" y="0"/>
                    </a:lnTo>
                    <a:lnTo>
                      <a:pt x="0" y="24"/>
                    </a:lnTo>
                    <a:lnTo>
                      <a:pt x="8" y="40"/>
                    </a:lnTo>
                    <a:lnTo>
                      <a:pt x="64"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45" name="Freeform 350"/>
              <p:cNvSpPr>
                <a:spLocks/>
              </p:cNvSpPr>
              <p:nvPr/>
            </p:nvSpPr>
            <p:spPr bwMode="auto">
              <a:xfrm>
                <a:off x="3280" y="1265"/>
                <a:ext cx="24" cy="16"/>
              </a:xfrm>
              <a:custGeom>
                <a:avLst/>
                <a:gdLst>
                  <a:gd name="T0" fmla="*/ 24 w 24"/>
                  <a:gd name="T1" fmla="*/ 16 h 16"/>
                  <a:gd name="T2" fmla="*/ 24 w 24"/>
                  <a:gd name="T3" fmla="*/ 0 h 16"/>
                  <a:gd name="T4" fmla="*/ 0 w 24"/>
                  <a:gd name="T5" fmla="*/ 0 h 16"/>
                  <a:gd name="T6" fmla="*/ 0 w 24"/>
                  <a:gd name="T7" fmla="*/ 0 h 16"/>
                  <a:gd name="T8" fmla="*/ 8 w 24"/>
                  <a:gd name="T9" fmla="*/ 16 h 16"/>
                  <a:gd name="T10" fmla="*/ 0 w 24"/>
                  <a:gd name="T11" fmla="*/ 16 h 16"/>
                  <a:gd name="T12" fmla="*/ 24 w 24"/>
                  <a:gd name="T13" fmla="*/ 16 h 16"/>
                  <a:gd name="T14" fmla="*/ 0 60000 65536"/>
                  <a:gd name="T15" fmla="*/ 0 60000 65536"/>
                  <a:gd name="T16" fmla="*/ 0 60000 65536"/>
                  <a:gd name="T17" fmla="*/ 0 60000 65536"/>
                  <a:gd name="T18" fmla="*/ 0 60000 65536"/>
                  <a:gd name="T19" fmla="*/ 0 60000 65536"/>
                  <a:gd name="T20" fmla="*/ 0 60000 65536"/>
                  <a:gd name="T21" fmla="*/ 0 w 24"/>
                  <a:gd name="T22" fmla="*/ 0 h 16"/>
                  <a:gd name="T23" fmla="*/ 24 w 24"/>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16">
                    <a:moveTo>
                      <a:pt x="24" y="16"/>
                    </a:moveTo>
                    <a:lnTo>
                      <a:pt x="24" y="0"/>
                    </a:lnTo>
                    <a:lnTo>
                      <a:pt x="0" y="0"/>
                    </a:lnTo>
                    <a:lnTo>
                      <a:pt x="8" y="16"/>
                    </a:lnTo>
                    <a:lnTo>
                      <a:pt x="0" y="16"/>
                    </a:lnTo>
                    <a:lnTo>
                      <a:pt x="24"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46" name="Freeform 351"/>
              <p:cNvSpPr>
                <a:spLocks/>
              </p:cNvSpPr>
              <p:nvPr/>
            </p:nvSpPr>
            <p:spPr bwMode="auto">
              <a:xfrm>
                <a:off x="3240" y="1265"/>
                <a:ext cx="48" cy="40"/>
              </a:xfrm>
              <a:custGeom>
                <a:avLst/>
                <a:gdLst>
                  <a:gd name="T0" fmla="*/ 48 w 48"/>
                  <a:gd name="T1" fmla="*/ 16 h 40"/>
                  <a:gd name="T2" fmla="*/ 40 w 48"/>
                  <a:gd name="T3" fmla="*/ 0 h 40"/>
                  <a:gd name="T4" fmla="*/ 0 w 48"/>
                  <a:gd name="T5" fmla="*/ 24 h 40"/>
                  <a:gd name="T6" fmla="*/ 8 w 48"/>
                  <a:gd name="T7" fmla="*/ 40 h 40"/>
                  <a:gd name="T8" fmla="*/ 48 w 48"/>
                  <a:gd name="T9" fmla="*/ 16 h 40"/>
                  <a:gd name="T10" fmla="*/ 0 60000 65536"/>
                  <a:gd name="T11" fmla="*/ 0 60000 65536"/>
                  <a:gd name="T12" fmla="*/ 0 60000 65536"/>
                  <a:gd name="T13" fmla="*/ 0 60000 65536"/>
                  <a:gd name="T14" fmla="*/ 0 60000 65536"/>
                  <a:gd name="T15" fmla="*/ 0 w 48"/>
                  <a:gd name="T16" fmla="*/ 0 h 40"/>
                  <a:gd name="T17" fmla="*/ 48 w 48"/>
                  <a:gd name="T18" fmla="*/ 40 h 40"/>
                </a:gdLst>
                <a:ahLst/>
                <a:cxnLst>
                  <a:cxn ang="T10">
                    <a:pos x="T0" y="T1"/>
                  </a:cxn>
                  <a:cxn ang="T11">
                    <a:pos x="T2" y="T3"/>
                  </a:cxn>
                  <a:cxn ang="T12">
                    <a:pos x="T4" y="T5"/>
                  </a:cxn>
                  <a:cxn ang="T13">
                    <a:pos x="T6" y="T7"/>
                  </a:cxn>
                  <a:cxn ang="T14">
                    <a:pos x="T8" y="T9"/>
                  </a:cxn>
                </a:cxnLst>
                <a:rect l="T15" t="T16" r="T17" b="T18"/>
                <a:pathLst>
                  <a:path w="48" h="40">
                    <a:moveTo>
                      <a:pt x="48" y="16"/>
                    </a:moveTo>
                    <a:lnTo>
                      <a:pt x="40" y="0"/>
                    </a:lnTo>
                    <a:lnTo>
                      <a:pt x="0" y="24"/>
                    </a:lnTo>
                    <a:lnTo>
                      <a:pt x="8" y="40"/>
                    </a:lnTo>
                    <a:lnTo>
                      <a:pt x="48"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47" name="Freeform 352"/>
              <p:cNvSpPr>
                <a:spLocks/>
              </p:cNvSpPr>
              <p:nvPr/>
            </p:nvSpPr>
            <p:spPr bwMode="auto">
              <a:xfrm>
                <a:off x="3144" y="1305"/>
                <a:ext cx="64" cy="40"/>
              </a:xfrm>
              <a:custGeom>
                <a:avLst/>
                <a:gdLst>
                  <a:gd name="T0" fmla="*/ 64 w 64"/>
                  <a:gd name="T1" fmla="*/ 16 h 40"/>
                  <a:gd name="T2" fmla="*/ 56 w 64"/>
                  <a:gd name="T3" fmla="*/ 0 h 40"/>
                  <a:gd name="T4" fmla="*/ 0 w 64"/>
                  <a:gd name="T5" fmla="*/ 24 h 40"/>
                  <a:gd name="T6" fmla="*/ 8 w 64"/>
                  <a:gd name="T7" fmla="*/ 40 h 40"/>
                  <a:gd name="T8" fmla="*/ 64 w 64"/>
                  <a:gd name="T9" fmla="*/ 16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64" y="16"/>
                    </a:moveTo>
                    <a:lnTo>
                      <a:pt x="56" y="0"/>
                    </a:lnTo>
                    <a:lnTo>
                      <a:pt x="0" y="24"/>
                    </a:lnTo>
                    <a:lnTo>
                      <a:pt x="8" y="40"/>
                    </a:lnTo>
                    <a:lnTo>
                      <a:pt x="64"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48" name="Freeform 353"/>
              <p:cNvSpPr>
                <a:spLocks/>
              </p:cNvSpPr>
              <p:nvPr/>
            </p:nvSpPr>
            <p:spPr bwMode="auto">
              <a:xfrm>
                <a:off x="3040" y="1353"/>
                <a:ext cx="64" cy="40"/>
              </a:xfrm>
              <a:custGeom>
                <a:avLst/>
                <a:gdLst>
                  <a:gd name="T0" fmla="*/ 64 w 64"/>
                  <a:gd name="T1" fmla="*/ 16 h 40"/>
                  <a:gd name="T2" fmla="*/ 56 w 64"/>
                  <a:gd name="T3" fmla="*/ 0 h 40"/>
                  <a:gd name="T4" fmla="*/ 0 w 64"/>
                  <a:gd name="T5" fmla="*/ 24 h 40"/>
                  <a:gd name="T6" fmla="*/ 0 w 64"/>
                  <a:gd name="T7" fmla="*/ 24 h 40"/>
                  <a:gd name="T8" fmla="*/ 8 w 64"/>
                  <a:gd name="T9" fmla="*/ 40 h 40"/>
                  <a:gd name="T10" fmla="*/ 8 w 64"/>
                  <a:gd name="T11" fmla="*/ 40 h 40"/>
                  <a:gd name="T12" fmla="*/ 64 w 64"/>
                  <a:gd name="T13" fmla="*/ 16 h 40"/>
                  <a:gd name="T14" fmla="*/ 0 60000 65536"/>
                  <a:gd name="T15" fmla="*/ 0 60000 65536"/>
                  <a:gd name="T16" fmla="*/ 0 60000 65536"/>
                  <a:gd name="T17" fmla="*/ 0 60000 65536"/>
                  <a:gd name="T18" fmla="*/ 0 60000 65536"/>
                  <a:gd name="T19" fmla="*/ 0 60000 65536"/>
                  <a:gd name="T20" fmla="*/ 0 60000 65536"/>
                  <a:gd name="T21" fmla="*/ 0 w 64"/>
                  <a:gd name="T22" fmla="*/ 0 h 40"/>
                  <a:gd name="T23" fmla="*/ 64 w 64"/>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40">
                    <a:moveTo>
                      <a:pt x="64" y="16"/>
                    </a:moveTo>
                    <a:lnTo>
                      <a:pt x="56" y="0"/>
                    </a:lnTo>
                    <a:lnTo>
                      <a:pt x="0" y="24"/>
                    </a:lnTo>
                    <a:lnTo>
                      <a:pt x="8" y="40"/>
                    </a:lnTo>
                    <a:lnTo>
                      <a:pt x="64"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49" name="Freeform 354"/>
              <p:cNvSpPr>
                <a:spLocks/>
              </p:cNvSpPr>
              <p:nvPr/>
            </p:nvSpPr>
            <p:spPr bwMode="auto">
              <a:xfrm>
                <a:off x="3040" y="1377"/>
                <a:ext cx="8" cy="16"/>
              </a:xfrm>
              <a:custGeom>
                <a:avLst/>
                <a:gdLst>
                  <a:gd name="T0" fmla="*/ 8 w 8"/>
                  <a:gd name="T1" fmla="*/ 16 h 16"/>
                  <a:gd name="T2" fmla="*/ 0 w 8"/>
                  <a:gd name="T3" fmla="*/ 0 h 16"/>
                  <a:gd name="T4" fmla="*/ 0 w 8"/>
                  <a:gd name="T5" fmla="*/ 0 h 16"/>
                  <a:gd name="T6" fmla="*/ 8 w 8"/>
                  <a:gd name="T7" fmla="*/ 16 h 16"/>
                  <a:gd name="T8" fmla="*/ 0 60000 65536"/>
                  <a:gd name="T9" fmla="*/ 0 60000 65536"/>
                  <a:gd name="T10" fmla="*/ 0 60000 65536"/>
                  <a:gd name="T11" fmla="*/ 0 60000 65536"/>
                  <a:gd name="T12" fmla="*/ 0 w 8"/>
                  <a:gd name="T13" fmla="*/ 0 h 16"/>
                  <a:gd name="T14" fmla="*/ 8 w 8"/>
                  <a:gd name="T15" fmla="*/ 16 h 16"/>
                </a:gdLst>
                <a:ahLst/>
                <a:cxnLst>
                  <a:cxn ang="T8">
                    <a:pos x="T0" y="T1"/>
                  </a:cxn>
                  <a:cxn ang="T9">
                    <a:pos x="T2" y="T3"/>
                  </a:cxn>
                  <a:cxn ang="T10">
                    <a:pos x="T4" y="T5"/>
                  </a:cxn>
                  <a:cxn ang="T11">
                    <a:pos x="T6" y="T7"/>
                  </a:cxn>
                </a:cxnLst>
                <a:rect l="T12" t="T13" r="T14" b="T15"/>
                <a:pathLst>
                  <a:path w="8" h="16">
                    <a:moveTo>
                      <a:pt x="8" y="16"/>
                    </a:moveTo>
                    <a:lnTo>
                      <a:pt x="0" y="0"/>
                    </a:lnTo>
                    <a:lnTo>
                      <a:pt x="8"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50" name="Freeform 355"/>
              <p:cNvSpPr>
                <a:spLocks/>
              </p:cNvSpPr>
              <p:nvPr/>
            </p:nvSpPr>
            <p:spPr bwMode="auto">
              <a:xfrm>
                <a:off x="2944" y="1401"/>
                <a:ext cx="64" cy="40"/>
              </a:xfrm>
              <a:custGeom>
                <a:avLst/>
                <a:gdLst>
                  <a:gd name="T0" fmla="*/ 64 w 64"/>
                  <a:gd name="T1" fmla="*/ 16 h 40"/>
                  <a:gd name="T2" fmla="*/ 56 w 64"/>
                  <a:gd name="T3" fmla="*/ 0 h 40"/>
                  <a:gd name="T4" fmla="*/ 0 w 64"/>
                  <a:gd name="T5" fmla="*/ 24 h 40"/>
                  <a:gd name="T6" fmla="*/ 8 w 64"/>
                  <a:gd name="T7" fmla="*/ 40 h 40"/>
                  <a:gd name="T8" fmla="*/ 64 w 64"/>
                  <a:gd name="T9" fmla="*/ 16 h 40"/>
                  <a:gd name="T10" fmla="*/ 0 60000 65536"/>
                  <a:gd name="T11" fmla="*/ 0 60000 65536"/>
                  <a:gd name="T12" fmla="*/ 0 60000 65536"/>
                  <a:gd name="T13" fmla="*/ 0 60000 65536"/>
                  <a:gd name="T14" fmla="*/ 0 60000 65536"/>
                  <a:gd name="T15" fmla="*/ 0 w 64"/>
                  <a:gd name="T16" fmla="*/ 0 h 40"/>
                  <a:gd name="T17" fmla="*/ 64 w 64"/>
                  <a:gd name="T18" fmla="*/ 40 h 40"/>
                </a:gdLst>
                <a:ahLst/>
                <a:cxnLst>
                  <a:cxn ang="T10">
                    <a:pos x="T0" y="T1"/>
                  </a:cxn>
                  <a:cxn ang="T11">
                    <a:pos x="T2" y="T3"/>
                  </a:cxn>
                  <a:cxn ang="T12">
                    <a:pos x="T4" y="T5"/>
                  </a:cxn>
                  <a:cxn ang="T13">
                    <a:pos x="T6" y="T7"/>
                  </a:cxn>
                  <a:cxn ang="T14">
                    <a:pos x="T8" y="T9"/>
                  </a:cxn>
                </a:cxnLst>
                <a:rect l="T15" t="T16" r="T17" b="T18"/>
                <a:pathLst>
                  <a:path w="64" h="40">
                    <a:moveTo>
                      <a:pt x="64" y="16"/>
                    </a:moveTo>
                    <a:lnTo>
                      <a:pt x="56" y="0"/>
                    </a:lnTo>
                    <a:lnTo>
                      <a:pt x="0" y="24"/>
                    </a:lnTo>
                    <a:lnTo>
                      <a:pt x="8" y="40"/>
                    </a:lnTo>
                    <a:lnTo>
                      <a:pt x="64"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51" name="Freeform 356"/>
              <p:cNvSpPr>
                <a:spLocks/>
              </p:cNvSpPr>
              <p:nvPr/>
            </p:nvSpPr>
            <p:spPr bwMode="auto">
              <a:xfrm>
                <a:off x="2847" y="1449"/>
                <a:ext cx="65" cy="48"/>
              </a:xfrm>
              <a:custGeom>
                <a:avLst/>
                <a:gdLst>
                  <a:gd name="T0" fmla="*/ 65 w 65"/>
                  <a:gd name="T1" fmla="*/ 16 h 48"/>
                  <a:gd name="T2" fmla="*/ 57 w 65"/>
                  <a:gd name="T3" fmla="*/ 0 h 48"/>
                  <a:gd name="T4" fmla="*/ 0 w 65"/>
                  <a:gd name="T5" fmla="*/ 32 h 48"/>
                  <a:gd name="T6" fmla="*/ 8 w 65"/>
                  <a:gd name="T7" fmla="*/ 48 h 48"/>
                  <a:gd name="T8" fmla="*/ 65 w 65"/>
                  <a:gd name="T9" fmla="*/ 16 h 48"/>
                  <a:gd name="T10" fmla="*/ 0 60000 65536"/>
                  <a:gd name="T11" fmla="*/ 0 60000 65536"/>
                  <a:gd name="T12" fmla="*/ 0 60000 65536"/>
                  <a:gd name="T13" fmla="*/ 0 60000 65536"/>
                  <a:gd name="T14" fmla="*/ 0 60000 65536"/>
                  <a:gd name="T15" fmla="*/ 0 w 65"/>
                  <a:gd name="T16" fmla="*/ 0 h 48"/>
                  <a:gd name="T17" fmla="*/ 65 w 65"/>
                  <a:gd name="T18" fmla="*/ 48 h 48"/>
                </a:gdLst>
                <a:ahLst/>
                <a:cxnLst>
                  <a:cxn ang="T10">
                    <a:pos x="T0" y="T1"/>
                  </a:cxn>
                  <a:cxn ang="T11">
                    <a:pos x="T2" y="T3"/>
                  </a:cxn>
                  <a:cxn ang="T12">
                    <a:pos x="T4" y="T5"/>
                  </a:cxn>
                  <a:cxn ang="T13">
                    <a:pos x="T6" y="T7"/>
                  </a:cxn>
                  <a:cxn ang="T14">
                    <a:pos x="T8" y="T9"/>
                  </a:cxn>
                </a:cxnLst>
                <a:rect l="T15" t="T16" r="T17" b="T18"/>
                <a:pathLst>
                  <a:path w="65" h="48">
                    <a:moveTo>
                      <a:pt x="65" y="16"/>
                    </a:moveTo>
                    <a:lnTo>
                      <a:pt x="57" y="0"/>
                    </a:lnTo>
                    <a:lnTo>
                      <a:pt x="0" y="32"/>
                    </a:lnTo>
                    <a:lnTo>
                      <a:pt x="8" y="48"/>
                    </a:lnTo>
                    <a:lnTo>
                      <a:pt x="65"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52" name="Freeform 357"/>
              <p:cNvSpPr>
                <a:spLocks/>
              </p:cNvSpPr>
              <p:nvPr/>
            </p:nvSpPr>
            <p:spPr bwMode="auto">
              <a:xfrm>
                <a:off x="2775" y="1505"/>
                <a:ext cx="32" cy="24"/>
              </a:xfrm>
              <a:custGeom>
                <a:avLst/>
                <a:gdLst>
                  <a:gd name="T0" fmla="*/ 32 w 32"/>
                  <a:gd name="T1" fmla="*/ 16 h 24"/>
                  <a:gd name="T2" fmla="*/ 24 w 32"/>
                  <a:gd name="T3" fmla="*/ 0 h 24"/>
                  <a:gd name="T4" fmla="*/ 0 w 32"/>
                  <a:gd name="T5" fmla="*/ 8 h 24"/>
                  <a:gd name="T6" fmla="*/ 8 w 32"/>
                  <a:gd name="T7" fmla="*/ 24 h 24"/>
                  <a:gd name="T8" fmla="*/ 32 w 32"/>
                  <a:gd name="T9" fmla="*/ 16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32" y="16"/>
                    </a:moveTo>
                    <a:lnTo>
                      <a:pt x="24" y="0"/>
                    </a:lnTo>
                    <a:lnTo>
                      <a:pt x="0" y="8"/>
                    </a:lnTo>
                    <a:lnTo>
                      <a:pt x="8" y="24"/>
                    </a:lnTo>
                    <a:lnTo>
                      <a:pt x="32"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53" name="Freeform 358"/>
              <p:cNvSpPr>
                <a:spLocks/>
              </p:cNvSpPr>
              <p:nvPr/>
            </p:nvSpPr>
            <p:spPr bwMode="auto">
              <a:xfrm>
                <a:off x="3960" y="2386"/>
                <a:ext cx="32" cy="24"/>
              </a:xfrm>
              <a:custGeom>
                <a:avLst/>
                <a:gdLst>
                  <a:gd name="T0" fmla="*/ 24 w 32"/>
                  <a:gd name="T1" fmla="*/ 24 h 24"/>
                  <a:gd name="T2" fmla="*/ 32 w 32"/>
                  <a:gd name="T3" fmla="*/ 16 h 24"/>
                  <a:gd name="T4" fmla="*/ 8 w 32"/>
                  <a:gd name="T5" fmla="*/ 0 h 24"/>
                  <a:gd name="T6" fmla="*/ 0 w 32"/>
                  <a:gd name="T7" fmla="*/ 8 h 24"/>
                  <a:gd name="T8" fmla="*/ 24 w 32"/>
                  <a:gd name="T9" fmla="*/ 24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24" y="24"/>
                    </a:moveTo>
                    <a:lnTo>
                      <a:pt x="32" y="16"/>
                    </a:lnTo>
                    <a:lnTo>
                      <a:pt x="8" y="0"/>
                    </a:lnTo>
                    <a:lnTo>
                      <a:pt x="0" y="8"/>
                    </a:lnTo>
                    <a:lnTo>
                      <a:pt x="24" y="24"/>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54" name="Freeform 359"/>
              <p:cNvSpPr>
                <a:spLocks/>
              </p:cNvSpPr>
              <p:nvPr/>
            </p:nvSpPr>
            <p:spPr bwMode="auto">
              <a:xfrm>
                <a:off x="3760" y="2394"/>
                <a:ext cx="224" cy="936"/>
              </a:xfrm>
              <a:custGeom>
                <a:avLst/>
                <a:gdLst>
                  <a:gd name="T0" fmla="*/ 224 w 224"/>
                  <a:gd name="T1" fmla="*/ 16 h 936"/>
                  <a:gd name="T2" fmla="*/ 144 w 224"/>
                  <a:gd name="T3" fmla="*/ 144 h 936"/>
                  <a:gd name="T4" fmla="*/ 144 w 224"/>
                  <a:gd name="T5" fmla="*/ 144 h 936"/>
                  <a:gd name="T6" fmla="*/ 144 w 224"/>
                  <a:gd name="T7" fmla="*/ 144 h 936"/>
                  <a:gd name="T8" fmla="*/ 88 w 224"/>
                  <a:gd name="T9" fmla="*/ 288 h 936"/>
                  <a:gd name="T10" fmla="*/ 88 w 224"/>
                  <a:gd name="T11" fmla="*/ 288 h 936"/>
                  <a:gd name="T12" fmla="*/ 88 w 224"/>
                  <a:gd name="T13" fmla="*/ 288 h 936"/>
                  <a:gd name="T14" fmla="*/ 48 w 224"/>
                  <a:gd name="T15" fmla="*/ 440 h 936"/>
                  <a:gd name="T16" fmla="*/ 48 w 224"/>
                  <a:gd name="T17" fmla="*/ 432 h 936"/>
                  <a:gd name="T18" fmla="*/ 48 w 224"/>
                  <a:gd name="T19" fmla="*/ 432 h 936"/>
                  <a:gd name="T20" fmla="*/ 32 w 224"/>
                  <a:gd name="T21" fmla="*/ 600 h 936"/>
                  <a:gd name="T22" fmla="*/ 32 w 224"/>
                  <a:gd name="T23" fmla="*/ 600 h 936"/>
                  <a:gd name="T24" fmla="*/ 32 w 224"/>
                  <a:gd name="T25" fmla="*/ 600 h 936"/>
                  <a:gd name="T26" fmla="*/ 32 w 224"/>
                  <a:gd name="T27" fmla="*/ 768 h 936"/>
                  <a:gd name="T28" fmla="*/ 32 w 224"/>
                  <a:gd name="T29" fmla="*/ 768 h 936"/>
                  <a:gd name="T30" fmla="*/ 32 w 224"/>
                  <a:gd name="T31" fmla="*/ 768 h 936"/>
                  <a:gd name="T32" fmla="*/ 48 w 224"/>
                  <a:gd name="T33" fmla="*/ 928 h 936"/>
                  <a:gd name="T34" fmla="*/ 48 w 224"/>
                  <a:gd name="T35" fmla="*/ 928 h 936"/>
                  <a:gd name="T36" fmla="*/ 16 w 224"/>
                  <a:gd name="T37" fmla="*/ 936 h 936"/>
                  <a:gd name="T38" fmla="*/ 16 w 224"/>
                  <a:gd name="T39" fmla="*/ 928 h 936"/>
                  <a:gd name="T40" fmla="*/ 0 w 224"/>
                  <a:gd name="T41" fmla="*/ 768 h 936"/>
                  <a:gd name="T42" fmla="*/ 0 w 224"/>
                  <a:gd name="T43" fmla="*/ 768 h 936"/>
                  <a:gd name="T44" fmla="*/ 0 w 224"/>
                  <a:gd name="T45" fmla="*/ 768 h 936"/>
                  <a:gd name="T46" fmla="*/ 0 w 224"/>
                  <a:gd name="T47" fmla="*/ 600 h 936"/>
                  <a:gd name="T48" fmla="*/ 0 w 224"/>
                  <a:gd name="T49" fmla="*/ 600 h 936"/>
                  <a:gd name="T50" fmla="*/ 0 w 224"/>
                  <a:gd name="T51" fmla="*/ 600 h 936"/>
                  <a:gd name="T52" fmla="*/ 16 w 224"/>
                  <a:gd name="T53" fmla="*/ 432 h 936"/>
                  <a:gd name="T54" fmla="*/ 16 w 224"/>
                  <a:gd name="T55" fmla="*/ 432 h 936"/>
                  <a:gd name="T56" fmla="*/ 16 w 224"/>
                  <a:gd name="T57" fmla="*/ 432 h 936"/>
                  <a:gd name="T58" fmla="*/ 56 w 224"/>
                  <a:gd name="T59" fmla="*/ 280 h 936"/>
                  <a:gd name="T60" fmla="*/ 56 w 224"/>
                  <a:gd name="T61" fmla="*/ 280 h 936"/>
                  <a:gd name="T62" fmla="*/ 56 w 224"/>
                  <a:gd name="T63" fmla="*/ 280 h 936"/>
                  <a:gd name="T64" fmla="*/ 112 w 224"/>
                  <a:gd name="T65" fmla="*/ 136 h 936"/>
                  <a:gd name="T66" fmla="*/ 112 w 224"/>
                  <a:gd name="T67" fmla="*/ 136 h 936"/>
                  <a:gd name="T68" fmla="*/ 120 w 224"/>
                  <a:gd name="T69" fmla="*/ 128 h 936"/>
                  <a:gd name="T70" fmla="*/ 200 w 224"/>
                  <a:gd name="T71" fmla="*/ 0 h 936"/>
                  <a:gd name="T72" fmla="*/ 224 w 224"/>
                  <a:gd name="T73" fmla="*/ 16 h 9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24"/>
                  <a:gd name="T112" fmla="*/ 0 h 936"/>
                  <a:gd name="T113" fmla="*/ 224 w 224"/>
                  <a:gd name="T114" fmla="*/ 936 h 9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24" h="936">
                    <a:moveTo>
                      <a:pt x="224" y="16"/>
                    </a:moveTo>
                    <a:lnTo>
                      <a:pt x="144" y="144"/>
                    </a:lnTo>
                    <a:lnTo>
                      <a:pt x="88" y="288"/>
                    </a:lnTo>
                    <a:lnTo>
                      <a:pt x="48" y="440"/>
                    </a:lnTo>
                    <a:lnTo>
                      <a:pt x="48" y="432"/>
                    </a:lnTo>
                    <a:lnTo>
                      <a:pt x="32" y="600"/>
                    </a:lnTo>
                    <a:lnTo>
                      <a:pt x="32" y="768"/>
                    </a:lnTo>
                    <a:lnTo>
                      <a:pt x="48" y="928"/>
                    </a:lnTo>
                    <a:lnTo>
                      <a:pt x="16" y="936"/>
                    </a:lnTo>
                    <a:lnTo>
                      <a:pt x="16" y="928"/>
                    </a:lnTo>
                    <a:lnTo>
                      <a:pt x="0" y="768"/>
                    </a:lnTo>
                    <a:lnTo>
                      <a:pt x="0" y="600"/>
                    </a:lnTo>
                    <a:lnTo>
                      <a:pt x="16" y="432"/>
                    </a:lnTo>
                    <a:lnTo>
                      <a:pt x="56" y="280"/>
                    </a:lnTo>
                    <a:lnTo>
                      <a:pt x="112" y="136"/>
                    </a:lnTo>
                    <a:lnTo>
                      <a:pt x="120" y="128"/>
                    </a:lnTo>
                    <a:lnTo>
                      <a:pt x="200" y="0"/>
                    </a:lnTo>
                    <a:lnTo>
                      <a:pt x="224" y="16"/>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55" name="Freeform 360"/>
              <p:cNvSpPr>
                <a:spLocks/>
              </p:cNvSpPr>
              <p:nvPr/>
            </p:nvSpPr>
            <p:spPr bwMode="auto">
              <a:xfrm>
                <a:off x="3776" y="3322"/>
                <a:ext cx="64" cy="160"/>
              </a:xfrm>
              <a:custGeom>
                <a:avLst/>
                <a:gdLst>
                  <a:gd name="T0" fmla="*/ 32 w 64"/>
                  <a:gd name="T1" fmla="*/ 0 h 160"/>
                  <a:gd name="T2" fmla="*/ 64 w 64"/>
                  <a:gd name="T3" fmla="*/ 152 h 160"/>
                  <a:gd name="T4" fmla="*/ 64 w 64"/>
                  <a:gd name="T5" fmla="*/ 152 h 160"/>
                  <a:gd name="T6" fmla="*/ 32 w 64"/>
                  <a:gd name="T7" fmla="*/ 160 h 160"/>
                  <a:gd name="T8" fmla="*/ 32 w 64"/>
                  <a:gd name="T9" fmla="*/ 160 h 160"/>
                  <a:gd name="T10" fmla="*/ 0 w 64"/>
                  <a:gd name="T11" fmla="*/ 8 h 160"/>
                  <a:gd name="T12" fmla="*/ 32 w 64"/>
                  <a:gd name="T13" fmla="*/ 0 h 160"/>
                  <a:gd name="T14" fmla="*/ 0 60000 65536"/>
                  <a:gd name="T15" fmla="*/ 0 60000 65536"/>
                  <a:gd name="T16" fmla="*/ 0 60000 65536"/>
                  <a:gd name="T17" fmla="*/ 0 60000 65536"/>
                  <a:gd name="T18" fmla="*/ 0 60000 65536"/>
                  <a:gd name="T19" fmla="*/ 0 60000 65536"/>
                  <a:gd name="T20" fmla="*/ 0 60000 65536"/>
                  <a:gd name="T21" fmla="*/ 0 w 64"/>
                  <a:gd name="T22" fmla="*/ 0 h 160"/>
                  <a:gd name="T23" fmla="*/ 64 w 64"/>
                  <a:gd name="T24" fmla="*/ 160 h 1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160">
                    <a:moveTo>
                      <a:pt x="32" y="0"/>
                    </a:moveTo>
                    <a:lnTo>
                      <a:pt x="64" y="152"/>
                    </a:lnTo>
                    <a:lnTo>
                      <a:pt x="32" y="160"/>
                    </a:lnTo>
                    <a:lnTo>
                      <a:pt x="0" y="8"/>
                    </a:lnTo>
                    <a:lnTo>
                      <a:pt x="32"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56" name="Freeform 361"/>
              <p:cNvSpPr>
                <a:spLocks/>
              </p:cNvSpPr>
              <p:nvPr/>
            </p:nvSpPr>
            <p:spPr bwMode="auto">
              <a:xfrm>
                <a:off x="3856" y="3618"/>
                <a:ext cx="32" cy="24"/>
              </a:xfrm>
              <a:custGeom>
                <a:avLst/>
                <a:gdLst>
                  <a:gd name="T0" fmla="*/ 32 w 32"/>
                  <a:gd name="T1" fmla="*/ 0 h 24"/>
                  <a:gd name="T2" fmla="*/ 32 w 32"/>
                  <a:gd name="T3" fmla="*/ 16 h 24"/>
                  <a:gd name="T4" fmla="*/ 0 w 32"/>
                  <a:gd name="T5" fmla="*/ 24 h 24"/>
                  <a:gd name="T6" fmla="*/ 0 w 32"/>
                  <a:gd name="T7" fmla="*/ 8 h 24"/>
                  <a:gd name="T8" fmla="*/ 32 w 32"/>
                  <a:gd name="T9" fmla="*/ 0 h 24"/>
                  <a:gd name="T10" fmla="*/ 0 60000 65536"/>
                  <a:gd name="T11" fmla="*/ 0 60000 65536"/>
                  <a:gd name="T12" fmla="*/ 0 60000 65536"/>
                  <a:gd name="T13" fmla="*/ 0 60000 65536"/>
                  <a:gd name="T14" fmla="*/ 0 60000 65536"/>
                  <a:gd name="T15" fmla="*/ 0 w 32"/>
                  <a:gd name="T16" fmla="*/ 0 h 24"/>
                  <a:gd name="T17" fmla="*/ 32 w 32"/>
                  <a:gd name="T18" fmla="*/ 24 h 24"/>
                </a:gdLst>
                <a:ahLst/>
                <a:cxnLst>
                  <a:cxn ang="T10">
                    <a:pos x="T0" y="T1"/>
                  </a:cxn>
                  <a:cxn ang="T11">
                    <a:pos x="T2" y="T3"/>
                  </a:cxn>
                  <a:cxn ang="T12">
                    <a:pos x="T4" y="T5"/>
                  </a:cxn>
                  <a:cxn ang="T13">
                    <a:pos x="T6" y="T7"/>
                  </a:cxn>
                  <a:cxn ang="T14">
                    <a:pos x="T8" y="T9"/>
                  </a:cxn>
                </a:cxnLst>
                <a:rect l="T15" t="T16" r="T17" b="T18"/>
                <a:pathLst>
                  <a:path w="32" h="24">
                    <a:moveTo>
                      <a:pt x="32" y="0"/>
                    </a:moveTo>
                    <a:lnTo>
                      <a:pt x="32" y="16"/>
                    </a:lnTo>
                    <a:lnTo>
                      <a:pt x="0" y="24"/>
                    </a:lnTo>
                    <a:lnTo>
                      <a:pt x="0" y="8"/>
                    </a:lnTo>
                    <a:lnTo>
                      <a:pt x="32"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57" name="Freeform 362"/>
              <p:cNvSpPr>
                <a:spLocks/>
              </p:cNvSpPr>
              <p:nvPr/>
            </p:nvSpPr>
            <p:spPr bwMode="auto">
              <a:xfrm>
                <a:off x="3808" y="3474"/>
                <a:ext cx="80" cy="152"/>
              </a:xfrm>
              <a:custGeom>
                <a:avLst/>
                <a:gdLst>
                  <a:gd name="T0" fmla="*/ 32 w 80"/>
                  <a:gd name="T1" fmla="*/ 0 h 152"/>
                  <a:gd name="T2" fmla="*/ 0 w 80"/>
                  <a:gd name="T3" fmla="*/ 8 h 152"/>
                  <a:gd name="T4" fmla="*/ 48 w 80"/>
                  <a:gd name="T5" fmla="*/ 152 h 152"/>
                  <a:gd name="T6" fmla="*/ 80 w 80"/>
                  <a:gd name="T7" fmla="*/ 144 h 152"/>
                  <a:gd name="T8" fmla="*/ 32 w 80"/>
                  <a:gd name="T9" fmla="*/ 0 h 152"/>
                  <a:gd name="T10" fmla="*/ 0 60000 65536"/>
                  <a:gd name="T11" fmla="*/ 0 60000 65536"/>
                  <a:gd name="T12" fmla="*/ 0 60000 65536"/>
                  <a:gd name="T13" fmla="*/ 0 60000 65536"/>
                  <a:gd name="T14" fmla="*/ 0 60000 65536"/>
                  <a:gd name="T15" fmla="*/ 0 w 80"/>
                  <a:gd name="T16" fmla="*/ 0 h 152"/>
                  <a:gd name="T17" fmla="*/ 80 w 80"/>
                  <a:gd name="T18" fmla="*/ 152 h 152"/>
                </a:gdLst>
                <a:ahLst/>
                <a:cxnLst>
                  <a:cxn ang="T10">
                    <a:pos x="T0" y="T1"/>
                  </a:cxn>
                  <a:cxn ang="T11">
                    <a:pos x="T2" y="T3"/>
                  </a:cxn>
                  <a:cxn ang="T12">
                    <a:pos x="T4" y="T5"/>
                  </a:cxn>
                  <a:cxn ang="T13">
                    <a:pos x="T6" y="T7"/>
                  </a:cxn>
                  <a:cxn ang="T14">
                    <a:pos x="T8" y="T9"/>
                  </a:cxn>
                </a:cxnLst>
                <a:rect l="T15" t="T16" r="T17" b="T18"/>
                <a:pathLst>
                  <a:path w="80" h="152">
                    <a:moveTo>
                      <a:pt x="32" y="0"/>
                    </a:moveTo>
                    <a:lnTo>
                      <a:pt x="0" y="8"/>
                    </a:lnTo>
                    <a:lnTo>
                      <a:pt x="48" y="152"/>
                    </a:lnTo>
                    <a:lnTo>
                      <a:pt x="80" y="144"/>
                    </a:lnTo>
                    <a:lnTo>
                      <a:pt x="32"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58" name="Freeform 363"/>
              <p:cNvSpPr>
                <a:spLocks/>
              </p:cNvSpPr>
              <p:nvPr/>
            </p:nvSpPr>
            <p:spPr bwMode="auto">
              <a:xfrm>
                <a:off x="3728" y="1705"/>
                <a:ext cx="464" cy="280"/>
              </a:xfrm>
              <a:custGeom>
                <a:avLst/>
                <a:gdLst>
                  <a:gd name="T0" fmla="*/ 464 w 464"/>
                  <a:gd name="T1" fmla="*/ 136 h 280"/>
                  <a:gd name="T2" fmla="*/ 440 w 464"/>
                  <a:gd name="T3" fmla="*/ 88 h 280"/>
                  <a:gd name="T4" fmla="*/ 392 w 464"/>
                  <a:gd name="T5" fmla="*/ 40 h 280"/>
                  <a:gd name="T6" fmla="*/ 320 w 464"/>
                  <a:gd name="T7" fmla="*/ 8 h 280"/>
                  <a:gd name="T8" fmla="*/ 232 w 464"/>
                  <a:gd name="T9" fmla="*/ 0 h 280"/>
                  <a:gd name="T10" fmla="*/ 144 w 464"/>
                  <a:gd name="T11" fmla="*/ 8 h 280"/>
                  <a:gd name="T12" fmla="*/ 64 w 464"/>
                  <a:gd name="T13" fmla="*/ 40 h 280"/>
                  <a:gd name="T14" fmla="*/ 16 w 464"/>
                  <a:gd name="T15" fmla="*/ 88 h 280"/>
                  <a:gd name="T16" fmla="*/ 0 w 464"/>
                  <a:gd name="T17" fmla="*/ 136 h 280"/>
                  <a:gd name="T18" fmla="*/ 16 w 464"/>
                  <a:gd name="T19" fmla="*/ 192 h 280"/>
                  <a:gd name="T20" fmla="*/ 64 w 464"/>
                  <a:gd name="T21" fmla="*/ 240 h 280"/>
                  <a:gd name="T22" fmla="*/ 144 w 464"/>
                  <a:gd name="T23" fmla="*/ 264 h 280"/>
                  <a:gd name="T24" fmla="*/ 232 w 464"/>
                  <a:gd name="T25" fmla="*/ 280 h 280"/>
                  <a:gd name="T26" fmla="*/ 320 w 464"/>
                  <a:gd name="T27" fmla="*/ 264 h 280"/>
                  <a:gd name="T28" fmla="*/ 392 w 464"/>
                  <a:gd name="T29" fmla="*/ 240 h 280"/>
                  <a:gd name="T30" fmla="*/ 440 w 464"/>
                  <a:gd name="T31" fmla="*/ 192 h 280"/>
                  <a:gd name="T32" fmla="*/ 464 w 464"/>
                  <a:gd name="T33" fmla="*/ 136 h 2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4"/>
                  <a:gd name="T52" fmla="*/ 0 h 280"/>
                  <a:gd name="T53" fmla="*/ 464 w 464"/>
                  <a:gd name="T54" fmla="*/ 280 h 2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4" h="280">
                    <a:moveTo>
                      <a:pt x="464" y="136"/>
                    </a:moveTo>
                    <a:lnTo>
                      <a:pt x="440" y="88"/>
                    </a:lnTo>
                    <a:lnTo>
                      <a:pt x="392" y="40"/>
                    </a:lnTo>
                    <a:lnTo>
                      <a:pt x="320" y="8"/>
                    </a:lnTo>
                    <a:lnTo>
                      <a:pt x="232" y="0"/>
                    </a:lnTo>
                    <a:lnTo>
                      <a:pt x="144" y="8"/>
                    </a:lnTo>
                    <a:lnTo>
                      <a:pt x="64" y="40"/>
                    </a:lnTo>
                    <a:lnTo>
                      <a:pt x="16" y="88"/>
                    </a:lnTo>
                    <a:lnTo>
                      <a:pt x="0" y="136"/>
                    </a:lnTo>
                    <a:lnTo>
                      <a:pt x="16" y="192"/>
                    </a:lnTo>
                    <a:lnTo>
                      <a:pt x="64" y="240"/>
                    </a:lnTo>
                    <a:lnTo>
                      <a:pt x="144" y="264"/>
                    </a:lnTo>
                    <a:lnTo>
                      <a:pt x="232" y="280"/>
                    </a:lnTo>
                    <a:lnTo>
                      <a:pt x="320" y="264"/>
                    </a:lnTo>
                    <a:lnTo>
                      <a:pt x="392" y="240"/>
                    </a:lnTo>
                    <a:lnTo>
                      <a:pt x="440" y="192"/>
                    </a:lnTo>
                    <a:lnTo>
                      <a:pt x="464" y="136"/>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59" name="Freeform 364"/>
              <p:cNvSpPr>
                <a:spLocks/>
              </p:cNvSpPr>
              <p:nvPr/>
            </p:nvSpPr>
            <p:spPr bwMode="auto">
              <a:xfrm>
                <a:off x="3712" y="1689"/>
                <a:ext cx="496" cy="312"/>
              </a:xfrm>
              <a:custGeom>
                <a:avLst/>
                <a:gdLst>
                  <a:gd name="T0" fmla="*/ 440 w 496"/>
                  <a:gd name="T1" fmla="*/ 112 h 312"/>
                  <a:gd name="T2" fmla="*/ 448 w 496"/>
                  <a:gd name="T3" fmla="*/ 120 h 312"/>
                  <a:gd name="T4" fmla="*/ 400 w 496"/>
                  <a:gd name="T5" fmla="*/ 72 h 312"/>
                  <a:gd name="T6" fmla="*/ 328 w 496"/>
                  <a:gd name="T7" fmla="*/ 40 h 312"/>
                  <a:gd name="T8" fmla="*/ 336 w 496"/>
                  <a:gd name="T9" fmla="*/ 40 h 312"/>
                  <a:gd name="T10" fmla="*/ 248 w 496"/>
                  <a:gd name="T11" fmla="*/ 32 h 312"/>
                  <a:gd name="T12" fmla="*/ 160 w 496"/>
                  <a:gd name="T13" fmla="*/ 40 h 312"/>
                  <a:gd name="T14" fmla="*/ 168 w 496"/>
                  <a:gd name="T15" fmla="*/ 40 h 312"/>
                  <a:gd name="T16" fmla="*/ 96 w 496"/>
                  <a:gd name="T17" fmla="*/ 72 h 312"/>
                  <a:gd name="T18" fmla="*/ 48 w 496"/>
                  <a:gd name="T19" fmla="*/ 120 h 312"/>
                  <a:gd name="T20" fmla="*/ 48 w 496"/>
                  <a:gd name="T21" fmla="*/ 112 h 312"/>
                  <a:gd name="T22" fmla="*/ 32 w 496"/>
                  <a:gd name="T23" fmla="*/ 152 h 312"/>
                  <a:gd name="T24" fmla="*/ 48 w 496"/>
                  <a:gd name="T25" fmla="*/ 208 h 312"/>
                  <a:gd name="T26" fmla="*/ 48 w 496"/>
                  <a:gd name="T27" fmla="*/ 200 h 312"/>
                  <a:gd name="T28" fmla="*/ 88 w 496"/>
                  <a:gd name="T29" fmla="*/ 240 h 312"/>
                  <a:gd name="T30" fmla="*/ 168 w 496"/>
                  <a:gd name="T31" fmla="*/ 264 h 312"/>
                  <a:gd name="T32" fmla="*/ 168 w 496"/>
                  <a:gd name="T33" fmla="*/ 264 h 312"/>
                  <a:gd name="T34" fmla="*/ 248 w 496"/>
                  <a:gd name="T35" fmla="*/ 280 h 312"/>
                  <a:gd name="T36" fmla="*/ 336 w 496"/>
                  <a:gd name="T37" fmla="*/ 264 h 312"/>
                  <a:gd name="T38" fmla="*/ 336 w 496"/>
                  <a:gd name="T39" fmla="*/ 264 h 312"/>
                  <a:gd name="T40" fmla="*/ 400 w 496"/>
                  <a:gd name="T41" fmla="*/ 248 h 312"/>
                  <a:gd name="T42" fmla="*/ 448 w 496"/>
                  <a:gd name="T43" fmla="*/ 200 h 312"/>
                  <a:gd name="T44" fmla="*/ 440 w 496"/>
                  <a:gd name="T45" fmla="*/ 200 h 312"/>
                  <a:gd name="T46" fmla="*/ 464 w 496"/>
                  <a:gd name="T47" fmla="*/ 144 h 312"/>
                  <a:gd name="T48" fmla="*/ 496 w 496"/>
                  <a:gd name="T49" fmla="*/ 160 h 312"/>
                  <a:gd name="T50" fmla="*/ 472 w 496"/>
                  <a:gd name="T51" fmla="*/ 216 h 312"/>
                  <a:gd name="T52" fmla="*/ 424 w 496"/>
                  <a:gd name="T53" fmla="*/ 272 h 312"/>
                  <a:gd name="T54" fmla="*/ 416 w 496"/>
                  <a:gd name="T55" fmla="*/ 272 h 312"/>
                  <a:gd name="T56" fmla="*/ 344 w 496"/>
                  <a:gd name="T57" fmla="*/ 296 h 312"/>
                  <a:gd name="T58" fmla="*/ 256 w 496"/>
                  <a:gd name="T59" fmla="*/ 312 h 312"/>
                  <a:gd name="T60" fmla="*/ 248 w 496"/>
                  <a:gd name="T61" fmla="*/ 312 h 312"/>
                  <a:gd name="T62" fmla="*/ 160 w 496"/>
                  <a:gd name="T63" fmla="*/ 296 h 312"/>
                  <a:gd name="T64" fmla="*/ 80 w 496"/>
                  <a:gd name="T65" fmla="*/ 272 h 312"/>
                  <a:gd name="T66" fmla="*/ 72 w 496"/>
                  <a:gd name="T67" fmla="*/ 272 h 312"/>
                  <a:gd name="T68" fmla="*/ 24 w 496"/>
                  <a:gd name="T69" fmla="*/ 224 h 312"/>
                  <a:gd name="T70" fmla="*/ 0 w 496"/>
                  <a:gd name="T71" fmla="*/ 160 h 312"/>
                  <a:gd name="T72" fmla="*/ 0 w 496"/>
                  <a:gd name="T73" fmla="*/ 152 h 312"/>
                  <a:gd name="T74" fmla="*/ 16 w 496"/>
                  <a:gd name="T75" fmla="*/ 104 h 312"/>
                  <a:gd name="T76" fmla="*/ 72 w 496"/>
                  <a:gd name="T77" fmla="*/ 48 h 312"/>
                  <a:gd name="T78" fmla="*/ 80 w 496"/>
                  <a:gd name="T79" fmla="*/ 40 h 312"/>
                  <a:gd name="T80" fmla="*/ 160 w 496"/>
                  <a:gd name="T81" fmla="*/ 8 h 312"/>
                  <a:gd name="T82" fmla="*/ 248 w 496"/>
                  <a:gd name="T83" fmla="*/ 0 h 312"/>
                  <a:gd name="T84" fmla="*/ 248 w 496"/>
                  <a:gd name="T85" fmla="*/ 0 h 312"/>
                  <a:gd name="T86" fmla="*/ 336 w 496"/>
                  <a:gd name="T87" fmla="*/ 8 h 312"/>
                  <a:gd name="T88" fmla="*/ 416 w 496"/>
                  <a:gd name="T89" fmla="*/ 40 h 312"/>
                  <a:gd name="T90" fmla="*/ 424 w 496"/>
                  <a:gd name="T91" fmla="*/ 48 h 312"/>
                  <a:gd name="T92" fmla="*/ 472 w 496"/>
                  <a:gd name="T93" fmla="*/ 96 h 312"/>
                  <a:gd name="T94" fmla="*/ 496 w 496"/>
                  <a:gd name="T95" fmla="*/ 144 h 31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96"/>
                  <a:gd name="T145" fmla="*/ 0 h 312"/>
                  <a:gd name="T146" fmla="*/ 496 w 496"/>
                  <a:gd name="T147" fmla="*/ 312 h 31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96" h="312">
                    <a:moveTo>
                      <a:pt x="464" y="160"/>
                    </a:moveTo>
                    <a:lnTo>
                      <a:pt x="440" y="112"/>
                    </a:lnTo>
                    <a:lnTo>
                      <a:pt x="448" y="120"/>
                    </a:lnTo>
                    <a:lnTo>
                      <a:pt x="400" y="72"/>
                    </a:lnTo>
                    <a:lnTo>
                      <a:pt x="328" y="40"/>
                    </a:lnTo>
                    <a:lnTo>
                      <a:pt x="336" y="40"/>
                    </a:lnTo>
                    <a:lnTo>
                      <a:pt x="248" y="32"/>
                    </a:lnTo>
                    <a:lnTo>
                      <a:pt x="160" y="40"/>
                    </a:lnTo>
                    <a:lnTo>
                      <a:pt x="168" y="40"/>
                    </a:lnTo>
                    <a:lnTo>
                      <a:pt x="88" y="72"/>
                    </a:lnTo>
                    <a:lnTo>
                      <a:pt x="96" y="72"/>
                    </a:lnTo>
                    <a:lnTo>
                      <a:pt x="48" y="120"/>
                    </a:lnTo>
                    <a:lnTo>
                      <a:pt x="48" y="112"/>
                    </a:lnTo>
                    <a:lnTo>
                      <a:pt x="32" y="160"/>
                    </a:lnTo>
                    <a:lnTo>
                      <a:pt x="32" y="152"/>
                    </a:lnTo>
                    <a:lnTo>
                      <a:pt x="48" y="208"/>
                    </a:lnTo>
                    <a:lnTo>
                      <a:pt x="48" y="200"/>
                    </a:lnTo>
                    <a:lnTo>
                      <a:pt x="96" y="248"/>
                    </a:lnTo>
                    <a:lnTo>
                      <a:pt x="88" y="240"/>
                    </a:lnTo>
                    <a:lnTo>
                      <a:pt x="168" y="264"/>
                    </a:lnTo>
                    <a:lnTo>
                      <a:pt x="256" y="280"/>
                    </a:lnTo>
                    <a:lnTo>
                      <a:pt x="248" y="280"/>
                    </a:lnTo>
                    <a:lnTo>
                      <a:pt x="336" y="264"/>
                    </a:lnTo>
                    <a:lnTo>
                      <a:pt x="408" y="240"/>
                    </a:lnTo>
                    <a:lnTo>
                      <a:pt x="400" y="248"/>
                    </a:lnTo>
                    <a:lnTo>
                      <a:pt x="448" y="200"/>
                    </a:lnTo>
                    <a:lnTo>
                      <a:pt x="440" y="200"/>
                    </a:lnTo>
                    <a:lnTo>
                      <a:pt x="464" y="144"/>
                    </a:lnTo>
                    <a:lnTo>
                      <a:pt x="496" y="160"/>
                    </a:lnTo>
                    <a:lnTo>
                      <a:pt x="472" y="216"/>
                    </a:lnTo>
                    <a:lnTo>
                      <a:pt x="472" y="224"/>
                    </a:lnTo>
                    <a:lnTo>
                      <a:pt x="424" y="272"/>
                    </a:lnTo>
                    <a:lnTo>
                      <a:pt x="416" y="272"/>
                    </a:lnTo>
                    <a:lnTo>
                      <a:pt x="344" y="296"/>
                    </a:lnTo>
                    <a:lnTo>
                      <a:pt x="256" y="312"/>
                    </a:lnTo>
                    <a:lnTo>
                      <a:pt x="248" y="312"/>
                    </a:lnTo>
                    <a:lnTo>
                      <a:pt x="160" y="296"/>
                    </a:lnTo>
                    <a:lnTo>
                      <a:pt x="80" y="272"/>
                    </a:lnTo>
                    <a:lnTo>
                      <a:pt x="72" y="272"/>
                    </a:lnTo>
                    <a:lnTo>
                      <a:pt x="24" y="224"/>
                    </a:lnTo>
                    <a:lnTo>
                      <a:pt x="16" y="216"/>
                    </a:lnTo>
                    <a:lnTo>
                      <a:pt x="0" y="160"/>
                    </a:lnTo>
                    <a:lnTo>
                      <a:pt x="0" y="152"/>
                    </a:lnTo>
                    <a:lnTo>
                      <a:pt x="16" y="104"/>
                    </a:lnTo>
                    <a:lnTo>
                      <a:pt x="24" y="96"/>
                    </a:lnTo>
                    <a:lnTo>
                      <a:pt x="72" y="48"/>
                    </a:lnTo>
                    <a:lnTo>
                      <a:pt x="80" y="40"/>
                    </a:lnTo>
                    <a:lnTo>
                      <a:pt x="160" y="8"/>
                    </a:lnTo>
                    <a:lnTo>
                      <a:pt x="248" y="0"/>
                    </a:lnTo>
                    <a:lnTo>
                      <a:pt x="336" y="8"/>
                    </a:lnTo>
                    <a:lnTo>
                      <a:pt x="344" y="8"/>
                    </a:lnTo>
                    <a:lnTo>
                      <a:pt x="416" y="40"/>
                    </a:lnTo>
                    <a:lnTo>
                      <a:pt x="424" y="48"/>
                    </a:lnTo>
                    <a:lnTo>
                      <a:pt x="472" y="96"/>
                    </a:lnTo>
                    <a:lnTo>
                      <a:pt x="496" y="144"/>
                    </a:lnTo>
                    <a:lnTo>
                      <a:pt x="464" y="16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60" name="Freeform 365"/>
              <p:cNvSpPr>
                <a:spLocks/>
              </p:cNvSpPr>
              <p:nvPr/>
            </p:nvSpPr>
            <p:spPr bwMode="auto">
              <a:xfrm>
                <a:off x="4176" y="1833"/>
                <a:ext cx="32" cy="16"/>
              </a:xfrm>
              <a:custGeom>
                <a:avLst/>
                <a:gdLst>
                  <a:gd name="T0" fmla="*/ 0 w 32"/>
                  <a:gd name="T1" fmla="*/ 0 h 16"/>
                  <a:gd name="T2" fmla="*/ 0 w 32"/>
                  <a:gd name="T3" fmla="*/ 0 h 16"/>
                  <a:gd name="T4" fmla="*/ 0 w 32"/>
                  <a:gd name="T5" fmla="*/ 16 h 16"/>
                  <a:gd name="T6" fmla="*/ 32 w 32"/>
                  <a:gd name="T7" fmla="*/ 0 h 16"/>
                  <a:gd name="T8" fmla="*/ 32 w 32"/>
                  <a:gd name="T9" fmla="*/ 16 h 16"/>
                  <a:gd name="T10" fmla="*/ 32 w 32"/>
                  <a:gd name="T11" fmla="*/ 16 h 16"/>
                  <a:gd name="T12" fmla="*/ 0 w 32"/>
                  <a:gd name="T13" fmla="*/ 0 h 16"/>
                  <a:gd name="T14" fmla="*/ 0 60000 65536"/>
                  <a:gd name="T15" fmla="*/ 0 60000 65536"/>
                  <a:gd name="T16" fmla="*/ 0 60000 65536"/>
                  <a:gd name="T17" fmla="*/ 0 60000 65536"/>
                  <a:gd name="T18" fmla="*/ 0 60000 65536"/>
                  <a:gd name="T19" fmla="*/ 0 60000 65536"/>
                  <a:gd name="T20" fmla="*/ 0 60000 65536"/>
                  <a:gd name="T21" fmla="*/ 0 w 32"/>
                  <a:gd name="T22" fmla="*/ 0 h 16"/>
                  <a:gd name="T23" fmla="*/ 32 w 32"/>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6">
                    <a:moveTo>
                      <a:pt x="0" y="0"/>
                    </a:moveTo>
                    <a:lnTo>
                      <a:pt x="0" y="0"/>
                    </a:lnTo>
                    <a:lnTo>
                      <a:pt x="0" y="16"/>
                    </a:lnTo>
                    <a:lnTo>
                      <a:pt x="32" y="0"/>
                    </a:lnTo>
                    <a:lnTo>
                      <a:pt x="32" y="16"/>
                    </a:lnTo>
                    <a:lnTo>
                      <a:pt x="0"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61" name="Rectangle 366"/>
              <p:cNvSpPr>
                <a:spLocks noChangeArrowheads="1"/>
              </p:cNvSpPr>
              <p:nvPr/>
            </p:nvSpPr>
            <p:spPr bwMode="auto">
              <a:xfrm>
                <a:off x="3841" y="1761"/>
                <a:ext cx="2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JFK</a:t>
                </a:r>
                <a:endParaRPr lang="en-US" altLang="zh-TW" sz="1800"/>
              </a:p>
            </p:txBody>
          </p:sp>
          <p:sp>
            <p:nvSpPr>
              <p:cNvPr id="46462" name="Freeform 367"/>
              <p:cNvSpPr>
                <a:spLocks/>
              </p:cNvSpPr>
              <p:nvPr/>
            </p:nvSpPr>
            <p:spPr bwMode="auto">
              <a:xfrm>
                <a:off x="4184" y="769"/>
                <a:ext cx="464" cy="280"/>
              </a:xfrm>
              <a:custGeom>
                <a:avLst/>
                <a:gdLst>
                  <a:gd name="T0" fmla="*/ 464 w 464"/>
                  <a:gd name="T1" fmla="*/ 136 h 280"/>
                  <a:gd name="T2" fmla="*/ 440 w 464"/>
                  <a:gd name="T3" fmla="*/ 88 h 280"/>
                  <a:gd name="T4" fmla="*/ 392 w 464"/>
                  <a:gd name="T5" fmla="*/ 40 h 280"/>
                  <a:gd name="T6" fmla="*/ 320 w 464"/>
                  <a:gd name="T7" fmla="*/ 8 h 280"/>
                  <a:gd name="T8" fmla="*/ 232 w 464"/>
                  <a:gd name="T9" fmla="*/ 0 h 280"/>
                  <a:gd name="T10" fmla="*/ 144 w 464"/>
                  <a:gd name="T11" fmla="*/ 8 h 280"/>
                  <a:gd name="T12" fmla="*/ 64 w 464"/>
                  <a:gd name="T13" fmla="*/ 40 h 280"/>
                  <a:gd name="T14" fmla="*/ 16 w 464"/>
                  <a:gd name="T15" fmla="*/ 88 h 280"/>
                  <a:gd name="T16" fmla="*/ 0 w 464"/>
                  <a:gd name="T17" fmla="*/ 136 h 280"/>
                  <a:gd name="T18" fmla="*/ 16 w 464"/>
                  <a:gd name="T19" fmla="*/ 192 h 280"/>
                  <a:gd name="T20" fmla="*/ 64 w 464"/>
                  <a:gd name="T21" fmla="*/ 240 h 280"/>
                  <a:gd name="T22" fmla="*/ 144 w 464"/>
                  <a:gd name="T23" fmla="*/ 264 h 280"/>
                  <a:gd name="T24" fmla="*/ 232 w 464"/>
                  <a:gd name="T25" fmla="*/ 280 h 280"/>
                  <a:gd name="T26" fmla="*/ 320 w 464"/>
                  <a:gd name="T27" fmla="*/ 264 h 280"/>
                  <a:gd name="T28" fmla="*/ 392 w 464"/>
                  <a:gd name="T29" fmla="*/ 240 h 280"/>
                  <a:gd name="T30" fmla="*/ 440 w 464"/>
                  <a:gd name="T31" fmla="*/ 192 h 280"/>
                  <a:gd name="T32" fmla="*/ 464 w 464"/>
                  <a:gd name="T33" fmla="*/ 136 h 2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4"/>
                  <a:gd name="T52" fmla="*/ 0 h 280"/>
                  <a:gd name="T53" fmla="*/ 464 w 464"/>
                  <a:gd name="T54" fmla="*/ 280 h 2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4" h="280">
                    <a:moveTo>
                      <a:pt x="464" y="136"/>
                    </a:moveTo>
                    <a:lnTo>
                      <a:pt x="440" y="88"/>
                    </a:lnTo>
                    <a:lnTo>
                      <a:pt x="392" y="40"/>
                    </a:lnTo>
                    <a:lnTo>
                      <a:pt x="320" y="8"/>
                    </a:lnTo>
                    <a:lnTo>
                      <a:pt x="232" y="0"/>
                    </a:lnTo>
                    <a:lnTo>
                      <a:pt x="144" y="8"/>
                    </a:lnTo>
                    <a:lnTo>
                      <a:pt x="64" y="40"/>
                    </a:lnTo>
                    <a:lnTo>
                      <a:pt x="16" y="88"/>
                    </a:lnTo>
                    <a:lnTo>
                      <a:pt x="0" y="136"/>
                    </a:lnTo>
                    <a:lnTo>
                      <a:pt x="16" y="192"/>
                    </a:lnTo>
                    <a:lnTo>
                      <a:pt x="64" y="240"/>
                    </a:lnTo>
                    <a:lnTo>
                      <a:pt x="144" y="264"/>
                    </a:lnTo>
                    <a:lnTo>
                      <a:pt x="232" y="280"/>
                    </a:lnTo>
                    <a:lnTo>
                      <a:pt x="320" y="264"/>
                    </a:lnTo>
                    <a:lnTo>
                      <a:pt x="392" y="240"/>
                    </a:lnTo>
                    <a:lnTo>
                      <a:pt x="440" y="192"/>
                    </a:lnTo>
                    <a:lnTo>
                      <a:pt x="464" y="136"/>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63" name="Freeform 368"/>
              <p:cNvSpPr>
                <a:spLocks/>
              </p:cNvSpPr>
              <p:nvPr/>
            </p:nvSpPr>
            <p:spPr bwMode="auto">
              <a:xfrm>
                <a:off x="4168" y="753"/>
                <a:ext cx="496" cy="312"/>
              </a:xfrm>
              <a:custGeom>
                <a:avLst/>
                <a:gdLst>
                  <a:gd name="T0" fmla="*/ 440 w 496"/>
                  <a:gd name="T1" fmla="*/ 112 h 312"/>
                  <a:gd name="T2" fmla="*/ 448 w 496"/>
                  <a:gd name="T3" fmla="*/ 120 h 312"/>
                  <a:gd name="T4" fmla="*/ 400 w 496"/>
                  <a:gd name="T5" fmla="*/ 72 h 312"/>
                  <a:gd name="T6" fmla="*/ 328 w 496"/>
                  <a:gd name="T7" fmla="*/ 40 h 312"/>
                  <a:gd name="T8" fmla="*/ 336 w 496"/>
                  <a:gd name="T9" fmla="*/ 40 h 312"/>
                  <a:gd name="T10" fmla="*/ 248 w 496"/>
                  <a:gd name="T11" fmla="*/ 32 h 312"/>
                  <a:gd name="T12" fmla="*/ 160 w 496"/>
                  <a:gd name="T13" fmla="*/ 40 h 312"/>
                  <a:gd name="T14" fmla="*/ 168 w 496"/>
                  <a:gd name="T15" fmla="*/ 40 h 312"/>
                  <a:gd name="T16" fmla="*/ 96 w 496"/>
                  <a:gd name="T17" fmla="*/ 72 h 312"/>
                  <a:gd name="T18" fmla="*/ 48 w 496"/>
                  <a:gd name="T19" fmla="*/ 120 h 312"/>
                  <a:gd name="T20" fmla="*/ 48 w 496"/>
                  <a:gd name="T21" fmla="*/ 112 h 312"/>
                  <a:gd name="T22" fmla="*/ 32 w 496"/>
                  <a:gd name="T23" fmla="*/ 152 h 312"/>
                  <a:gd name="T24" fmla="*/ 48 w 496"/>
                  <a:gd name="T25" fmla="*/ 208 h 312"/>
                  <a:gd name="T26" fmla="*/ 48 w 496"/>
                  <a:gd name="T27" fmla="*/ 200 h 312"/>
                  <a:gd name="T28" fmla="*/ 88 w 496"/>
                  <a:gd name="T29" fmla="*/ 240 h 312"/>
                  <a:gd name="T30" fmla="*/ 168 w 496"/>
                  <a:gd name="T31" fmla="*/ 264 h 312"/>
                  <a:gd name="T32" fmla="*/ 168 w 496"/>
                  <a:gd name="T33" fmla="*/ 264 h 312"/>
                  <a:gd name="T34" fmla="*/ 248 w 496"/>
                  <a:gd name="T35" fmla="*/ 280 h 312"/>
                  <a:gd name="T36" fmla="*/ 336 w 496"/>
                  <a:gd name="T37" fmla="*/ 264 h 312"/>
                  <a:gd name="T38" fmla="*/ 336 w 496"/>
                  <a:gd name="T39" fmla="*/ 264 h 312"/>
                  <a:gd name="T40" fmla="*/ 400 w 496"/>
                  <a:gd name="T41" fmla="*/ 248 h 312"/>
                  <a:gd name="T42" fmla="*/ 448 w 496"/>
                  <a:gd name="T43" fmla="*/ 200 h 312"/>
                  <a:gd name="T44" fmla="*/ 440 w 496"/>
                  <a:gd name="T45" fmla="*/ 200 h 312"/>
                  <a:gd name="T46" fmla="*/ 464 w 496"/>
                  <a:gd name="T47" fmla="*/ 144 h 312"/>
                  <a:gd name="T48" fmla="*/ 496 w 496"/>
                  <a:gd name="T49" fmla="*/ 160 h 312"/>
                  <a:gd name="T50" fmla="*/ 472 w 496"/>
                  <a:gd name="T51" fmla="*/ 216 h 312"/>
                  <a:gd name="T52" fmla="*/ 424 w 496"/>
                  <a:gd name="T53" fmla="*/ 272 h 312"/>
                  <a:gd name="T54" fmla="*/ 416 w 496"/>
                  <a:gd name="T55" fmla="*/ 272 h 312"/>
                  <a:gd name="T56" fmla="*/ 344 w 496"/>
                  <a:gd name="T57" fmla="*/ 296 h 312"/>
                  <a:gd name="T58" fmla="*/ 256 w 496"/>
                  <a:gd name="T59" fmla="*/ 312 h 312"/>
                  <a:gd name="T60" fmla="*/ 248 w 496"/>
                  <a:gd name="T61" fmla="*/ 312 h 312"/>
                  <a:gd name="T62" fmla="*/ 160 w 496"/>
                  <a:gd name="T63" fmla="*/ 296 h 312"/>
                  <a:gd name="T64" fmla="*/ 80 w 496"/>
                  <a:gd name="T65" fmla="*/ 272 h 312"/>
                  <a:gd name="T66" fmla="*/ 72 w 496"/>
                  <a:gd name="T67" fmla="*/ 272 h 312"/>
                  <a:gd name="T68" fmla="*/ 24 w 496"/>
                  <a:gd name="T69" fmla="*/ 224 h 312"/>
                  <a:gd name="T70" fmla="*/ 0 w 496"/>
                  <a:gd name="T71" fmla="*/ 160 h 312"/>
                  <a:gd name="T72" fmla="*/ 0 w 496"/>
                  <a:gd name="T73" fmla="*/ 152 h 312"/>
                  <a:gd name="T74" fmla="*/ 16 w 496"/>
                  <a:gd name="T75" fmla="*/ 104 h 312"/>
                  <a:gd name="T76" fmla="*/ 72 w 496"/>
                  <a:gd name="T77" fmla="*/ 48 h 312"/>
                  <a:gd name="T78" fmla="*/ 80 w 496"/>
                  <a:gd name="T79" fmla="*/ 40 h 312"/>
                  <a:gd name="T80" fmla="*/ 160 w 496"/>
                  <a:gd name="T81" fmla="*/ 8 h 312"/>
                  <a:gd name="T82" fmla="*/ 248 w 496"/>
                  <a:gd name="T83" fmla="*/ 0 h 312"/>
                  <a:gd name="T84" fmla="*/ 248 w 496"/>
                  <a:gd name="T85" fmla="*/ 0 h 312"/>
                  <a:gd name="T86" fmla="*/ 336 w 496"/>
                  <a:gd name="T87" fmla="*/ 8 h 312"/>
                  <a:gd name="T88" fmla="*/ 416 w 496"/>
                  <a:gd name="T89" fmla="*/ 40 h 312"/>
                  <a:gd name="T90" fmla="*/ 424 w 496"/>
                  <a:gd name="T91" fmla="*/ 48 h 312"/>
                  <a:gd name="T92" fmla="*/ 472 w 496"/>
                  <a:gd name="T93" fmla="*/ 96 h 312"/>
                  <a:gd name="T94" fmla="*/ 496 w 496"/>
                  <a:gd name="T95" fmla="*/ 144 h 31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96"/>
                  <a:gd name="T145" fmla="*/ 0 h 312"/>
                  <a:gd name="T146" fmla="*/ 496 w 496"/>
                  <a:gd name="T147" fmla="*/ 312 h 31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96" h="312">
                    <a:moveTo>
                      <a:pt x="464" y="160"/>
                    </a:moveTo>
                    <a:lnTo>
                      <a:pt x="440" y="112"/>
                    </a:lnTo>
                    <a:lnTo>
                      <a:pt x="448" y="120"/>
                    </a:lnTo>
                    <a:lnTo>
                      <a:pt x="400" y="72"/>
                    </a:lnTo>
                    <a:lnTo>
                      <a:pt x="328" y="40"/>
                    </a:lnTo>
                    <a:lnTo>
                      <a:pt x="336" y="40"/>
                    </a:lnTo>
                    <a:lnTo>
                      <a:pt x="248" y="32"/>
                    </a:lnTo>
                    <a:lnTo>
                      <a:pt x="160" y="40"/>
                    </a:lnTo>
                    <a:lnTo>
                      <a:pt x="168" y="40"/>
                    </a:lnTo>
                    <a:lnTo>
                      <a:pt x="88" y="72"/>
                    </a:lnTo>
                    <a:lnTo>
                      <a:pt x="96" y="72"/>
                    </a:lnTo>
                    <a:lnTo>
                      <a:pt x="48" y="120"/>
                    </a:lnTo>
                    <a:lnTo>
                      <a:pt x="48" y="112"/>
                    </a:lnTo>
                    <a:lnTo>
                      <a:pt x="32" y="160"/>
                    </a:lnTo>
                    <a:lnTo>
                      <a:pt x="32" y="152"/>
                    </a:lnTo>
                    <a:lnTo>
                      <a:pt x="48" y="208"/>
                    </a:lnTo>
                    <a:lnTo>
                      <a:pt x="48" y="200"/>
                    </a:lnTo>
                    <a:lnTo>
                      <a:pt x="96" y="248"/>
                    </a:lnTo>
                    <a:lnTo>
                      <a:pt x="88" y="240"/>
                    </a:lnTo>
                    <a:lnTo>
                      <a:pt x="168" y="264"/>
                    </a:lnTo>
                    <a:lnTo>
                      <a:pt x="256" y="280"/>
                    </a:lnTo>
                    <a:lnTo>
                      <a:pt x="248" y="280"/>
                    </a:lnTo>
                    <a:lnTo>
                      <a:pt x="336" y="264"/>
                    </a:lnTo>
                    <a:lnTo>
                      <a:pt x="408" y="240"/>
                    </a:lnTo>
                    <a:lnTo>
                      <a:pt x="400" y="248"/>
                    </a:lnTo>
                    <a:lnTo>
                      <a:pt x="448" y="200"/>
                    </a:lnTo>
                    <a:lnTo>
                      <a:pt x="440" y="200"/>
                    </a:lnTo>
                    <a:lnTo>
                      <a:pt x="464" y="144"/>
                    </a:lnTo>
                    <a:lnTo>
                      <a:pt x="496" y="160"/>
                    </a:lnTo>
                    <a:lnTo>
                      <a:pt x="472" y="216"/>
                    </a:lnTo>
                    <a:lnTo>
                      <a:pt x="472" y="224"/>
                    </a:lnTo>
                    <a:lnTo>
                      <a:pt x="424" y="272"/>
                    </a:lnTo>
                    <a:lnTo>
                      <a:pt x="416" y="272"/>
                    </a:lnTo>
                    <a:lnTo>
                      <a:pt x="344" y="296"/>
                    </a:lnTo>
                    <a:lnTo>
                      <a:pt x="256" y="312"/>
                    </a:lnTo>
                    <a:lnTo>
                      <a:pt x="248" y="312"/>
                    </a:lnTo>
                    <a:lnTo>
                      <a:pt x="160" y="296"/>
                    </a:lnTo>
                    <a:lnTo>
                      <a:pt x="80" y="272"/>
                    </a:lnTo>
                    <a:lnTo>
                      <a:pt x="72" y="272"/>
                    </a:lnTo>
                    <a:lnTo>
                      <a:pt x="24" y="224"/>
                    </a:lnTo>
                    <a:lnTo>
                      <a:pt x="16" y="216"/>
                    </a:lnTo>
                    <a:lnTo>
                      <a:pt x="0" y="160"/>
                    </a:lnTo>
                    <a:lnTo>
                      <a:pt x="0" y="152"/>
                    </a:lnTo>
                    <a:lnTo>
                      <a:pt x="16" y="104"/>
                    </a:lnTo>
                    <a:lnTo>
                      <a:pt x="24" y="96"/>
                    </a:lnTo>
                    <a:lnTo>
                      <a:pt x="72" y="48"/>
                    </a:lnTo>
                    <a:lnTo>
                      <a:pt x="80" y="40"/>
                    </a:lnTo>
                    <a:lnTo>
                      <a:pt x="160" y="8"/>
                    </a:lnTo>
                    <a:lnTo>
                      <a:pt x="248" y="0"/>
                    </a:lnTo>
                    <a:lnTo>
                      <a:pt x="336" y="8"/>
                    </a:lnTo>
                    <a:lnTo>
                      <a:pt x="344" y="8"/>
                    </a:lnTo>
                    <a:lnTo>
                      <a:pt x="416" y="40"/>
                    </a:lnTo>
                    <a:lnTo>
                      <a:pt x="424" y="48"/>
                    </a:lnTo>
                    <a:lnTo>
                      <a:pt x="472" y="96"/>
                    </a:lnTo>
                    <a:lnTo>
                      <a:pt x="496" y="144"/>
                    </a:lnTo>
                    <a:lnTo>
                      <a:pt x="464" y="16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64" name="Freeform 369"/>
              <p:cNvSpPr>
                <a:spLocks/>
              </p:cNvSpPr>
              <p:nvPr/>
            </p:nvSpPr>
            <p:spPr bwMode="auto">
              <a:xfrm>
                <a:off x="4632" y="897"/>
                <a:ext cx="32" cy="16"/>
              </a:xfrm>
              <a:custGeom>
                <a:avLst/>
                <a:gdLst>
                  <a:gd name="T0" fmla="*/ 0 w 32"/>
                  <a:gd name="T1" fmla="*/ 0 h 16"/>
                  <a:gd name="T2" fmla="*/ 0 w 32"/>
                  <a:gd name="T3" fmla="*/ 0 h 16"/>
                  <a:gd name="T4" fmla="*/ 0 w 32"/>
                  <a:gd name="T5" fmla="*/ 16 h 16"/>
                  <a:gd name="T6" fmla="*/ 32 w 32"/>
                  <a:gd name="T7" fmla="*/ 0 h 16"/>
                  <a:gd name="T8" fmla="*/ 32 w 32"/>
                  <a:gd name="T9" fmla="*/ 16 h 16"/>
                  <a:gd name="T10" fmla="*/ 32 w 32"/>
                  <a:gd name="T11" fmla="*/ 16 h 16"/>
                  <a:gd name="T12" fmla="*/ 0 w 32"/>
                  <a:gd name="T13" fmla="*/ 0 h 16"/>
                  <a:gd name="T14" fmla="*/ 0 60000 65536"/>
                  <a:gd name="T15" fmla="*/ 0 60000 65536"/>
                  <a:gd name="T16" fmla="*/ 0 60000 65536"/>
                  <a:gd name="T17" fmla="*/ 0 60000 65536"/>
                  <a:gd name="T18" fmla="*/ 0 60000 65536"/>
                  <a:gd name="T19" fmla="*/ 0 60000 65536"/>
                  <a:gd name="T20" fmla="*/ 0 60000 65536"/>
                  <a:gd name="T21" fmla="*/ 0 w 32"/>
                  <a:gd name="T22" fmla="*/ 0 h 16"/>
                  <a:gd name="T23" fmla="*/ 32 w 32"/>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6">
                    <a:moveTo>
                      <a:pt x="0" y="0"/>
                    </a:moveTo>
                    <a:lnTo>
                      <a:pt x="0" y="0"/>
                    </a:lnTo>
                    <a:lnTo>
                      <a:pt x="0" y="16"/>
                    </a:lnTo>
                    <a:lnTo>
                      <a:pt x="32" y="0"/>
                    </a:lnTo>
                    <a:lnTo>
                      <a:pt x="32" y="16"/>
                    </a:lnTo>
                    <a:lnTo>
                      <a:pt x="0"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65" name="Rectangle 370"/>
              <p:cNvSpPr>
                <a:spLocks noChangeArrowheads="1"/>
              </p:cNvSpPr>
              <p:nvPr/>
            </p:nvSpPr>
            <p:spPr bwMode="auto">
              <a:xfrm>
                <a:off x="4292" y="825"/>
                <a:ext cx="34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BOS</a:t>
                </a:r>
                <a:endParaRPr lang="en-US" altLang="zh-TW" sz="1800"/>
              </a:p>
            </p:txBody>
          </p:sp>
          <p:sp>
            <p:nvSpPr>
              <p:cNvPr id="46466" name="Freeform 371"/>
              <p:cNvSpPr>
                <a:spLocks/>
              </p:cNvSpPr>
              <p:nvPr/>
            </p:nvSpPr>
            <p:spPr bwMode="auto">
              <a:xfrm>
                <a:off x="3640" y="3482"/>
                <a:ext cx="464" cy="281"/>
              </a:xfrm>
              <a:custGeom>
                <a:avLst/>
                <a:gdLst>
                  <a:gd name="T0" fmla="*/ 464 w 464"/>
                  <a:gd name="T1" fmla="*/ 136 h 281"/>
                  <a:gd name="T2" fmla="*/ 440 w 464"/>
                  <a:gd name="T3" fmla="*/ 88 h 281"/>
                  <a:gd name="T4" fmla="*/ 392 w 464"/>
                  <a:gd name="T5" fmla="*/ 40 h 281"/>
                  <a:gd name="T6" fmla="*/ 320 w 464"/>
                  <a:gd name="T7" fmla="*/ 8 h 281"/>
                  <a:gd name="T8" fmla="*/ 232 w 464"/>
                  <a:gd name="T9" fmla="*/ 0 h 281"/>
                  <a:gd name="T10" fmla="*/ 144 w 464"/>
                  <a:gd name="T11" fmla="*/ 8 h 281"/>
                  <a:gd name="T12" fmla="*/ 64 w 464"/>
                  <a:gd name="T13" fmla="*/ 40 h 281"/>
                  <a:gd name="T14" fmla="*/ 16 w 464"/>
                  <a:gd name="T15" fmla="*/ 88 h 281"/>
                  <a:gd name="T16" fmla="*/ 0 w 464"/>
                  <a:gd name="T17" fmla="*/ 136 h 281"/>
                  <a:gd name="T18" fmla="*/ 16 w 464"/>
                  <a:gd name="T19" fmla="*/ 192 h 281"/>
                  <a:gd name="T20" fmla="*/ 64 w 464"/>
                  <a:gd name="T21" fmla="*/ 241 h 281"/>
                  <a:gd name="T22" fmla="*/ 144 w 464"/>
                  <a:gd name="T23" fmla="*/ 265 h 281"/>
                  <a:gd name="T24" fmla="*/ 232 w 464"/>
                  <a:gd name="T25" fmla="*/ 281 h 281"/>
                  <a:gd name="T26" fmla="*/ 320 w 464"/>
                  <a:gd name="T27" fmla="*/ 265 h 281"/>
                  <a:gd name="T28" fmla="*/ 392 w 464"/>
                  <a:gd name="T29" fmla="*/ 241 h 281"/>
                  <a:gd name="T30" fmla="*/ 440 w 464"/>
                  <a:gd name="T31" fmla="*/ 192 h 281"/>
                  <a:gd name="T32" fmla="*/ 464 w 464"/>
                  <a:gd name="T33" fmla="*/ 136 h 2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4"/>
                  <a:gd name="T52" fmla="*/ 0 h 281"/>
                  <a:gd name="T53" fmla="*/ 464 w 464"/>
                  <a:gd name="T54" fmla="*/ 281 h 2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4" h="281">
                    <a:moveTo>
                      <a:pt x="464" y="136"/>
                    </a:moveTo>
                    <a:lnTo>
                      <a:pt x="440" y="88"/>
                    </a:lnTo>
                    <a:lnTo>
                      <a:pt x="392" y="40"/>
                    </a:lnTo>
                    <a:lnTo>
                      <a:pt x="320" y="8"/>
                    </a:lnTo>
                    <a:lnTo>
                      <a:pt x="232" y="0"/>
                    </a:lnTo>
                    <a:lnTo>
                      <a:pt x="144" y="8"/>
                    </a:lnTo>
                    <a:lnTo>
                      <a:pt x="64" y="40"/>
                    </a:lnTo>
                    <a:lnTo>
                      <a:pt x="16" y="88"/>
                    </a:lnTo>
                    <a:lnTo>
                      <a:pt x="0" y="136"/>
                    </a:lnTo>
                    <a:lnTo>
                      <a:pt x="16" y="192"/>
                    </a:lnTo>
                    <a:lnTo>
                      <a:pt x="64" y="241"/>
                    </a:lnTo>
                    <a:lnTo>
                      <a:pt x="144" y="265"/>
                    </a:lnTo>
                    <a:lnTo>
                      <a:pt x="232" y="281"/>
                    </a:lnTo>
                    <a:lnTo>
                      <a:pt x="320" y="265"/>
                    </a:lnTo>
                    <a:lnTo>
                      <a:pt x="392" y="241"/>
                    </a:lnTo>
                    <a:lnTo>
                      <a:pt x="440" y="192"/>
                    </a:lnTo>
                    <a:lnTo>
                      <a:pt x="464" y="136"/>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67" name="Freeform 372"/>
              <p:cNvSpPr>
                <a:spLocks/>
              </p:cNvSpPr>
              <p:nvPr/>
            </p:nvSpPr>
            <p:spPr bwMode="auto">
              <a:xfrm>
                <a:off x="3624" y="3466"/>
                <a:ext cx="496" cy="313"/>
              </a:xfrm>
              <a:custGeom>
                <a:avLst/>
                <a:gdLst>
                  <a:gd name="T0" fmla="*/ 440 w 496"/>
                  <a:gd name="T1" fmla="*/ 112 h 313"/>
                  <a:gd name="T2" fmla="*/ 448 w 496"/>
                  <a:gd name="T3" fmla="*/ 120 h 313"/>
                  <a:gd name="T4" fmla="*/ 400 w 496"/>
                  <a:gd name="T5" fmla="*/ 72 h 313"/>
                  <a:gd name="T6" fmla="*/ 328 w 496"/>
                  <a:gd name="T7" fmla="*/ 40 h 313"/>
                  <a:gd name="T8" fmla="*/ 336 w 496"/>
                  <a:gd name="T9" fmla="*/ 40 h 313"/>
                  <a:gd name="T10" fmla="*/ 248 w 496"/>
                  <a:gd name="T11" fmla="*/ 32 h 313"/>
                  <a:gd name="T12" fmla="*/ 160 w 496"/>
                  <a:gd name="T13" fmla="*/ 40 h 313"/>
                  <a:gd name="T14" fmla="*/ 168 w 496"/>
                  <a:gd name="T15" fmla="*/ 40 h 313"/>
                  <a:gd name="T16" fmla="*/ 96 w 496"/>
                  <a:gd name="T17" fmla="*/ 72 h 313"/>
                  <a:gd name="T18" fmla="*/ 48 w 496"/>
                  <a:gd name="T19" fmla="*/ 120 h 313"/>
                  <a:gd name="T20" fmla="*/ 48 w 496"/>
                  <a:gd name="T21" fmla="*/ 112 h 313"/>
                  <a:gd name="T22" fmla="*/ 32 w 496"/>
                  <a:gd name="T23" fmla="*/ 152 h 313"/>
                  <a:gd name="T24" fmla="*/ 48 w 496"/>
                  <a:gd name="T25" fmla="*/ 208 h 313"/>
                  <a:gd name="T26" fmla="*/ 48 w 496"/>
                  <a:gd name="T27" fmla="*/ 200 h 313"/>
                  <a:gd name="T28" fmla="*/ 88 w 496"/>
                  <a:gd name="T29" fmla="*/ 241 h 313"/>
                  <a:gd name="T30" fmla="*/ 168 w 496"/>
                  <a:gd name="T31" fmla="*/ 265 h 313"/>
                  <a:gd name="T32" fmla="*/ 168 w 496"/>
                  <a:gd name="T33" fmla="*/ 265 h 313"/>
                  <a:gd name="T34" fmla="*/ 248 w 496"/>
                  <a:gd name="T35" fmla="*/ 281 h 313"/>
                  <a:gd name="T36" fmla="*/ 336 w 496"/>
                  <a:gd name="T37" fmla="*/ 265 h 313"/>
                  <a:gd name="T38" fmla="*/ 336 w 496"/>
                  <a:gd name="T39" fmla="*/ 265 h 313"/>
                  <a:gd name="T40" fmla="*/ 400 w 496"/>
                  <a:gd name="T41" fmla="*/ 249 h 313"/>
                  <a:gd name="T42" fmla="*/ 448 w 496"/>
                  <a:gd name="T43" fmla="*/ 200 h 313"/>
                  <a:gd name="T44" fmla="*/ 440 w 496"/>
                  <a:gd name="T45" fmla="*/ 200 h 313"/>
                  <a:gd name="T46" fmla="*/ 464 w 496"/>
                  <a:gd name="T47" fmla="*/ 144 h 313"/>
                  <a:gd name="T48" fmla="*/ 496 w 496"/>
                  <a:gd name="T49" fmla="*/ 160 h 313"/>
                  <a:gd name="T50" fmla="*/ 472 w 496"/>
                  <a:gd name="T51" fmla="*/ 216 h 313"/>
                  <a:gd name="T52" fmla="*/ 424 w 496"/>
                  <a:gd name="T53" fmla="*/ 273 h 313"/>
                  <a:gd name="T54" fmla="*/ 416 w 496"/>
                  <a:gd name="T55" fmla="*/ 273 h 313"/>
                  <a:gd name="T56" fmla="*/ 344 w 496"/>
                  <a:gd name="T57" fmla="*/ 297 h 313"/>
                  <a:gd name="T58" fmla="*/ 256 w 496"/>
                  <a:gd name="T59" fmla="*/ 313 h 313"/>
                  <a:gd name="T60" fmla="*/ 248 w 496"/>
                  <a:gd name="T61" fmla="*/ 313 h 313"/>
                  <a:gd name="T62" fmla="*/ 160 w 496"/>
                  <a:gd name="T63" fmla="*/ 297 h 313"/>
                  <a:gd name="T64" fmla="*/ 80 w 496"/>
                  <a:gd name="T65" fmla="*/ 273 h 313"/>
                  <a:gd name="T66" fmla="*/ 72 w 496"/>
                  <a:gd name="T67" fmla="*/ 273 h 313"/>
                  <a:gd name="T68" fmla="*/ 24 w 496"/>
                  <a:gd name="T69" fmla="*/ 224 h 313"/>
                  <a:gd name="T70" fmla="*/ 0 w 496"/>
                  <a:gd name="T71" fmla="*/ 160 h 313"/>
                  <a:gd name="T72" fmla="*/ 0 w 496"/>
                  <a:gd name="T73" fmla="*/ 152 h 313"/>
                  <a:gd name="T74" fmla="*/ 16 w 496"/>
                  <a:gd name="T75" fmla="*/ 104 h 313"/>
                  <a:gd name="T76" fmla="*/ 72 w 496"/>
                  <a:gd name="T77" fmla="*/ 48 h 313"/>
                  <a:gd name="T78" fmla="*/ 80 w 496"/>
                  <a:gd name="T79" fmla="*/ 40 h 313"/>
                  <a:gd name="T80" fmla="*/ 160 w 496"/>
                  <a:gd name="T81" fmla="*/ 8 h 313"/>
                  <a:gd name="T82" fmla="*/ 248 w 496"/>
                  <a:gd name="T83" fmla="*/ 0 h 313"/>
                  <a:gd name="T84" fmla="*/ 248 w 496"/>
                  <a:gd name="T85" fmla="*/ 0 h 313"/>
                  <a:gd name="T86" fmla="*/ 336 w 496"/>
                  <a:gd name="T87" fmla="*/ 8 h 313"/>
                  <a:gd name="T88" fmla="*/ 416 w 496"/>
                  <a:gd name="T89" fmla="*/ 40 h 313"/>
                  <a:gd name="T90" fmla="*/ 424 w 496"/>
                  <a:gd name="T91" fmla="*/ 48 h 313"/>
                  <a:gd name="T92" fmla="*/ 472 w 496"/>
                  <a:gd name="T93" fmla="*/ 96 h 313"/>
                  <a:gd name="T94" fmla="*/ 496 w 496"/>
                  <a:gd name="T95" fmla="*/ 144 h 3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96"/>
                  <a:gd name="T145" fmla="*/ 0 h 313"/>
                  <a:gd name="T146" fmla="*/ 496 w 496"/>
                  <a:gd name="T147" fmla="*/ 313 h 3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96" h="313">
                    <a:moveTo>
                      <a:pt x="464" y="160"/>
                    </a:moveTo>
                    <a:lnTo>
                      <a:pt x="440" y="112"/>
                    </a:lnTo>
                    <a:lnTo>
                      <a:pt x="448" y="120"/>
                    </a:lnTo>
                    <a:lnTo>
                      <a:pt x="400" y="72"/>
                    </a:lnTo>
                    <a:lnTo>
                      <a:pt x="328" y="40"/>
                    </a:lnTo>
                    <a:lnTo>
                      <a:pt x="336" y="40"/>
                    </a:lnTo>
                    <a:lnTo>
                      <a:pt x="248" y="32"/>
                    </a:lnTo>
                    <a:lnTo>
                      <a:pt x="160" y="40"/>
                    </a:lnTo>
                    <a:lnTo>
                      <a:pt x="168" y="40"/>
                    </a:lnTo>
                    <a:lnTo>
                      <a:pt x="88" y="72"/>
                    </a:lnTo>
                    <a:lnTo>
                      <a:pt x="96" y="72"/>
                    </a:lnTo>
                    <a:lnTo>
                      <a:pt x="48" y="120"/>
                    </a:lnTo>
                    <a:lnTo>
                      <a:pt x="48" y="112"/>
                    </a:lnTo>
                    <a:lnTo>
                      <a:pt x="32" y="160"/>
                    </a:lnTo>
                    <a:lnTo>
                      <a:pt x="32" y="152"/>
                    </a:lnTo>
                    <a:lnTo>
                      <a:pt x="48" y="208"/>
                    </a:lnTo>
                    <a:lnTo>
                      <a:pt x="48" y="200"/>
                    </a:lnTo>
                    <a:lnTo>
                      <a:pt x="96" y="249"/>
                    </a:lnTo>
                    <a:lnTo>
                      <a:pt x="88" y="241"/>
                    </a:lnTo>
                    <a:lnTo>
                      <a:pt x="168" y="265"/>
                    </a:lnTo>
                    <a:lnTo>
                      <a:pt x="256" y="281"/>
                    </a:lnTo>
                    <a:lnTo>
                      <a:pt x="248" y="281"/>
                    </a:lnTo>
                    <a:lnTo>
                      <a:pt x="336" y="265"/>
                    </a:lnTo>
                    <a:lnTo>
                      <a:pt x="408" y="241"/>
                    </a:lnTo>
                    <a:lnTo>
                      <a:pt x="400" y="249"/>
                    </a:lnTo>
                    <a:lnTo>
                      <a:pt x="448" y="200"/>
                    </a:lnTo>
                    <a:lnTo>
                      <a:pt x="440" y="200"/>
                    </a:lnTo>
                    <a:lnTo>
                      <a:pt x="464" y="144"/>
                    </a:lnTo>
                    <a:lnTo>
                      <a:pt x="496" y="160"/>
                    </a:lnTo>
                    <a:lnTo>
                      <a:pt x="472" y="216"/>
                    </a:lnTo>
                    <a:lnTo>
                      <a:pt x="472" y="224"/>
                    </a:lnTo>
                    <a:lnTo>
                      <a:pt x="424" y="273"/>
                    </a:lnTo>
                    <a:lnTo>
                      <a:pt x="416" y="273"/>
                    </a:lnTo>
                    <a:lnTo>
                      <a:pt x="344" y="297"/>
                    </a:lnTo>
                    <a:lnTo>
                      <a:pt x="256" y="313"/>
                    </a:lnTo>
                    <a:lnTo>
                      <a:pt x="248" y="313"/>
                    </a:lnTo>
                    <a:lnTo>
                      <a:pt x="160" y="297"/>
                    </a:lnTo>
                    <a:lnTo>
                      <a:pt x="80" y="273"/>
                    </a:lnTo>
                    <a:lnTo>
                      <a:pt x="72" y="273"/>
                    </a:lnTo>
                    <a:lnTo>
                      <a:pt x="24" y="224"/>
                    </a:lnTo>
                    <a:lnTo>
                      <a:pt x="16" y="216"/>
                    </a:lnTo>
                    <a:lnTo>
                      <a:pt x="0" y="160"/>
                    </a:lnTo>
                    <a:lnTo>
                      <a:pt x="0" y="152"/>
                    </a:lnTo>
                    <a:lnTo>
                      <a:pt x="16" y="104"/>
                    </a:lnTo>
                    <a:lnTo>
                      <a:pt x="24" y="96"/>
                    </a:lnTo>
                    <a:lnTo>
                      <a:pt x="72" y="48"/>
                    </a:lnTo>
                    <a:lnTo>
                      <a:pt x="80" y="40"/>
                    </a:lnTo>
                    <a:lnTo>
                      <a:pt x="160" y="8"/>
                    </a:lnTo>
                    <a:lnTo>
                      <a:pt x="248" y="0"/>
                    </a:lnTo>
                    <a:lnTo>
                      <a:pt x="336" y="8"/>
                    </a:lnTo>
                    <a:lnTo>
                      <a:pt x="344" y="8"/>
                    </a:lnTo>
                    <a:lnTo>
                      <a:pt x="416" y="40"/>
                    </a:lnTo>
                    <a:lnTo>
                      <a:pt x="424" y="48"/>
                    </a:lnTo>
                    <a:lnTo>
                      <a:pt x="472" y="96"/>
                    </a:lnTo>
                    <a:lnTo>
                      <a:pt x="496" y="144"/>
                    </a:lnTo>
                    <a:lnTo>
                      <a:pt x="464" y="16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68" name="Freeform 373"/>
              <p:cNvSpPr>
                <a:spLocks/>
              </p:cNvSpPr>
              <p:nvPr/>
            </p:nvSpPr>
            <p:spPr bwMode="auto">
              <a:xfrm>
                <a:off x="4088" y="3610"/>
                <a:ext cx="32" cy="16"/>
              </a:xfrm>
              <a:custGeom>
                <a:avLst/>
                <a:gdLst>
                  <a:gd name="T0" fmla="*/ 0 w 32"/>
                  <a:gd name="T1" fmla="*/ 0 h 16"/>
                  <a:gd name="T2" fmla="*/ 0 w 32"/>
                  <a:gd name="T3" fmla="*/ 0 h 16"/>
                  <a:gd name="T4" fmla="*/ 0 w 32"/>
                  <a:gd name="T5" fmla="*/ 16 h 16"/>
                  <a:gd name="T6" fmla="*/ 32 w 32"/>
                  <a:gd name="T7" fmla="*/ 0 h 16"/>
                  <a:gd name="T8" fmla="*/ 32 w 32"/>
                  <a:gd name="T9" fmla="*/ 16 h 16"/>
                  <a:gd name="T10" fmla="*/ 32 w 32"/>
                  <a:gd name="T11" fmla="*/ 16 h 16"/>
                  <a:gd name="T12" fmla="*/ 0 w 32"/>
                  <a:gd name="T13" fmla="*/ 0 h 16"/>
                  <a:gd name="T14" fmla="*/ 0 60000 65536"/>
                  <a:gd name="T15" fmla="*/ 0 60000 65536"/>
                  <a:gd name="T16" fmla="*/ 0 60000 65536"/>
                  <a:gd name="T17" fmla="*/ 0 60000 65536"/>
                  <a:gd name="T18" fmla="*/ 0 60000 65536"/>
                  <a:gd name="T19" fmla="*/ 0 60000 65536"/>
                  <a:gd name="T20" fmla="*/ 0 60000 65536"/>
                  <a:gd name="T21" fmla="*/ 0 w 32"/>
                  <a:gd name="T22" fmla="*/ 0 h 16"/>
                  <a:gd name="T23" fmla="*/ 32 w 32"/>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6">
                    <a:moveTo>
                      <a:pt x="0" y="0"/>
                    </a:moveTo>
                    <a:lnTo>
                      <a:pt x="0" y="0"/>
                    </a:lnTo>
                    <a:lnTo>
                      <a:pt x="0" y="16"/>
                    </a:lnTo>
                    <a:lnTo>
                      <a:pt x="32" y="0"/>
                    </a:lnTo>
                    <a:lnTo>
                      <a:pt x="32" y="16"/>
                    </a:lnTo>
                    <a:lnTo>
                      <a:pt x="0"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69" name="Rectangle 374"/>
              <p:cNvSpPr>
                <a:spLocks noChangeArrowheads="1"/>
              </p:cNvSpPr>
              <p:nvPr/>
            </p:nvSpPr>
            <p:spPr bwMode="auto">
              <a:xfrm>
                <a:off x="3752" y="3538"/>
                <a:ext cx="34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MIA</a:t>
                </a:r>
                <a:endParaRPr lang="en-US" altLang="zh-TW" sz="1800"/>
              </a:p>
            </p:txBody>
          </p:sp>
          <p:sp>
            <p:nvSpPr>
              <p:cNvPr id="46470" name="Freeform 375"/>
              <p:cNvSpPr>
                <a:spLocks/>
              </p:cNvSpPr>
              <p:nvPr/>
            </p:nvSpPr>
            <p:spPr bwMode="auto">
              <a:xfrm>
                <a:off x="2543" y="1385"/>
                <a:ext cx="465" cy="280"/>
              </a:xfrm>
              <a:custGeom>
                <a:avLst/>
                <a:gdLst>
                  <a:gd name="T0" fmla="*/ 465 w 465"/>
                  <a:gd name="T1" fmla="*/ 136 h 280"/>
                  <a:gd name="T2" fmla="*/ 441 w 465"/>
                  <a:gd name="T3" fmla="*/ 88 h 280"/>
                  <a:gd name="T4" fmla="*/ 393 w 465"/>
                  <a:gd name="T5" fmla="*/ 40 h 280"/>
                  <a:gd name="T6" fmla="*/ 320 w 465"/>
                  <a:gd name="T7" fmla="*/ 8 h 280"/>
                  <a:gd name="T8" fmla="*/ 232 w 465"/>
                  <a:gd name="T9" fmla="*/ 0 h 280"/>
                  <a:gd name="T10" fmla="*/ 144 w 465"/>
                  <a:gd name="T11" fmla="*/ 8 h 280"/>
                  <a:gd name="T12" fmla="*/ 64 w 465"/>
                  <a:gd name="T13" fmla="*/ 40 h 280"/>
                  <a:gd name="T14" fmla="*/ 16 w 465"/>
                  <a:gd name="T15" fmla="*/ 88 h 280"/>
                  <a:gd name="T16" fmla="*/ 0 w 465"/>
                  <a:gd name="T17" fmla="*/ 136 h 280"/>
                  <a:gd name="T18" fmla="*/ 16 w 465"/>
                  <a:gd name="T19" fmla="*/ 192 h 280"/>
                  <a:gd name="T20" fmla="*/ 64 w 465"/>
                  <a:gd name="T21" fmla="*/ 240 h 280"/>
                  <a:gd name="T22" fmla="*/ 144 w 465"/>
                  <a:gd name="T23" fmla="*/ 264 h 280"/>
                  <a:gd name="T24" fmla="*/ 232 w 465"/>
                  <a:gd name="T25" fmla="*/ 280 h 280"/>
                  <a:gd name="T26" fmla="*/ 320 w 465"/>
                  <a:gd name="T27" fmla="*/ 264 h 280"/>
                  <a:gd name="T28" fmla="*/ 393 w 465"/>
                  <a:gd name="T29" fmla="*/ 240 h 280"/>
                  <a:gd name="T30" fmla="*/ 441 w 465"/>
                  <a:gd name="T31" fmla="*/ 192 h 280"/>
                  <a:gd name="T32" fmla="*/ 465 w 465"/>
                  <a:gd name="T33" fmla="*/ 136 h 2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5"/>
                  <a:gd name="T52" fmla="*/ 0 h 280"/>
                  <a:gd name="T53" fmla="*/ 465 w 465"/>
                  <a:gd name="T54" fmla="*/ 280 h 2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5" h="280">
                    <a:moveTo>
                      <a:pt x="465" y="136"/>
                    </a:moveTo>
                    <a:lnTo>
                      <a:pt x="441" y="88"/>
                    </a:lnTo>
                    <a:lnTo>
                      <a:pt x="393" y="40"/>
                    </a:lnTo>
                    <a:lnTo>
                      <a:pt x="320" y="8"/>
                    </a:lnTo>
                    <a:lnTo>
                      <a:pt x="232" y="0"/>
                    </a:lnTo>
                    <a:lnTo>
                      <a:pt x="144" y="8"/>
                    </a:lnTo>
                    <a:lnTo>
                      <a:pt x="64" y="40"/>
                    </a:lnTo>
                    <a:lnTo>
                      <a:pt x="16" y="88"/>
                    </a:lnTo>
                    <a:lnTo>
                      <a:pt x="0" y="136"/>
                    </a:lnTo>
                    <a:lnTo>
                      <a:pt x="16" y="192"/>
                    </a:lnTo>
                    <a:lnTo>
                      <a:pt x="64" y="240"/>
                    </a:lnTo>
                    <a:lnTo>
                      <a:pt x="144" y="264"/>
                    </a:lnTo>
                    <a:lnTo>
                      <a:pt x="232" y="280"/>
                    </a:lnTo>
                    <a:lnTo>
                      <a:pt x="320" y="264"/>
                    </a:lnTo>
                    <a:lnTo>
                      <a:pt x="393" y="240"/>
                    </a:lnTo>
                    <a:lnTo>
                      <a:pt x="441" y="192"/>
                    </a:lnTo>
                    <a:lnTo>
                      <a:pt x="465" y="136"/>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71" name="Freeform 376"/>
              <p:cNvSpPr>
                <a:spLocks/>
              </p:cNvSpPr>
              <p:nvPr/>
            </p:nvSpPr>
            <p:spPr bwMode="auto">
              <a:xfrm>
                <a:off x="2527" y="1369"/>
                <a:ext cx="497" cy="312"/>
              </a:xfrm>
              <a:custGeom>
                <a:avLst/>
                <a:gdLst>
                  <a:gd name="T0" fmla="*/ 441 w 497"/>
                  <a:gd name="T1" fmla="*/ 112 h 312"/>
                  <a:gd name="T2" fmla="*/ 449 w 497"/>
                  <a:gd name="T3" fmla="*/ 120 h 312"/>
                  <a:gd name="T4" fmla="*/ 401 w 497"/>
                  <a:gd name="T5" fmla="*/ 72 h 312"/>
                  <a:gd name="T6" fmla="*/ 328 w 497"/>
                  <a:gd name="T7" fmla="*/ 40 h 312"/>
                  <a:gd name="T8" fmla="*/ 336 w 497"/>
                  <a:gd name="T9" fmla="*/ 40 h 312"/>
                  <a:gd name="T10" fmla="*/ 248 w 497"/>
                  <a:gd name="T11" fmla="*/ 32 h 312"/>
                  <a:gd name="T12" fmla="*/ 160 w 497"/>
                  <a:gd name="T13" fmla="*/ 40 h 312"/>
                  <a:gd name="T14" fmla="*/ 168 w 497"/>
                  <a:gd name="T15" fmla="*/ 40 h 312"/>
                  <a:gd name="T16" fmla="*/ 96 w 497"/>
                  <a:gd name="T17" fmla="*/ 72 h 312"/>
                  <a:gd name="T18" fmla="*/ 48 w 497"/>
                  <a:gd name="T19" fmla="*/ 120 h 312"/>
                  <a:gd name="T20" fmla="*/ 48 w 497"/>
                  <a:gd name="T21" fmla="*/ 112 h 312"/>
                  <a:gd name="T22" fmla="*/ 32 w 497"/>
                  <a:gd name="T23" fmla="*/ 152 h 312"/>
                  <a:gd name="T24" fmla="*/ 48 w 497"/>
                  <a:gd name="T25" fmla="*/ 208 h 312"/>
                  <a:gd name="T26" fmla="*/ 48 w 497"/>
                  <a:gd name="T27" fmla="*/ 200 h 312"/>
                  <a:gd name="T28" fmla="*/ 88 w 497"/>
                  <a:gd name="T29" fmla="*/ 240 h 312"/>
                  <a:gd name="T30" fmla="*/ 168 w 497"/>
                  <a:gd name="T31" fmla="*/ 264 h 312"/>
                  <a:gd name="T32" fmla="*/ 168 w 497"/>
                  <a:gd name="T33" fmla="*/ 264 h 312"/>
                  <a:gd name="T34" fmla="*/ 248 w 497"/>
                  <a:gd name="T35" fmla="*/ 280 h 312"/>
                  <a:gd name="T36" fmla="*/ 336 w 497"/>
                  <a:gd name="T37" fmla="*/ 264 h 312"/>
                  <a:gd name="T38" fmla="*/ 336 w 497"/>
                  <a:gd name="T39" fmla="*/ 264 h 312"/>
                  <a:gd name="T40" fmla="*/ 401 w 497"/>
                  <a:gd name="T41" fmla="*/ 248 h 312"/>
                  <a:gd name="T42" fmla="*/ 449 w 497"/>
                  <a:gd name="T43" fmla="*/ 200 h 312"/>
                  <a:gd name="T44" fmla="*/ 441 w 497"/>
                  <a:gd name="T45" fmla="*/ 200 h 312"/>
                  <a:gd name="T46" fmla="*/ 465 w 497"/>
                  <a:gd name="T47" fmla="*/ 144 h 312"/>
                  <a:gd name="T48" fmla="*/ 497 w 497"/>
                  <a:gd name="T49" fmla="*/ 160 h 312"/>
                  <a:gd name="T50" fmla="*/ 473 w 497"/>
                  <a:gd name="T51" fmla="*/ 216 h 312"/>
                  <a:gd name="T52" fmla="*/ 425 w 497"/>
                  <a:gd name="T53" fmla="*/ 272 h 312"/>
                  <a:gd name="T54" fmla="*/ 417 w 497"/>
                  <a:gd name="T55" fmla="*/ 272 h 312"/>
                  <a:gd name="T56" fmla="*/ 344 w 497"/>
                  <a:gd name="T57" fmla="*/ 296 h 312"/>
                  <a:gd name="T58" fmla="*/ 256 w 497"/>
                  <a:gd name="T59" fmla="*/ 312 h 312"/>
                  <a:gd name="T60" fmla="*/ 248 w 497"/>
                  <a:gd name="T61" fmla="*/ 312 h 312"/>
                  <a:gd name="T62" fmla="*/ 160 w 497"/>
                  <a:gd name="T63" fmla="*/ 296 h 312"/>
                  <a:gd name="T64" fmla="*/ 80 w 497"/>
                  <a:gd name="T65" fmla="*/ 272 h 312"/>
                  <a:gd name="T66" fmla="*/ 72 w 497"/>
                  <a:gd name="T67" fmla="*/ 272 h 312"/>
                  <a:gd name="T68" fmla="*/ 24 w 497"/>
                  <a:gd name="T69" fmla="*/ 224 h 312"/>
                  <a:gd name="T70" fmla="*/ 0 w 497"/>
                  <a:gd name="T71" fmla="*/ 160 h 312"/>
                  <a:gd name="T72" fmla="*/ 0 w 497"/>
                  <a:gd name="T73" fmla="*/ 152 h 312"/>
                  <a:gd name="T74" fmla="*/ 16 w 497"/>
                  <a:gd name="T75" fmla="*/ 104 h 312"/>
                  <a:gd name="T76" fmla="*/ 72 w 497"/>
                  <a:gd name="T77" fmla="*/ 48 h 312"/>
                  <a:gd name="T78" fmla="*/ 80 w 497"/>
                  <a:gd name="T79" fmla="*/ 40 h 312"/>
                  <a:gd name="T80" fmla="*/ 160 w 497"/>
                  <a:gd name="T81" fmla="*/ 8 h 312"/>
                  <a:gd name="T82" fmla="*/ 248 w 497"/>
                  <a:gd name="T83" fmla="*/ 0 h 312"/>
                  <a:gd name="T84" fmla="*/ 248 w 497"/>
                  <a:gd name="T85" fmla="*/ 0 h 312"/>
                  <a:gd name="T86" fmla="*/ 336 w 497"/>
                  <a:gd name="T87" fmla="*/ 8 h 312"/>
                  <a:gd name="T88" fmla="*/ 417 w 497"/>
                  <a:gd name="T89" fmla="*/ 40 h 312"/>
                  <a:gd name="T90" fmla="*/ 425 w 497"/>
                  <a:gd name="T91" fmla="*/ 48 h 312"/>
                  <a:gd name="T92" fmla="*/ 473 w 497"/>
                  <a:gd name="T93" fmla="*/ 96 h 312"/>
                  <a:gd name="T94" fmla="*/ 497 w 497"/>
                  <a:gd name="T95" fmla="*/ 144 h 31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97"/>
                  <a:gd name="T145" fmla="*/ 0 h 312"/>
                  <a:gd name="T146" fmla="*/ 497 w 497"/>
                  <a:gd name="T147" fmla="*/ 312 h 31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97" h="312">
                    <a:moveTo>
                      <a:pt x="465" y="160"/>
                    </a:moveTo>
                    <a:lnTo>
                      <a:pt x="441" y="112"/>
                    </a:lnTo>
                    <a:lnTo>
                      <a:pt x="449" y="120"/>
                    </a:lnTo>
                    <a:lnTo>
                      <a:pt x="401" y="72"/>
                    </a:lnTo>
                    <a:lnTo>
                      <a:pt x="328" y="40"/>
                    </a:lnTo>
                    <a:lnTo>
                      <a:pt x="336" y="40"/>
                    </a:lnTo>
                    <a:lnTo>
                      <a:pt x="248" y="32"/>
                    </a:lnTo>
                    <a:lnTo>
                      <a:pt x="160" y="40"/>
                    </a:lnTo>
                    <a:lnTo>
                      <a:pt x="168" y="40"/>
                    </a:lnTo>
                    <a:lnTo>
                      <a:pt x="88" y="72"/>
                    </a:lnTo>
                    <a:lnTo>
                      <a:pt x="96" y="72"/>
                    </a:lnTo>
                    <a:lnTo>
                      <a:pt x="48" y="120"/>
                    </a:lnTo>
                    <a:lnTo>
                      <a:pt x="48" y="112"/>
                    </a:lnTo>
                    <a:lnTo>
                      <a:pt x="32" y="160"/>
                    </a:lnTo>
                    <a:lnTo>
                      <a:pt x="32" y="152"/>
                    </a:lnTo>
                    <a:lnTo>
                      <a:pt x="48" y="208"/>
                    </a:lnTo>
                    <a:lnTo>
                      <a:pt x="48" y="200"/>
                    </a:lnTo>
                    <a:lnTo>
                      <a:pt x="96" y="248"/>
                    </a:lnTo>
                    <a:lnTo>
                      <a:pt x="88" y="240"/>
                    </a:lnTo>
                    <a:lnTo>
                      <a:pt x="168" y="264"/>
                    </a:lnTo>
                    <a:lnTo>
                      <a:pt x="256" y="280"/>
                    </a:lnTo>
                    <a:lnTo>
                      <a:pt x="248" y="280"/>
                    </a:lnTo>
                    <a:lnTo>
                      <a:pt x="336" y="264"/>
                    </a:lnTo>
                    <a:lnTo>
                      <a:pt x="409" y="240"/>
                    </a:lnTo>
                    <a:lnTo>
                      <a:pt x="401" y="248"/>
                    </a:lnTo>
                    <a:lnTo>
                      <a:pt x="449" y="200"/>
                    </a:lnTo>
                    <a:lnTo>
                      <a:pt x="441" y="200"/>
                    </a:lnTo>
                    <a:lnTo>
                      <a:pt x="465" y="144"/>
                    </a:lnTo>
                    <a:lnTo>
                      <a:pt x="497" y="160"/>
                    </a:lnTo>
                    <a:lnTo>
                      <a:pt x="473" y="216"/>
                    </a:lnTo>
                    <a:lnTo>
                      <a:pt x="473" y="224"/>
                    </a:lnTo>
                    <a:lnTo>
                      <a:pt x="425" y="272"/>
                    </a:lnTo>
                    <a:lnTo>
                      <a:pt x="417" y="272"/>
                    </a:lnTo>
                    <a:lnTo>
                      <a:pt x="344" y="296"/>
                    </a:lnTo>
                    <a:lnTo>
                      <a:pt x="256" y="312"/>
                    </a:lnTo>
                    <a:lnTo>
                      <a:pt x="248" y="312"/>
                    </a:lnTo>
                    <a:lnTo>
                      <a:pt x="160" y="296"/>
                    </a:lnTo>
                    <a:lnTo>
                      <a:pt x="80" y="272"/>
                    </a:lnTo>
                    <a:lnTo>
                      <a:pt x="72" y="272"/>
                    </a:lnTo>
                    <a:lnTo>
                      <a:pt x="24" y="224"/>
                    </a:lnTo>
                    <a:lnTo>
                      <a:pt x="16" y="216"/>
                    </a:lnTo>
                    <a:lnTo>
                      <a:pt x="0" y="160"/>
                    </a:lnTo>
                    <a:lnTo>
                      <a:pt x="0" y="152"/>
                    </a:lnTo>
                    <a:lnTo>
                      <a:pt x="16" y="104"/>
                    </a:lnTo>
                    <a:lnTo>
                      <a:pt x="24" y="96"/>
                    </a:lnTo>
                    <a:lnTo>
                      <a:pt x="72" y="48"/>
                    </a:lnTo>
                    <a:lnTo>
                      <a:pt x="80" y="40"/>
                    </a:lnTo>
                    <a:lnTo>
                      <a:pt x="160" y="8"/>
                    </a:lnTo>
                    <a:lnTo>
                      <a:pt x="248" y="0"/>
                    </a:lnTo>
                    <a:lnTo>
                      <a:pt x="336" y="8"/>
                    </a:lnTo>
                    <a:lnTo>
                      <a:pt x="344" y="8"/>
                    </a:lnTo>
                    <a:lnTo>
                      <a:pt x="417" y="40"/>
                    </a:lnTo>
                    <a:lnTo>
                      <a:pt x="425" y="48"/>
                    </a:lnTo>
                    <a:lnTo>
                      <a:pt x="473" y="96"/>
                    </a:lnTo>
                    <a:lnTo>
                      <a:pt x="497" y="144"/>
                    </a:lnTo>
                    <a:lnTo>
                      <a:pt x="465" y="16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72" name="Freeform 377"/>
              <p:cNvSpPr>
                <a:spLocks/>
              </p:cNvSpPr>
              <p:nvPr/>
            </p:nvSpPr>
            <p:spPr bwMode="auto">
              <a:xfrm>
                <a:off x="2992" y="1513"/>
                <a:ext cx="32" cy="16"/>
              </a:xfrm>
              <a:custGeom>
                <a:avLst/>
                <a:gdLst>
                  <a:gd name="T0" fmla="*/ 0 w 32"/>
                  <a:gd name="T1" fmla="*/ 0 h 16"/>
                  <a:gd name="T2" fmla="*/ 0 w 32"/>
                  <a:gd name="T3" fmla="*/ 0 h 16"/>
                  <a:gd name="T4" fmla="*/ 0 w 32"/>
                  <a:gd name="T5" fmla="*/ 16 h 16"/>
                  <a:gd name="T6" fmla="*/ 32 w 32"/>
                  <a:gd name="T7" fmla="*/ 0 h 16"/>
                  <a:gd name="T8" fmla="*/ 32 w 32"/>
                  <a:gd name="T9" fmla="*/ 16 h 16"/>
                  <a:gd name="T10" fmla="*/ 32 w 32"/>
                  <a:gd name="T11" fmla="*/ 16 h 16"/>
                  <a:gd name="T12" fmla="*/ 0 w 32"/>
                  <a:gd name="T13" fmla="*/ 0 h 16"/>
                  <a:gd name="T14" fmla="*/ 0 60000 65536"/>
                  <a:gd name="T15" fmla="*/ 0 60000 65536"/>
                  <a:gd name="T16" fmla="*/ 0 60000 65536"/>
                  <a:gd name="T17" fmla="*/ 0 60000 65536"/>
                  <a:gd name="T18" fmla="*/ 0 60000 65536"/>
                  <a:gd name="T19" fmla="*/ 0 60000 65536"/>
                  <a:gd name="T20" fmla="*/ 0 60000 65536"/>
                  <a:gd name="T21" fmla="*/ 0 w 32"/>
                  <a:gd name="T22" fmla="*/ 0 h 16"/>
                  <a:gd name="T23" fmla="*/ 32 w 32"/>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6">
                    <a:moveTo>
                      <a:pt x="0" y="0"/>
                    </a:moveTo>
                    <a:lnTo>
                      <a:pt x="0" y="0"/>
                    </a:lnTo>
                    <a:lnTo>
                      <a:pt x="0" y="16"/>
                    </a:lnTo>
                    <a:lnTo>
                      <a:pt x="32" y="0"/>
                    </a:lnTo>
                    <a:lnTo>
                      <a:pt x="32" y="16"/>
                    </a:lnTo>
                    <a:lnTo>
                      <a:pt x="0"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73" name="Rectangle 378"/>
              <p:cNvSpPr>
                <a:spLocks noChangeArrowheads="1"/>
              </p:cNvSpPr>
              <p:nvPr/>
            </p:nvSpPr>
            <p:spPr bwMode="auto">
              <a:xfrm>
                <a:off x="2642" y="1441"/>
                <a:ext cx="37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ORD</a:t>
                </a:r>
                <a:endParaRPr lang="en-US" altLang="zh-TW" sz="1800"/>
              </a:p>
            </p:txBody>
          </p:sp>
          <p:sp>
            <p:nvSpPr>
              <p:cNvPr id="46474" name="Freeform 379"/>
              <p:cNvSpPr>
                <a:spLocks/>
              </p:cNvSpPr>
              <p:nvPr/>
            </p:nvSpPr>
            <p:spPr bwMode="auto">
              <a:xfrm>
                <a:off x="583" y="3010"/>
                <a:ext cx="464" cy="280"/>
              </a:xfrm>
              <a:custGeom>
                <a:avLst/>
                <a:gdLst>
                  <a:gd name="T0" fmla="*/ 464 w 464"/>
                  <a:gd name="T1" fmla="*/ 136 h 280"/>
                  <a:gd name="T2" fmla="*/ 440 w 464"/>
                  <a:gd name="T3" fmla="*/ 88 h 280"/>
                  <a:gd name="T4" fmla="*/ 392 w 464"/>
                  <a:gd name="T5" fmla="*/ 40 h 280"/>
                  <a:gd name="T6" fmla="*/ 320 w 464"/>
                  <a:gd name="T7" fmla="*/ 8 h 280"/>
                  <a:gd name="T8" fmla="*/ 232 w 464"/>
                  <a:gd name="T9" fmla="*/ 0 h 280"/>
                  <a:gd name="T10" fmla="*/ 144 w 464"/>
                  <a:gd name="T11" fmla="*/ 8 h 280"/>
                  <a:gd name="T12" fmla="*/ 64 w 464"/>
                  <a:gd name="T13" fmla="*/ 40 h 280"/>
                  <a:gd name="T14" fmla="*/ 16 w 464"/>
                  <a:gd name="T15" fmla="*/ 88 h 280"/>
                  <a:gd name="T16" fmla="*/ 0 w 464"/>
                  <a:gd name="T17" fmla="*/ 136 h 280"/>
                  <a:gd name="T18" fmla="*/ 16 w 464"/>
                  <a:gd name="T19" fmla="*/ 192 h 280"/>
                  <a:gd name="T20" fmla="*/ 64 w 464"/>
                  <a:gd name="T21" fmla="*/ 240 h 280"/>
                  <a:gd name="T22" fmla="*/ 144 w 464"/>
                  <a:gd name="T23" fmla="*/ 264 h 280"/>
                  <a:gd name="T24" fmla="*/ 232 w 464"/>
                  <a:gd name="T25" fmla="*/ 280 h 280"/>
                  <a:gd name="T26" fmla="*/ 320 w 464"/>
                  <a:gd name="T27" fmla="*/ 264 h 280"/>
                  <a:gd name="T28" fmla="*/ 392 w 464"/>
                  <a:gd name="T29" fmla="*/ 240 h 280"/>
                  <a:gd name="T30" fmla="*/ 440 w 464"/>
                  <a:gd name="T31" fmla="*/ 192 h 280"/>
                  <a:gd name="T32" fmla="*/ 464 w 464"/>
                  <a:gd name="T33" fmla="*/ 136 h 2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4"/>
                  <a:gd name="T52" fmla="*/ 0 h 280"/>
                  <a:gd name="T53" fmla="*/ 464 w 464"/>
                  <a:gd name="T54" fmla="*/ 280 h 2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4" h="280">
                    <a:moveTo>
                      <a:pt x="464" y="136"/>
                    </a:moveTo>
                    <a:lnTo>
                      <a:pt x="440" y="88"/>
                    </a:lnTo>
                    <a:lnTo>
                      <a:pt x="392" y="40"/>
                    </a:lnTo>
                    <a:lnTo>
                      <a:pt x="320" y="8"/>
                    </a:lnTo>
                    <a:lnTo>
                      <a:pt x="232" y="0"/>
                    </a:lnTo>
                    <a:lnTo>
                      <a:pt x="144" y="8"/>
                    </a:lnTo>
                    <a:lnTo>
                      <a:pt x="64" y="40"/>
                    </a:lnTo>
                    <a:lnTo>
                      <a:pt x="16" y="88"/>
                    </a:lnTo>
                    <a:lnTo>
                      <a:pt x="0" y="136"/>
                    </a:lnTo>
                    <a:lnTo>
                      <a:pt x="16" y="192"/>
                    </a:lnTo>
                    <a:lnTo>
                      <a:pt x="64" y="240"/>
                    </a:lnTo>
                    <a:lnTo>
                      <a:pt x="144" y="264"/>
                    </a:lnTo>
                    <a:lnTo>
                      <a:pt x="232" y="280"/>
                    </a:lnTo>
                    <a:lnTo>
                      <a:pt x="320" y="264"/>
                    </a:lnTo>
                    <a:lnTo>
                      <a:pt x="392" y="240"/>
                    </a:lnTo>
                    <a:lnTo>
                      <a:pt x="440" y="192"/>
                    </a:lnTo>
                    <a:lnTo>
                      <a:pt x="464" y="136"/>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75" name="Freeform 380"/>
              <p:cNvSpPr>
                <a:spLocks/>
              </p:cNvSpPr>
              <p:nvPr/>
            </p:nvSpPr>
            <p:spPr bwMode="auto">
              <a:xfrm>
                <a:off x="567" y="2994"/>
                <a:ext cx="496" cy="312"/>
              </a:xfrm>
              <a:custGeom>
                <a:avLst/>
                <a:gdLst>
                  <a:gd name="T0" fmla="*/ 440 w 496"/>
                  <a:gd name="T1" fmla="*/ 112 h 312"/>
                  <a:gd name="T2" fmla="*/ 448 w 496"/>
                  <a:gd name="T3" fmla="*/ 120 h 312"/>
                  <a:gd name="T4" fmla="*/ 400 w 496"/>
                  <a:gd name="T5" fmla="*/ 72 h 312"/>
                  <a:gd name="T6" fmla="*/ 328 w 496"/>
                  <a:gd name="T7" fmla="*/ 40 h 312"/>
                  <a:gd name="T8" fmla="*/ 336 w 496"/>
                  <a:gd name="T9" fmla="*/ 40 h 312"/>
                  <a:gd name="T10" fmla="*/ 248 w 496"/>
                  <a:gd name="T11" fmla="*/ 32 h 312"/>
                  <a:gd name="T12" fmla="*/ 160 w 496"/>
                  <a:gd name="T13" fmla="*/ 40 h 312"/>
                  <a:gd name="T14" fmla="*/ 168 w 496"/>
                  <a:gd name="T15" fmla="*/ 40 h 312"/>
                  <a:gd name="T16" fmla="*/ 96 w 496"/>
                  <a:gd name="T17" fmla="*/ 72 h 312"/>
                  <a:gd name="T18" fmla="*/ 48 w 496"/>
                  <a:gd name="T19" fmla="*/ 120 h 312"/>
                  <a:gd name="T20" fmla="*/ 48 w 496"/>
                  <a:gd name="T21" fmla="*/ 112 h 312"/>
                  <a:gd name="T22" fmla="*/ 32 w 496"/>
                  <a:gd name="T23" fmla="*/ 152 h 312"/>
                  <a:gd name="T24" fmla="*/ 48 w 496"/>
                  <a:gd name="T25" fmla="*/ 208 h 312"/>
                  <a:gd name="T26" fmla="*/ 48 w 496"/>
                  <a:gd name="T27" fmla="*/ 200 h 312"/>
                  <a:gd name="T28" fmla="*/ 88 w 496"/>
                  <a:gd name="T29" fmla="*/ 240 h 312"/>
                  <a:gd name="T30" fmla="*/ 168 w 496"/>
                  <a:gd name="T31" fmla="*/ 264 h 312"/>
                  <a:gd name="T32" fmla="*/ 168 w 496"/>
                  <a:gd name="T33" fmla="*/ 264 h 312"/>
                  <a:gd name="T34" fmla="*/ 248 w 496"/>
                  <a:gd name="T35" fmla="*/ 280 h 312"/>
                  <a:gd name="T36" fmla="*/ 336 w 496"/>
                  <a:gd name="T37" fmla="*/ 264 h 312"/>
                  <a:gd name="T38" fmla="*/ 336 w 496"/>
                  <a:gd name="T39" fmla="*/ 264 h 312"/>
                  <a:gd name="T40" fmla="*/ 400 w 496"/>
                  <a:gd name="T41" fmla="*/ 248 h 312"/>
                  <a:gd name="T42" fmla="*/ 448 w 496"/>
                  <a:gd name="T43" fmla="*/ 200 h 312"/>
                  <a:gd name="T44" fmla="*/ 440 w 496"/>
                  <a:gd name="T45" fmla="*/ 200 h 312"/>
                  <a:gd name="T46" fmla="*/ 464 w 496"/>
                  <a:gd name="T47" fmla="*/ 144 h 312"/>
                  <a:gd name="T48" fmla="*/ 496 w 496"/>
                  <a:gd name="T49" fmla="*/ 160 h 312"/>
                  <a:gd name="T50" fmla="*/ 472 w 496"/>
                  <a:gd name="T51" fmla="*/ 216 h 312"/>
                  <a:gd name="T52" fmla="*/ 424 w 496"/>
                  <a:gd name="T53" fmla="*/ 272 h 312"/>
                  <a:gd name="T54" fmla="*/ 416 w 496"/>
                  <a:gd name="T55" fmla="*/ 272 h 312"/>
                  <a:gd name="T56" fmla="*/ 344 w 496"/>
                  <a:gd name="T57" fmla="*/ 296 h 312"/>
                  <a:gd name="T58" fmla="*/ 256 w 496"/>
                  <a:gd name="T59" fmla="*/ 312 h 312"/>
                  <a:gd name="T60" fmla="*/ 248 w 496"/>
                  <a:gd name="T61" fmla="*/ 312 h 312"/>
                  <a:gd name="T62" fmla="*/ 160 w 496"/>
                  <a:gd name="T63" fmla="*/ 296 h 312"/>
                  <a:gd name="T64" fmla="*/ 80 w 496"/>
                  <a:gd name="T65" fmla="*/ 272 h 312"/>
                  <a:gd name="T66" fmla="*/ 72 w 496"/>
                  <a:gd name="T67" fmla="*/ 272 h 312"/>
                  <a:gd name="T68" fmla="*/ 24 w 496"/>
                  <a:gd name="T69" fmla="*/ 224 h 312"/>
                  <a:gd name="T70" fmla="*/ 0 w 496"/>
                  <a:gd name="T71" fmla="*/ 160 h 312"/>
                  <a:gd name="T72" fmla="*/ 0 w 496"/>
                  <a:gd name="T73" fmla="*/ 152 h 312"/>
                  <a:gd name="T74" fmla="*/ 16 w 496"/>
                  <a:gd name="T75" fmla="*/ 104 h 312"/>
                  <a:gd name="T76" fmla="*/ 72 w 496"/>
                  <a:gd name="T77" fmla="*/ 48 h 312"/>
                  <a:gd name="T78" fmla="*/ 80 w 496"/>
                  <a:gd name="T79" fmla="*/ 40 h 312"/>
                  <a:gd name="T80" fmla="*/ 160 w 496"/>
                  <a:gd name="T81" fmla="*/ 8 h 312"/>
                  <a:gd name="T82" fmla="*/ 248 w 496"/>
                  <a:gd name="T83" fmla="*/ 0 h 312"/>
                  <a:gd name="T84" fmla="*/ 248 w 496"/>
                  <a:gd name="T85" fmla="*/ 0 h 312"/>
                  <a:gd name="T86" fmla="*/ 336 w 496"/>
                  <a:gd name="T87" fmla="*/ 8 h 312"/>
                  <a:gd name="T88" fmla="*/ 416 w 496"/>
                  <a:gd name="T89" fmla="*/ 40 h 312"/>
                  <a:gd name="T90" fmla="*/ 424 w 496"/>
                  <a:gd name="T91" fmla="*/ 48 h 312"/>
                  <a:gd name="T92" fmla="*/ 472 w 496"/>
                  <a:gd name="T93" fmla="*/ 96 h 312"/>
                  <a:gd name="T94" fmla="*/ 496 w 496"/>
                  <a:gd name="T95" fmla="*/ 144 h 31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96"/>
                  <a:gd name="T145" fmla="*/ 0 h 312"/>
                  <a:gd name="T146" fmla="*/ 496 w 496"/>
                  <a:gd name="T147" fmla="*/ 312 h 31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96" h="312">
                    <a:moveTo>
                      <a:pt x="464" y="160"/>
                    </a:moveTo>
                    <a:lnTo>
                      <a:pt x="440" y="112"/>
                    </a:lnTo>
                    <a:lnTo>
                      <a:pt x="448" y="120"/>
                    </a:lnTo>
                    <a:lnTo>
                      <a:pt x="400" y="72"/>
                    </a:lnTo>
                    <a:lnTo>
                      <a:pt x="328" y="40"/>
                    </a:lnTo>
                    <a:lnTo>
                      <a:pt x="336" y="40"/>
                    </a:lnTo>
                    <a:lnTo>
                      <a:pt x="248" y="32"/>
                    </a:lnTo>
                    <a:lnTo>
                      <a:pt x="160" y="40"/>
                    </a:lnTo>
                    <a:lnTo>
                      <a:pt x="168" y="40"/>
                    </a:lnTo>
                    <a:lnTo>
                      <a:pt x="88" y="72"/>
                    </a:lnTo>
                    <a:lnTo>
                      <a:pt x="96" y="72"/>
                    </a:lnTo>
                    <a:lnTo>
                      <a:pt x="48" y="120"/>
                    </a:lnTo>
                    <a:lnTo>
                      <a:pt x="48" y="112"/>
                    </a:lnTo>
                    <a:lnTo>
                      <a:pt x="32" y="160"/>
                    </a:lnTo>
                    <a:lnTo>
                      <a:pt x="32" y="152"/>
                    </a:lnTo>
                    <a:lnTo>
                      <a:pt x="48" y="208"/>
                    </a:lnTo>
                    <a:lnTo>
                      <a:pt x="48" y="200"/>
                    </a:lnTo>
                    <a:lnTo>
                      <a:pt x="96" y="248"/>
                    </a:lnTo>
                    <a:lnTo>
                      <a:pt x="88" y="240"/>
                    </a:lnTo>
                    <a:lnTo>
                      <a:pt x="168" y="264"/>
                    </a:lnTo>
                    <a:lnTo>
                      <a:pt x="256" y="280"/>
                    </a:lnTo>
                    <a:lnTo>
                      <a:pt x="248" y="280"/>
                    </a:lnTo>
                    <a:lnTo>
                      <a:pt x="336" y="264"/>
                    </a:lnTo>
                    <a:lnTo>
                      <a:pt x="408" y="240"/>
                    </a:lnTo>
                    <a:lnTo>
                      <a:pt x="400" y="248"/>
                    </a:lnTo>
                    <a:lnTo>
                      <a:pt x="448" y="200"/>
                    </a:lnTo>
                    <a:lnTo>
                      <a:pt x="440" y="200"/>
                    </a:lnTo>
                    <a:lnTo>
                      <a:pt x="464" y="144"/>
                    </a:lnTo>
                    <a:lnTo>
                      <a:pt x="496" y="160"/>
                    </a:lnTo>
                    <a:lnTo>
                      <a:pt x="472" y="216"/>
                    </a:lnTo>
                    <a:lnTo>
                      <a:pt x="472" y="224"/>
                    </a:lnTo>
                    <a:lnTo>
                      <a:pt x="424" y="272"/>
                    </a:lnTo>
                    <a:lnTo>
                      <a:pt x="416" y="272"/>
                    </a:lnTo>
                    <a:lnTo>
                      <a:pt x="344" y="296"/>
                    </a:lnTo>
                    <a:lnTo>
                      <a:pt x="256" y="312"/>
                    </a:lnTo>
                    <a:lnTo>
                      <a:pt x="248" y="312"/>
                    </a:lnTo>
                    <a:lnTo>
                      <a:pt x="160" y="296"/>
                    </a:lnTo>
                    <a:lnTo>
                      <a:pt x="80" y="272"/>
                    </a:lnTo>
                    <a:lnTo>
                      <a:pt x="72" y="272"/>
                    </a:lnTo>
                    <a:lnTo>
                      <a:pt x="24" y="224"/>
                    </a:lnTo>
                    <a:lnTo>
                      <a:pt x="16" y="216"/>
                    </a:lnTo>
                    <a:lnTo>
                      <a:pt x="0" y="160"/>
                    </a:lnTo>
                    <a:lnTo>
                      <a:pt x="0" y="152"/>
                    </a:lnTo>
                    <a:lnTo>
                      <a:pt x="16" y="104"/>
                    </a:lnTo>
                    <a:lnTo>
                      <a:pt x="24" y="96"/>
                    </a:lnTo>
                    <a:lnTo>
                      <a:pt x="72" y="48"/>
                    </a:lnTo>
                    <a:lnTo>
                      <a:pt x="80" y="40"/>
                    </a:lnTo>
                    <a:lnTo>
                      <a:pt x="160" y="8"/>
                    </a:lnTo>
                    <a:lnTo>
                      <a:pt x="248" y="0"/>
                    </a:lnTo>
                    <a:lnTo>
                      <a:pt x="336" y="8"/>
                    </a:lnTo>
                    <a:lnTo>
                      <a:pt x="344" y="8"/>
                    </a:lnTo>
                    <a:lnTo>
                      <a:pt x="416" y="40"/>
                    </a:lnTo>
                    <a:lnTo>
                      <a:pt x="424" y="48"/>
                    </a:lnTo>
                    <a:lnTo>
                      <a:pt x="472" y="96"/>
                    </a:lnTo>
                    <a:lnTo>
                      <a:pt x="496" y="144"/>
                    </a:lnTo>
                    <a:lnTo>
                      <a:pt x="464" y="16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76" name="Freeform 381"/>
              <p:cNvSpPr>
                <a:spLocks/>
              </p:cNvSpPr>
              <p:nvPr/>
            </p:nvSpPr>
            <p:spPr bwMode="auto">
              <a:xfrm>
                <a:off x="1031" y="3138"/>
                <a:ext cx="32" cy="16"/>
              </a:xfrm>
              <a:custGeom>
                <a:avLst/>
                <a:gdLst>
                  <a:gd name="T0" fmla="*/ 0 w 32"/>
                  <a:gd name="T1" fmla="*/ 0 h 16"/>
                  <a:gd name="T2" fmla="*/ 0 w 32"/>
                  <a:gd name="T3" fmla="*/ 0 h 16"/>
                  <a:gd name="T4" fmla="*/ 0 w 32"/>
                  <a:gd name="T5" fmla="*/ 16 h 16"/>
                  <a:gd name="T6" fmla="*/ 32 w 32"/>
                  <a:gd name="T7" fmla="*/ 0 h 16"/>
                  <a:gd name="T8" fmla="*/ 32 w 32"/>
                  <a:gd name="T9" fmla="*/ 16 h 16"/>
                  <a:gd name="T10" fmla="*/ 32 w 32"/>
                  <a:gd name="T11" fmla="*/ 16 h 16"/>
                  <a:gd name="T12" fmla="*/ 0 w 32"/>
                  <a:gd name="T13" fmla="*/ 0 h 16"/>
                  <a:gd name="T14" fmla="*/ 0 60000 65536"/>
                  <a:gd name="T15" fmla="*/ 0 60000 65536"/>
                  <a:gd name="T16" fmla="*/ 0 60000 65536"/>
                  <a:gd name="T17" fmla="*/ 0 60000 65536"/>
                  <a:gd name="T18" fmla="*/ 0 60000 65536"/>
                  <a:gd name="T19" fmla="*/ 0 60000 65536"/>
                  <a:gd name="T20" fmla="*/ 0 60000 65536"/>
                  <a:gd name="T21" fmla="*/ 0 w 32"/>
                  <a:gd name="T22" fmla="*/ 0 h 16"/>
                  <a:gd name="T23" fmla="*/ 32 w 32"/>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6">
                    <a:moveTo>
                      <a:pt x="0" y="0"/>
                    </a:moveTo>
                    <a:lnTo>
                      <a:pt x="0" y="0"/>
                    </a:lnTo>
                    <a:lnTo>
                      <a:pt x="0" y="16"/>
                    </a:lnTo>
                    <a:lnTo>
                      <a:pt x="32" y="0"/>
                    </a:lnTo>
                    <a:lnTo>
                      <a:pt x="32" y="16"/>
                    </a:lnTo>
                    <a:lnTo>
                      <a:pt x="0"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77" name="Rectangle 382"/>
              <p:cNvSpPr>
                <a:spLocks noChangeArrowheads="1"/>
              </p:cNvSpPr>
              <p:nvPr/>
            </p:nvSpPr>
            <p:spPr bwMode="auto">
              <a:xfrm>
                <a:off x="690" y="3066"/>
                <a:ext cx="36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LAX</a:t>
                </a:r>
                <a:endParaRPr lang="en-US" altLang="zh-TW" sz="1800"/>
              </a:p>
            </p:txBody>
          </p:sp>
          <p:sp>
            <p:nvSpPr>
              <p:cNvPr id="46478" name="Freeform 383"/>
              <p:cNvSpPr>
                <a:spLocks/>
              </p:cNvSpPr>
              <p:nvPr/>
            </p:nvSpPr>
            <p:spPr bwMode="auto">
              <a:xfrm>
                <a:off x="1999" y="2858"/>
                <a:ext cx="464" cy="280"/>
              </a:xfrm>
              <a:custGeom>
                <a:avLst/>
                <a:gdLst>
                  <a:gd name="T0" fmla="*/ 464 w 464"/>
                  <a:gd name="T1" fmla="*/ 136 h 280"/>
                  <a:gd name="T2" fmla="*/ 440 w 464"/>
                  <a:gd name="T3" fmla="*/ 88 h 280"/>
                  <a:gd name="T4" fmla="*/ 392 w 464"/>
                  <a:gd name="T5" fmla="*/ 40 h 280"/>
                  <a:gd name="T6" fmla="*/ 320 w 464"/>
                  <a:gd name="T7" fmla="*/ 8 h 280"/>
                  <a:gd name="T8" fmla="*/ 232 w 464"/>
                  <a:gd name="T9" fmla="*/ 0 h 280"/>
                  <a:gd name="T10" fmla="*/ 144 w 464"/>
                  <a:gd name="T11" fmla="*/ 8 h 280"/>
                  <a:gd name="T12" fmla="*/ 64 w 464"/>
                  <a:gd name="T13" fmla="*/ 40 h 280"/>
                  <a:gd name="T14" fmla="*/ 16 w 464"/>
                  <a:gd name="T15" fmla="*/ 88 h 280"/>
                  <a:gd name="T16" fmla="*/ 0 w 464"/>
                  <a:gd name="T17" fmla="*/ 136 h 280"/>
                  <a:gd name="T18" fmla="*/ 16 w 464"/>
                  <a:gd name="T19" fmla="*/ 192 h 280"/>
                  <a:gd name="T20" fmla="*/ 64 w 464"/>
                  <a:gd name="T21" fmla="*/ 240 h 280"/>
                  <a:gd name="T22" fmla="*/ 144 w 464"/>
                  <a:gd name="T23" fmla="*/ 264 h 280"/>
                  <a:gd name="T24" fmla="*/ 232 w 464"/>
                  <a:gd name="T25" fmla="*/ 280 h 280"/>
                  <a:gd name="T26" fmla="*/ 320 w 464"/>
                  <a:gd name="T27" fmla="*/ 264 h 280"/>
                  <a:gd name="T28" fmla="*/ 392 w 464"/>
                  <a:gd name="T29" fmla="*/ 240 h 280"/>
                  <a:gd name="T30" fmla="*/ 440 w 464"/>
                  <a:gd name="T31" fmla="*/ 192 h 280"/>
                  <a:gd name="T32" fmla="*/ 464 w 464"/>
                  <a:gd name="T33" fmla="*/ 136 h 2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4"/>
                  <a:gd name="T52" fmla="*/ 0 h 280"/>
                  <a:gd name="T53" fmla="*/ 464 w 464"/>
                  <a:gd name="T54" fmla="*/ 280 h 2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4" h="280">
                    <a:moveTo>
                      <a:pt x="464" y="136"/>
                    </a:moveTo>
                    <a:lnTo>
                      <a:pt x="440" y="88"/>
                    </a:lnTo>
                    <a:lnTo>
                      <a:pt x="392" y="40"/>
                    </a:lnTo>
                    <a:lnTo>
                      <a:pt x="320" y="8"/>
                    </a:lnTo>
                    <a:lnTo>
                      <a:pt x="232" y="0"/>
                    </a:lnTo>
                    <a:lnTo>
                      <a:pt x="144" y="8"/>
                    </a:lnTo>
                    <a:lnTo>
                      <a:pt x="64" y="40"/>
                    </a:lnTo>
                    <a:lnTo>
                      <a:pt x="16" y="88"/>
                    </a:lnTo>
                    <a:lnTo>
                      <a:pt x="0" y="136"/>
                    </a:lnTo>
                    <a:lnTo>
                      <a:pt x="16" y="192"/>
                    </a:lnTo>
                    <a:lnTo>
                      <a:pt x="64" y="240"/>
                    </a:lnTo>
                    <a:lnTo>
                      <a:pt x="144" y="264"/>
                    </a:lnTo>
                    <a:lnTo>
                      <a:pt x="232" y="280"/>
                    </a:lnTo>
                    <a:lnTo>
                      <a:pt x="320" y="264"/>
                    </a:lnTo>
                    <a:lnTo>
                      <a:pt x="392" y="240"/>
                    </a:lnTo>
                    <a:lnTo>
                      <a:pt x="440" y="192"/>
                    </a:lnTo>
                    <a:lnTo>
                      <a:pt x="464" y="136"/>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79" name="Freeform 384"/>
              <p:cNvSpPr>
                <a:spLocks/>
              </p:cNvSpPr>
              <p:nvPr/>
            </p:nvSpPr>
            <p:spPr bwMode="auto">
              <a:xfrm>
                <a:off x="1983" y="2842"/>
                <a:ext cx="496" cy="312"/>
              </a:xfrm>
              <a:custGeom>
                <a:avLst/>
                <a:gdLst>
                  <a:gd name="T0" fmla="*/ 440 w 496"/>
                  <a:gd name="T1" fmla="*/ 112 h 312"/>
                  <a:gd name="T2" fmla="*/ 448 w 496"/>
                  <a:gd name="T3" fmla="*/ 120 h 312"/>
                  <a:gd name="T4" fmla="*/ 400 w 496"/>
                  <a:gd name="T5" fmla="*/ 72 h 312"/>
                  <a:gd name="T6" fmla="*/ 328 w 496"/>
                  <a:gd name="T7" fmla="*/ 40 h 312"/>
                  <a:gd name="T8" fmla="*/ 336 w 496"/>
                  <a:gd name="T9" fmla="*/ 40 h 312"/>
                  <a:gd name="T10" fmla="*/ 248 w 496"/>
                  <a:gd name="T11" fmla="*/ 32 h 312"/>
                  <a:gd name="T12" fmla="*/ 160 w 496"/>
                  <a:gd name="T13" fmla="*/ 40 h 312"/>
                  <a:gd name="T14" fmla="*/ 168 w 496"/>
                  <a:gd name="T15" fmla="*/ 40 h 312"/>
                  <a:gd name="T16" fmla="*/ 96 w 496"/>
                  <a:gd name="T17" fmla="*/ 72 h 312"/>
                  <a:gd name="T18" fmla="*/ 48 w 496"/>
                  <a:gd name="T19" fmla="*/ 120 h 312"/>
                  <a:gd name="T20" fmla="*/ 48 w 496"/>
                  <a:gd name="T21" fmla="*/ 112 h 312"/>
                  <a:gd name="T22" fmla="*/ 32 w 496"/>
                  <a:gd name="T23" fmla="*/ 152 h 312"/>
                  <a:gd name="T24" fmla="*/ 48 w 496"/>
                  <a:gd name="T25" fmla="*/ 208 h 312"/>
                  <a:gd name="T26" fmla="*/ 48 w 496"/>
                  <a:gd name="T27" fmla="*/ 200 h 312"/>
                  <a:gd name="T28" fmla="*/ 88 w 496"/>
                  <a:gd name="T29" fmla="*/ 240 h 312"/>
                  <a:gd name="T30" fmla="*/ 168 w 496"/>
                  <a:gd name="T31" fmla="*/ 264 h 312"/>
                  <a:gd name="T32" fmla="*/ 168 w 496"/>
                  <a:gd name="T33" fmla="*/ 264 h 312"/>
                  <a:gd name="T34" fmla="*/ 248 w 496"/>
                  <a:gd name="T35" fmla="*/ 280 h 312"/>
                  <a:gd name="T36" fmla="*/ 336 w 496"/>
                  <a:gd name="T37" fmla="*/ 264 h 312"/>
                  <a:gd name="T38" fmla="*/ 336 w 496"/>
                  <a:gd name="T39" fmla="*/ 264 h 312"/>
                  <a:gd name="T40" fmla="*/ 400 w 496"/>
                  <a:gd name="T41" fmla="*/ 248 h 312"/>
                  <a:gd name="T42" fmla="*/ 448 w 496"/>
                  <a:gd name="T43" fmla="*/ 200 h 312"/>
                  <a:gd name="T44" fmla="*/ 440 w 496"/>
                  <a:gd name="T45" fmla="*/ 200 h 312"/>
                  <a:gd name="T46" fmla="*/ 464 w 496"/>
                  <a:gd name="T47" fmla="*/ 144 h 312"/>
                  <a:gd name="T48" fmla="*/ 496 w 496"/>
                  <a:gd name="T49" fmla="*/ 160 h 312"/>
                  <a:gd name="T50" fmla="*/ 472 w 496"/>
                  <a:gd name="T51" fmla="*/ 216 h 312"/>
                  <a:gd name="T52" fmla="*/ 424 w 496"/>
                  <a:gd name="T53" fmla="*/ 272 h 312"/>
                  <a:gd name="T54" fmla="*/ 416 w 496"/>
                  <a:gd name="T55" fmla="*/ 272 h 312"/>
                  <a:gd name="T56" fmla="*/ 344 w 496"/>
                  <a:gd name="T57" fmla="*/ 296 h 312"/>
                  <a:gd name="T58" fmla="*/ 256 w 496"/>
                  <a:gd name="T59" fmla="*/ 312 h 312"/>
                  <a:gd name="T60" fmla="*/ 248 w 496"/>
                  <a:gd name="T61" fmla="*/ 312 h 312"/>
                  <a:gd name="T62" fmla="*/ 160 w 496"/>
                  <a:gd name="T63" fmla="*/ 296 h 312"/>
                  <a:gd name="T64" fmla="*/ 80 w 496"/>
                  <a:gd name="T65" fmla="*/ 272 h 312"/>
                  <a:gd name="T66" fmla="*/ 72 w 496"/>
                  <a:gd name="T67" fmla="*/ 272 h 312"/>
                  <a:gd name="T68" fmla="*/ 24 w 496"/>
                  <a:gd name="T69" fmla="*/ 224 h 312"/>
                  <a:gd name="T70" fmla="*/ 0 w 496"/>
                  <a:gd name="T71" fmla="*/ 160 h 312"/>
                  <a:gd name="T72" fmla="*/ 0 w 496"/>
                  <a:gd name="T73" fmla="*/ 152 h 312"/>
                  <a:gd name="T74" fmla="*/ 16 w 496"/>
                  <a:gd name="T75" fmla="*/ 104 h 312"/>
                  <a:gd name="T76" fmla="*/ 72 w 496"/>
                  <a:gd name="T77" fmla="*/ 48 h 312"/>
                  <a:gd name="T78" fmla="*/ 80 w 496"/>
                  <a:gd name="T79" fmla="*/ 40 h 312"/>
                  <a:gd name="T80" fmla="*/ 160 w 496"/>
                  <a:gd name="T81" fmla="*/ 8 h 312"/>
                  <a:gd name="T82" fmla="*/ 248 w 496"/>
                  <a:gd name="T83" fmla="*/ 0 h 312"/>
                  <a:gd name="T84" fmla="*/ 248 w 496"/>
                  <a:gd name="T85" fmla="*/ 0 h 312"/>
                  <a:gd name="T86" fmla="*/ 336 w 496"/>
                  <a:gd name="T87" fmla="*/ 8 h 312"/>
                  <a:gd name="T88" fmla="*/ 416 w 496"/>
                  <a:gd name="T89" fmla="*/ 40 h 312"/>
                  <a:gd name="T90" fmla="*/ 424 w 496"/>
                  <a:gd name="T91" fmla="*/ 48 h 312"/>
                  <a:gd name="T92" fmla="*/ 472 w 496"/>
                  <a:gd name="T93" fmla="*/ 96 h 312"/>
                  <a:gd name="T94" fmla="*/ 496 w 496"/>
                  <a:gd name="T95" fmla="*/ 144 h 31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96"/>
                  <a:gd name="T145" fmla="*/ 0 h 312"/>
                  <a:gd name="T146" fmla="*/ 496 w 496"/>
                  <a:gd name="T147" fmla="*/ 312 h 31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96" h="312">
                    <a:moveTo>
                      <a:pt x="464" y="160"/>
                    </a:moveTo>
                    <a:lnTo>
                      <a:pt x="440" y="112"/>
                    </a:lnTo>
                    <a:lnTo>
                      <a:pt x="448" y="120"/>
                    </a:lnTo>
                    <a:lnTo>
                      <a:pt x="400" y="72"/>
                    </a:lnTo>
                    <a:lnTo>
                      <a:pt x="328" y="40"/>
                    </a:lnTo>
                    <a:lnTo>
                      <a:pt x="336" y="40"/>
                    </a:lnTo>
                    <a:lnTo>
                      <a:pt x="248" y="32"/>
                    </a:lnTo>
                    <a:lnTo>
                      <a:pt x="160" y="40"/>
                    </a:lnTo>
                    <a:lnTo>
                      <a:pt x="168" y="40"/>
                    </a:lnTo>
                    <a:lnTo>
                      <a:pt x="88" y="72"/>
                    </a:lnTo>
                    <a:lnTo>
                      <a:pt x="96" y="72"/>
                    </a:lnTo>
                    <a:lnTo>
                      <a:pt x="48" y="120"/>
                    </a:lnTo>
                    <a:lnTo>
                      <a:pt x="48" y="112"/>
                    </a:lnTo>
                    <a:lnTo>
                      <a:pt x="32" y="160"/>
                    </a:lnTo>
                    <a:lnTo>
                      <a:pt x="32" y="152"/>
                    </a:lnTo>
                    <a:lnTo>
                      <a:pt x="48" y="208"/>
                    </a:lnTo>
                    <a:lnTo>
                      <a:pt x="48" y="200"/>
                    </a:lnTo>
                    <a:lnTo>
                      <a:pt x="96" y="248"/>
                    </a:lnTo>
                    <a:lnTo>
                      <a:pt x="88" y="240"/>
                    </a:lnTo>
                    <a:lnTo>
                      <a:pt x="168" y="264"/>
                    </a:lnTo>
                    <a:lnTo>
                      <a:pt x="256" y="280"/>
                    </a:lnTo>
                    <a:lnTo>
                      <a:pt x="248" y="280"/>
                    </a:lnTo>
                    <a:lnTo>
                      <a:pt x="336" y="264"/>
                    </a:lnTo>
                    <a:lnTo>
                      <a:pt x="408" y="240"/>
                    </a:lnTo>
                    <a:lnTo>
                      <a:pt x="400" y="248"/>
                    </a:lnTo>
                    <a:lnTo>
                      <a:pt x="448" y="200"/>
                    </a:lnTo>
                    <a:lnTo>
                      <a:pt x="440" y="200"/>
                    </a:lnTo>
                    <a:lnTo>
                      <a:pt x="464" y="144"/>
                    </a:lnTo>
                    <a:lnTo>
                      <a:pt x="496" y="160"/>
                    </a:lnTo>
                    <a:lnTo>
                      <a:pt x="472" y="216"/>
                    </a:lnTo>
                    <a:lnTo>
                      <a:pt x="472" y="224"/>
                    </a:lnTo>
                    <a:lnTo>
                      <a:pt x="424" y="272"/>
                    </a:lnTo>
                    <a:lnTo>
                      <a:pt x="416" y="272"/>
                    </a:lnTo>
                    <a:lnTo>
                      <a:pt x="344" y="296"/>
                    </a:lnTo>
                    <a:lnTo>
                      <a:pt x="256" y="312"/>
                    </a:lnTo>
                    <a:lnTo>
                      <a:pt x="248" y="312"/>
                    </a:lnTo>
                    <a:lnTo>
                      <a:pt x="160" y="296"/>
                    </a:lnTo>
                    <a:lnTo>
                      <a:pt x="80" y="272"/>
                    </a:lnTo>
                    <a:lnTo>
                      <a:pt x="72" y="272"/>
                    </a:lnTo>
                    <a:lnTo>
                      <a:pt x="24" y="224"/>
                    </a:lnTo>
                    <a:lnTo>
                      <a:pt x="16" y="216"/>
                    </a:lnTo>
                    <a:lnTo>
                      <a:pt x="0" y="160"/>
                    </a:lnTo>
                    <a:lnTo>
                      <a:pt x="0" y="152"/>
                    </a:lnTo>
                    <a:lnTo>
                      <a:pt x="16" y="104"/>
                    </a:lnTo>
                    <a:lnTo>
                      <a:pt x="24" y="96"/>
                    </a:lnTo>
                    <a:lnTo>
                      <a:pt x="72" y="48"/>
                    </a:lnTo>
                    <a:lnTo>
                      <a:pt x="80" y="40"/>
                    </a:lnTo>
                    <a:lnTo>
                      <a:pt x="160" y="8"/>
                    </a:lnTo>
                    <a:lnTo>
                      <a:pt x="248" y="0"/>
                    </a:lnTo>
                    <a:lnTo>
                      <a:pt x="336" y="8"/>
                    </a:lnTo>
                    <a:lnTo>
                      <a:pt x="344" y="8"/>
                    </a:lnTo>
                    <a:lnTo>
                      <a:pt x="416" y="40"/>
                    </a:lnTo>
                    <a:lnTo>
                      <a:pt x="424" y="48"/>
                    </a:lnTo>
                    <a:lnTo>
                      <a:pt x="472" y="96"/>
                    </a:lnTo>
                    <a:lnTo>
                      <a:pt x="496" y="144"/>
                    </a:lnTo>
                    <a:lnTo>
                      <a:pt x="464" y="16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80" name="Freeform 385"/>
              <p:cNvSpPr>
                <a:spLocks/>
              </p:cNvSpPr>
              <p:nvPr/>
            </p:nvSpPr>
            <p:spPr bwMode="auto">
              <a:xfrm>
                <a:off x="2447" y="2986"/>
                <a:ext cx="32" cy="16"/>
              </a:xfrm>
              <a:custGeom>
                <a:avLst/>
                <a:gdLst>
                  <a:gd name="T0" fmla="*/ 0 w 32"/>
                  <a:gd name="T1" fmla="*/ 0 h 16"/>
                  <a:gd name="T2" fmla="*/ 0 w 32"/>
                  <a:gd name="T3" fmla="*/ 0 h 16"/>
                  <a:gd name="T4" fmla="*/ 0 w 32"/>
                  <a:gd name="T5" fmla="*/ 16 h 16"/>
                  <a:gd name="T6" fmla="*/ 32 w 32"/>
                  <a:gd name="T7" fmla="*/ 0 h 16"/>
                  <a:gd name="T8" fmla="*/ 32 w 32"/>
                  <a:gd name="T9" fmla="*/ 16 h 16"/>
                  <a:gd name="T10" fmla="*/ 32 w 32"/>
                  <a:gd name="T11" fmla="*/ 16 h 16"/>
                  <a:gd name="T12" fmla="*/ 0 w 32"/>
                  <a:gd name="T13" fmla="*/ 0 h 16"/>
                  <a:gd name="T14" fmla="*/ 0 60000 65536"/>
                  <a:gd name="T15" fmla="*/ 0 60000 65536"/>
                  <a:gd name="T16" fmla="*/ 0 60000 65536"/>
                  <a:gd name="T17" fmla="*/ 0 60000 65536"/>
                  <a:gd name="T18" fmla="*/ 0 60000 65536"/>
                  <a:gd name="T19" fmla="*/ 0 60000 65536"/>
                  <a:gd name="T20" fmla="*/ 0 60000 65536"/>
                  <a:gd name="T21" fmla="*/ 0 w 32"/>
                  <a:gd name="T22" fmla="*/ 0 h 16"/>
                  <a:gd name="T23" fmla="*/ 32 w 32"/>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6">
                    <a:moveTo>
                      <a:pt x="0" y="0"/>
                    </a:moveTo>
                    <a:lnTo>
                      <a:pt x="0" y="0"/>
                    </a:lnTo>
                    <a:lnTo>
                      <a:pt x="0" y="16"/>
                    </a:lnTo>
                    <a:lnTo>
                      <a:pt x="32" y="0"/>
                    </a:lnTo>
                    <a:lnTo>
                      <a:pt x="32" y="16"/>
                    </a:lnTo>
                    <a:lnTo>
                      <a:pt x="0"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81" name="Rectangle 386"/>
              <p:cNvSpPr>
                <a:spLocks noChangeArrowheads="1"/>
              </p:cNvSpPr>
              <p:nvPr/>
            </p:nvSpPr>
            <p:spPr bwMode="auto">
              <a:xfrm>
                <a:off x="2082" y="2914"/>
                <a:ext cx="39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DFW</a:t>
                </a:r>
                <a:endParaRPr lang="en-US" altLang="zh-TW" sz="1800"/>
              </a:p>
            </p:txBody>
          </p:sp>
          <p:sp>
            <p:nvSpPr>
              <p:cNvPr id="46482" name="Freeform 387"/>
              <p:cNvSpPr>
                <a:spLocks/>
              </p:cNvSpPr>
              <p:nvPr/>
            </p:nvSpPr>
            <p:spPr bwMode="auto">
              <a:xfrm>
                <a:off x="511" y="2193"/>
                <a:ext cx="464" cy="281"/>
              </a:xfrm>
              <a:custGeom>
                <a:avLst/>
                <a:gdLst>
                  <a:gd name="T0" fmla="*/ 464 w 464"/>
                  <a:gd name="T1" fmla="*/ 137 h 281"/>
                  <a:gd name="T2" fmla="*/ 440 w 464"/>
                  <a:gd name="T3" fmla="*/ 89 h 281"/>
                  <a:gd name="T4" fmla="*/ 392 w 464"/>
                  <a:gd name="T5" fmla="*/ 41 h 281"/>
                  <a:gd name="T6" fmla="*/ 320 w 464"/>
                  <a:gd name="T7" fmla="*/ 8 h 281"/>
                  <a:gd name="T8" fmla="*/ 232 w 464"/>
                  <a:gd name="T9" fmla="*/ 0 h 281"/>
                  <a:gd name="T10" fmla="*/ 144 w 464"/>
                  <a:gd name="T11" fmla="*/ 8 h 281"/>
                  <a:gd name="T12" fmla="*/ 64 w 464"/>
                  <a:gd name="T13" fmla="*/ 41 h 281"/>
                  <a:gd name="T14" fmla="*/ 16 w 464"/>
                  <a:gd name="T15" fmla="*/ 89 h 281"/>
                  <a:gd name="T16" fmla="*/ 0 w 464"/>
                  <a:gd name="T17" fmla="*/ 137 h 281"/>
                  <a:gd name="T18" fmla="*/ 16 w 464"/>
                  <a:gd name="T19" fmla="*/ 193 h 281"/>
                  <a:gd name="T20" fmla="*/ 64 w 464"/>
                  <a:gd name="T21" fmla="*/ 241 h 281"/>
                  <a:gd name="T22" fmla="*/ 144 w 464"/>
                  <a:gd name="T23" fmla="*/ 265 h 281"/>
                  <a:gd name="T24" fmla="*/ 232 w 464"/>
                  <a:gd name="T25" fmla="*/ 281 h 281"/>
                  <a:gd name="T26" fmla="*/ 320 w 464"/>
                  <a:gd name="T27" fmla="*/ 265 h 281"/>
                  <a:gd name="T28" fmla="*/ 392 w 464"/>
                  <a:gd name="T29" fmla="*/ 241 h 281"/>
                  <a:gd name="T30" fmla="*/ 440 w 464"/>
                  <a:gd name="T31" fmla="*/ 193 h 281"/>
                  <a:gd name="T32" fmla="*/ 464 w 464"/>
                  <a:gd name="T33" fmla="*/ 137 h 2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4"/>
                  <a:gd name="T52" fmla="*/ 0 h 281"/>
                  <a:gd name="T53" fmla="*/ 464 w 464"/>
                  <a:gd name="T54" fmla="*/ 281 h 2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4" h="281">
                    <a:moveTo>
                      <a:pt x="464" y="137"/>
                    </a:moveTo>
                    <a:lnTo>
                      <a:pt x="440" y="89"/>
                    </a:lnTo>
                    <a:lnTo>
                      <a:pt x="392" y="41"/>
                    </a:lnTo>
                    <a:lnTo>
                      <a:pt x="320" y="8"/>
                    </a:lnTo>
                    <a:lnTo>
                      <a:pt x="232" y="0"/>
                    </a:lnTo>
                    <a:lnTo>
                      <a:pt x="144" y="8"/>
                    </a:lnTo>
                    <a:lnTo>
                      <a:pt x="64" y="41"/>
                    </a:lnTo>
                    <a:lnTo>
                      <a:pt x="16" y="89"/>
                    </a:lnTo>
                    <a:lnTo>
                      <a:pt x="0" y="137"/>
                    </a:lnTo>
                    <a:lnTo>
                      <a:pt x="16" y="193"/>
                    </a:lnTo>
                    <a:lnTo>
                      <a:pt x="64" y="241"/>
                    </a:lnTo>
                    <a:lnTo>
                      <a:pt x="144" y="265"/>
                    </a:lnTo>
                    <a:lnTo>
                      <a:pt x="232" y="281"/>
                    </a:lnTo>
                    <a:lnTo>
                      <a:pt x="320" y="265"/>
                    </a:lnTo>
                    <a:lnTo>
                      <a:pt x="392" y="241"/>
                    </a:lnTo>
                    <a:lnTo>
                      <a:pt x="440" y="193"/>
                    </a:lnTo>
                    <a:lnTo>
                      <a:pt x="464" y="137"/>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83" name="Freeform 388"/>
              <p:cNvSpPr>
                <a:spLocks/>
              </p:cNvSpPr>
              <p:nvPr/>
            </p:nvSpPr>
            <p:spPr bwMode="auto">
              <a:xfrm>
                <a:off x="495" y="2177"/>
                <a:ext cx="496" cy="313"/>
              </a:xfrm>
              <a:custGeom>
                <a:avLst/>
                <a:gdLst>
                  <a:gd name="T0" fmla="*/ 440 w 496"/>
                  <a:gd name="T1" fmla="*/ 113 h 313"/>
                  <a:gd name="T2" fmla="*/ 448 w 496"/>
                  <a:gd name="T3" fmla="*/ 121 h 313"/>
                  <a:gd name="T4" fmla="*/ 400 w 496"/>
                  <a:gd name="T5" fmla="*/ 73 h 313"/>
                  <a:gd name="T6" fmla="*/ 328 w 496"/>
                  <a:gd name="T7" fmla="*/ 40 h 313"/>
                  <a:gd name="T8" fmla="*/ 336 w 496"/>
                  <a:gd name="T9" fmla="*/ 40 h 313"/>
                  <a:gd name="T10" fmla="*/ 248 w 496"/>
                  <a:gd name="T11" fmla="*/ 32 h 313"/>
                  <a:gd name="T12" fmla="*/ 160 w 496"/>
                  <a:gd name="T13" fmla="*/ 40 h 313"/>
                  <a:gd name="T14" fmla="*/ 168 w 496"/>
                  <a:gd name="T15" fmla="*/ 40 h 313"/>
                  <a:gd name="T16" fmla="*/ 96 w 496"/>
                  <a:gd name="T17" fmla="*/ 73 h 313"/>
                  <a:gd name="T18" fmla="*/ 48 w 496"/>
                  <a:gd name="T19" fmla="*/ 121 h 313"/>
                  <a:gd name="T20" fmla="*/ 48 w 496"/>
                  <a:gd name="T21" fmla="*/ 113 h 313"/>
                  <a:gd name="T22" fmla="*/ 32 w 496"/>
                  <a:gd name="T23" fmla="*/ 153 h 313"/>
                  <a:gd name="T24" fmla="*/ 48 w 496"/>
                  <a:gd name="T25" fmla="*/ 209 h 313"/>
                  <a:gd name="T26" fmla="*/ 48 w 496"/>
                  <a:gd name="T27" fmla="*/ 201 h 313"/>
                  <a:gd name="T28" fmla="*/ 88 w 496"/>
                  <a:gd name="T29" fmla="*/ 241 h 313"/>
                  <a:gd name="T30" fmla="*/ 168 w 496"/>
                  <a:gd name="T31" fmla="*/ 265 h 313"/>
                  <a:gd name="T32" fmla="*/ 168 w 496"/>
                  <a:gd name="T33" fmla="*/ 265 h 313"/>
                  <a:gd name="T34" fmla="*/ 248 w 496"/>
                  <a:gd name="T35" fmla="*/ 281 h 313"/>
                  <a:gd name="T36" fmla="*/ 336 w 496"/>
                  <a:gd name="T37" fmla="*/ 265 h 313"/>
                  <a:gd name="T38" fmla="*/ 336 w 496"/>
                  <a:gd name="T39" fmla="*/ 265 h 313"/>
                  <a:gd name="T40" fmla="*/ 400 w 496"/>
                  <a:gd name="T41" fmla="*/ 249 h 313"/>
                  <a:gd name="T42" fmla="*/ 448 w 496"/>
                  <a:gd name="T43" fmla="*/ 201 h 313"/>
                  <a:gd name="T44" fmla="*/ 440 w 496"/>
                  <a:gd name="T45" fmla="*/ 201 h 313"/>
                  <a:gd name="T46" fmla="*/ 464 w 496"/>
                  <a:gd name="T47" fmla="*/ 145 h 313"/>
                  <a:gd name="T48" fmla="*/ 496 w 496"/>
                  <a:gd name="T49" fmla="*/ 161 h 313"/>
                  <a:gd name="T50" fmla="*/ 472 w 496"/>
                  <a:gd name="T51" fmla="*/ 217 h 313"/>
                  <a:gd name="T52" fmla="*/ 424 w 496"/>
                  <a:gd name="T53" fmla="*/ 273 h 313"/>
                  <a:gd name="T54" fmla="*/ 416 w 496"/>
                  <a:gd name="T55" fmla="*/ 273 h 313"/>
                  <a:gd name="T56" fmla="*/ 344 w 496"/>
                  <a:gd name="T57" fmla="*/ 297 h 313"/>
                  <a:gd name="T58" fmla="*/ 256 w 496"/>
                  <a:gd name="T59" fmla="*/ 313 h 313"/>
                  <a:gd name="T60" fmla="*/ 248 w 496"/>
                  <a:gd name="T61" fmla="*/ 313 h 313"/>
                  <a:gd name="T62" fmla="*/ 160 w 496"/>
                  <a:gd name="T63" fmla="*/ 297 h 313"/>
                  <a:gd name="T64" fmla="*/ 80 w 496"/>
                  <a:gd name="T65" fmla="*/ 273 h 313"/>
                  <a:gd name="T66" fmla="*/ 72 w 496"/>
                  <a:gd name="T67" fmla="*/ 273 h 313"/>
                  <a:gd name="T68" fmla="*/ 24 w 496"/>
                  <a:gd name="T69" fmla="*/ 225 h 313"/>
                  <a:gd name="T70" fmla="*/ 0 w 496"/>
                  <a:gd name="T71" fmla="*/ 161 h 313"/>
                  <a:gd name="T72" fmla="*/ 0 w 496"/>
                  <a:gd name="T73" fmla="*/ 153 h 313"/>
                  <a:gd name="T74" fmla="*/ 16 w 496"/>
                  <a:gd name="T75" fmla="*/ 105 h 313"/>
                  <a:gd name="T76" fmla="*/ 72 w 496"/>
                  <a:gd name="T77" fmla="*/ 49 h 313"/>
                  <a:gd name="T78" fmla="*/ 80 w 496"/>
                  <a:gd name="T79" fmla="*/ 40 h 313"/>
                  <a:gd name="T80" fmla="*/ 160 w 496"/>
                  <a:gd name="T81" fmla="*/ 8 h 313"/>
                  <a:gd name="T82" fmla="*/ 248 w 496"/>
                  <a:gd name="T83" fmla="*/ 0 h 313"/>
                  <a:gd name="T84" fmla="*/ 248 w 496"/>
                  <a:gd name="T85" fmla="*/ 0 h 313"/>
                  <a:gd name="T86" fmla="*/ 336 w 496"/>
                  <a:gd name="T87" fmla="*/ 8 h 313"/>
                  <a:gd name="T88" fmla="*/ 416 w 496"/>
                  <a:gd name="T89" fmla="*/ 40 h 313"/>
                  <a:gd name="T90" fmla="*/ 424 w 496"/>
                  <a:gd name="T91" fmla="*/ 49 h 313"/>
                  <a:gd name="T92" fmla="*/ 472 w 496"/>
                  <a:gd name="T93" fmla="*/ 97 h 313"/>
                  <a:gd name="T94" fmla="*/ 496 w 496"/>
                  <a:gd name="T95" fmla="*/ 145 h 3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96"/>
                  <a:gd name="T145" fmla="*/ 0 h 313"/>
                  <a:gd name="T146" fmla="*/ 496 w 496"/>
                  <a:gd name="T147" fmla="*/ 313 h 3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96" h="313">
                    <a:moveTo>
                      <a:pt x="464" y="161"/>
                    </a:moveTo>
                    <a:lnTo>
                      <a:pt x="440" y="113"/>
                    </a:lnTo>
                    <a:lnTo>
                      <a:pt x="448" y="121"/>
                    </a:lnTo>
                    <a:lnTo>
                      <a:pt x="400" y="73"/>
                    </a:lnTo>
                    <a:lnTo>
                      <a:pt x="328" y="40"/>
                    </a:lnTo>
                    <a:lnTo>
                      <a:pt x="336" y="40"/>
                    </a:lnTo>
                    <a:lnTo>
                      <a:pt x="248" y="32"/>
                    </a:lnTo>
                    <a:lnTo>
                      <a:pt x="160" y="40"/>
                    </a:lnTo>
                    <a:lnTo>
                      <a:pt x="168" y="40"/>
                    </a:lnTo>
                    <a:lnTo>
                      <a:pt x="88" y="73"/>
                    </a:lnTo>
                    <a:lnTo>
                      <a:pt x="96" y="73"/>
                    </a:lnTo>
                    <a:lnTo>
                      <a:pt x="48" y="121"/>
                    </a:lnTo>
                    <a:lnTo>
                      <a:pt x="48" y="113"/>
                    </a:lnTo>
                    <a:lnTo>
                      <a:pt x="32" y="161"/>
                    </a:lnTo>
                    <a:lnTo>
                      <a:pt x="32" y="153"/>
                    </a:lnTo>
                    <a:lnTo>
                      <a:pt x="48" y="209"/>
                    </a:lnTo>
                    <a:lnTo>
                      <a:pt x="48" y="201"/>
                    </a:lnTo>
                    <a:lnTo>
                      <a:pt x="96" y="249"/>
                    </a:lnTo>
                    <a:lnTo>
                      <a:pt x="88" y="241"/>
                    </a:lnTo>
                    <a:lnTo>
                      <a:pt x="168" y="265"/>
                    </a:lnTo>
                    <a:lnTo>
                      <a:pt x="256" y="281"/>
                    </a:lnTo>
                    <a:lnTo>
                      <a:pt x="248" y="281"/>
                    </a:lnTo>
                    <a:lnTo>
                      <a:pt x="336" y="265"/>
                    </a:lnTo>
                    <a:lnTo>
                      <a:pt x="408" y="241"/>
                    </a:lnTo>
                    <a:lnTo>
                      <a:pt x="400" y="249"/>
                    </a:lnTo>
                    <a:lnTo>
                      <a:pt x="448" y="201"/>
                    </a:lnTo>
                    <a:lnTo>
                      <a:pt x="440" y="201"/>
                    </a:lnTo>
                    <a:lnTo>
                      <a:pt x="464" y="145"/>
                    </a:lnTo>
                    <a:lnTo>
                      <a:pt x="496" y="161"/>
                    </a:lnTo>
                    <a:lnTo>
                      <a:pt x="472" y="217"/>
                    </a:lnTo>
                    <a:lnTo>
                      <a:pt x="472" y="225"/>
                    </a:lnTo>
                    <a:lnTo>
                      <a:pt x="424" y="273"/>
                    </a:lnTo>
                    <a:lnTo>
                      <a:pt x="416" y="273"/>
                    </a:lnTo>
                    <a:lnTo>
                      <a:pt x="344" y="297"/>
                    </a:lnTo>
                    <a:lnTo>
                      <a:pt x="256" y="313"/>
                    </a:lnTo>
                    <a:lnTo>
                      <a:pt x="248" y="313"/>
                    </a:lnTo>
                    <a:lnTo>
                      <a:pt x="160" y="297"/>
                    </a:lnTo>
                    <a:lnTo>
                      <a:pt x="80" y="273"/>
                    </a:lnTo>
                    <a:lnTo>
                      <a:pt x="72" y="273"/>
                    </a:lnTo>
                    <a:lnTo>
                      <a:pt x="24" y="225"/>
                    </a:lnTo>
                    <a:lnTo>
                      <a:pt x="16" y="217"/>
                    </a:lnTo>
                    <a:lnTo>
                      <a:pt x="0" y="161"/>
                    </a:lnTo>
                    <a:lnTo>
                      <a:pt x="0" y="153"/>
                    </a:lnTo>
                    <a:lnTo>
                      <a:pt x="16" y="105"/>
                    </a:lnTo>
                    <a:lnTo>
                      <a:pt x="24" y="97"/>
                    </a:lnTo>
                    <a:lnTo>
                      <a:pt x="72" y="49"/>
                    </a:lnTo>
                    <a:lnTo>
                      <a:pt x="80" y="40"/>
                    </a:lnTo>
                    <a:lnTo>
                      <a:pt x="160" y="8"/>
                    </a:lnTo>
                    <a:lnTo>
                      <a:pt x="248" y="0"/>
                    </a:lnTo>
                    <a:lnTo>
                      <a:pt x="336" y="8"/>
                    </a:lnTo>
                    <a:lnTo>
                      <a:pt x="344" y="8"/>
                    </a:lnTo>
                    <a:lnTo>
                      <a:pt x="416" y="40"/>
                    </a:lnTo>
                    <a:lnTo>
                      <a:pt x="424" y="49"/>
                    </a:lnTo>
                    <a:lnTo>
                      <a:pt x="472" y="97"/>
                    </a:lnTo>
                    <a:lnTo>
                      <a:pt x="496" y="145"/>
                    </a:lnTo>
                    <a:lnTo>
                      <a:pt x="464" y="161"/>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84" name="Freeform 389"/>
              <p:cNvSpPr>
                <a:spLocks/>
              </p:cNvSpPr>
              <p:nvPr/>
            </p:nvSpPr>
            <p:spPr bwMode="auto">
              <a:xfrm>
                <a:off x="959" y="2322"/>
                <a:ext cx="32" cy="16"/>
              </a:xfrm>
              <a:custGeom>
                <a:avLst/>
                <a:gdLst>
                  <a:gd name="T0" fmla="*/ 0 w 32"/>
                  <a:gd name="T1" fmla="*/ 0 h 16"/>
                  <a:gd name="T2" fmla="*/ 0 w 32"/>
                  <a:gd name="T3" fmla="*/ 0 h 16"/>
                  <a:gd name="T4" fmla="*/ 0 w 32"/>
                  <a:gd name="T5" fmla="*/ 16 h 16"/>
                  <a:gd name="T6" fmla="*/ 32 w 32"/>
                  <a:gd name="T7" fmla="*/ 0 h 16"/>
                  <a:gd name="T8" fmla="*/ 32 w 32"/>
                  <a:gd name="T9" fmla="*/ 16 h 16"/>
                  <a:gd name="T10" fmla="*/ 32 w 32"/>
                  <a:gd name="T11" fmla="*/ 16 h 16"/>
                  <a:gd name="T12" fmla="*/ 0 w 32"/>
                  <a:gd name="T13" fmla="*/ 0 h 16"/>
                  <a:gd name="T14" fmla="*/ 0 60000 65536"/>
                  <a:gd name="T15" fmla="*/ 0 60000 65536"/>
                  <a:gd name="T16" fmla="*/ 0 60000 65536"/>
                  <a:gd name="T17" fmla="*/ 0 60000 65536"/>
                  <a:gd name="T18" fmla="*/ 0 60000 65536"/>
                  <a:gd name="T19" fmla="*/ 0 60000 65536"/>
                  <a:gd name="T20" fmla="*/ 0 60000 65536"/>
                  <a:gd name="T21" fmla="*/ 0 w 32"/>
                  <a:gd name="T22" fmla="*/ 0 h 16"/>
                  <a:gd name="T23" fmla="*/ 32 w 32"/>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6">
                    <a:moveTo>
                      <a:pt x="0" y="0"/>
                    </a:moveTo>
                    <a:lnTo>
                      <a:pt x="0" y="0"/>
                    </a:lnTo>
                    <a:lnTo>
                      <a:pt x="0" y="16"/>
                    </a:lnTo>
                    <a:lnTo>
                      <a:pt x="32" y="0"/>
                    </a:lnTo>
                    <a:lnTo>
                      <a:pt x="32" y="16"/>
                    </a:lnTo>
                    <a:lnTo>
                      <a:pt x="0"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85" name="Rectangle 390"/>
              <p:cNvSpPr>
                <a:spLocks noChangeArrowheads="1"/>
              </p:cNvSpPr>
              <p:nvPr/>
            </p:nvSpPr>
            <p:spPr bwMode="auto">
              <a:xfrm>
                <a:off x="627" y="2250"/>
                <a:ext cx="32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SFO</a:t>
                </a:r>
                <a:endParaRPr lang="en-US" altLang="zh-TW" sz="1800"/>
              </a:p>
            </p:txBody>
          </p:sp>
          <p:sp>
            <p:nvSpPr>
              <p:cNvPr id="46486" name="Freeform 391"/>
              <p:cNvSpPr>
                <a:spLocks/>
              </p:cNvSpPr>
              <p:nvPr/>
            </p:nvSpPr>
            <p:spPr bwMode="auto">
              <a:xfrm>
                <a:off x="3736" y="2266"/>
                <a:ext cx="464" cy="280"/>
              </a:xfrm>
              <a:custGeom>
                <a:avLst/>
                <a:gdLst>
                  <a:gd name="T0" fmla="*/ 464 w 464"/>
                  <a:gd name="T1" fmla="*/ 136 h 280"/>
                  <a:gd name="T2" fmla="*/ 440 w 464"/>
                  <a:gd name="T3" fmla="*/ 88 h 280"/>
                  <a:gd name="T4" fmla="*/ 392 w 464"/>
                  <a:gd name="T5" fmla="*/ 40 h 280"/>
                  <a:gd name="T6" fmla="*/ 320 w 464"/>
                  <a:gd name="T7" fmla="*/ 8 h 280"/>
                  <a:gd name="T8" fmla="*/ 232 w 464"/>
                  <a:gd name="T9" fmla="*/ 0 h 280"/>
                  <a:gd name="T10" fmla="*/ 144 w 464"/>
                  <a:gd name="T11" fmla="*/ 8 h 280"/>
                  <a:gd name="T12" fmla="*/ 64 w 464"/>
                  <a:gd name="T13" fmla="*/ 40 h 280"/>
                  <a:gd name="T14" fmla="*/ 16 w 464"/>
                  <a:gd name="T15" fmla="*/ 88 h 280"/>
                  <a:gd name="T16" fmla="*/ 0 w 464"/>
                  <a:gd name="T17" fmla="*/ 136 h 280"/>
                  <a:gd name="T18" fmla="*/ 16 w 464"/>
                  <a:gd name="T19" fmla="*/ 192 h 280"/>
                  <a:gd name="T20" fmla="*/ 64 w 464"/>
                  <a:gd name="T21" fmla="*/ 240 h 280"/>
                  <a:gd name="T22" fmla="*/ 144 w 464"/>
                  <a:gd name="T23" fmla="*/ 264 h 280"/>
                  <a:gd name="T24" fmla="*/ 232 w 464"/>
                  <a:gd name="T25" fmla="*/ 280 h 280"/>
                  <a:gd name="T26" fmla="*/ 320 w 464"/>
                  <a:gd name="T27" fmla="*/ 264 h 280"/>
                  <a:gd name="T28" fmla="*/ 392 w 464"/>
                  <a:gd name="T29" fmla="*/ 240 h 280"/>
                  <a:gd name="T30" fmla="*/ 440 w 464"/>
                  <a:gd name="T31" fmla="*/ 192 h 280"/>
                  <a:gd name="T32" fmla="*/ 464 w 464"/>
                  <a:gd name="T33" fmla="*/ 136 h 2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4"/>
                  <a:gd name="T52" fmla="*/ 0 h 280"/>
                  <a:gd name="T53" fmla="*/ 464 w 464"/>
                  <a:gd name="T54" fmla="*/ 280 h 2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4" h="280">
                    <a:moveTo>
                      <a:pt x="464" y="136"/>
                    </a:moveTo>
                    <a:lnTo>
                      <a:pt x="440" y="88"/>
                    </a:lnTo>
                    <a:lnTo>
                      <a:pt x="392" y="40"/>
                    </a:lnTo>
                    <a:lnTo>
                      <a:pt x="320" y="8"/>
                    </a:lnTo>
                    <a:lnTo>
                      <a:pt x="232" y="0"/>
                    </a:lnTo>
                    <a:lnTo>
                      <a:pt x="144" y="8"/>
                    </a:lnTo>
                    <a:lnTo>
                      <a:pt x="64" y="40"/>
                    </a:lnTo>
                    <a:lnTo>
                      <a:pt x="16" y="88"/>
                    </a:lnTo>
                    <a:lnTo>
                      <a:pt x="0" y="136"/>
                    </a:lnTo>
                    <a:lnTo>
                      <a:pt x="16" y="192"/>
                    </a:lnTo>
                    <a:lnTo>
                      <a:pt x="64" y="240"/>
                    </a:lnTo>
                    <a:lnTo>
                      <a:pt x="144" y="264"/>
                    </a:lnTo>
                    <a:lnTo>
                      <a:pt x="232" y="280"/>
                    </a:lnTo>
                    <a:lnTo>
                      <a:pt x="320" y="264"/>
                    </a:lnTo>
                    <a:lnTo>
                      <a:pt x="392" y="240"/>
                    </a:lnTo>
                    <a:lnTo>
                      <a:pt x="440" y="192"/>
                    </a:lnTo>
                    <a:lnTo>
                      <a:pt x="464" y="136"/>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87" name="Freeform 392"/>
              <p:cNvSpPr>
                <a:spLocks/>
              </p:cNvSpPr>
              <p:nvPr/>
            </p:nvSpPr>
            <p:spPr bwMode="auto">
              <a:xfrm>
                <a:off x="3720" y="2250"/>
                <a:ext cx="496" cy="312"/>
              </a:xfrm>
              <a:custGeom>
                <a:avLst/>
                <a:gdLst>
                  <a:gd name="T0" fmla="*/ 440 w 496"/>
                  <a:gd name="T1" fmla="*/ 112 h 312"/>
                  <a:gd name="T2" fmla="*/ 448 w 496"/>
                  <a:gd name="T3" fmla="*/ 120 h 312"/>
                  <a:gd name="T4" fmla="*/ 400 w 496"/>
                  <a:gd name="T5" fmla="*/ 72 h 312"/>
                  <a:gd name="T6" fmla="*/ 328 w 496"/>
                  <a:gd name="T7" fmla="*/ 40 h 312"/>
                  <a:gd name="T8" fmla="*/ 336 w 496"/>
                  <a:gd name="T9" fmla="*/ 40 h 312"/>
                  <a:gd name="T10" fmla="*/ 248 w 496"/>
                  <a:gd name="T11" fmla="*/ 32 h 312"/>
                  <a:gd name="T12" fmla="*/ 160 w 496"/>
                  <a:gd name="T13" fmla="*/ 40 h 312"/>
                  <a:gd name="T14" fmla="*/ 168 w 496"/>
                  <a:gd name="T15" fmla="*/ 40 h 312"/>
                  <a:gd name="T16" fmla="*/ 96 w 496"/>
                  <a:gd name="T17" fmla="*/ 72 h 312"/>
                  <a:gd name="T18" fmla="*/ 48 w 496"/>
                  <a:gd name="T19" fmla="*/ 120 h 312"/>
                  <a:gd name="T20" fmla="*/ 48 w 496"/>
                  <a:gd name="T21" fmla="*/ 112 h 312"/>
                  <a:gd name="T22" fmla="*/ 32 w 496"/>
                  <a:gd name="T23" fmla="*/ 152 h 312"/>
                  <a:gd name="T24" fmla="*/ 48 w 496"/>
                  <a:gd name="T25" fmla="*/ 208 h 312"/>
                  <a:gd name="T26" fmla="*/ 48 w 496"/>
                  <a:gd name="T27" fmla="*/ 200 h 312"/>
                  <a:gd name="T28" fmla="*/ 88 w 496"/>
                  <a:gd name="T29" fmla="*/ 240 h 312"/>
                  <a:gd name="T30" fmla="*/ 168 w 496"/>
                  <a:gd name="T31" fmla="*/ 264 h 312"/>
                  <a:gd name="T32" fmla="*/ 168 w 496"/>
                  <a:gd name="T33" fmla="*/ 264 h 312"/>
                  <a:gd name="T34" fmla="*/ 248 w 496"/>
                  <a:gd name="T35" fmla="*/ 280 h 312"/>
                  <a:gd name="T36" fmla="*/ 336 w 496"/>
                  <a:gd name="T37" fmla="*/ 264 h 312"/>
                  <a:gd name="T38" fmla="*/ 336 w 496"/>
                  <a:gd name="T39" fmla="*/ 264 h 312"/>
                  <a:gd name="T40" fmla="*/ 400 w 496"/>
                  <a:gd name="T41" fmla="*/ 248 h 312"/>
                  <a:gd name="T42" fmla="*/ 448 w 496"/>
                  <a:gd name="T43" fmla="*/ 200 h 312"/>
                  <a:gd name="T44" fmla="*/ 440 w 496"/>
                  <a:gd name="T45" fmla="*/ 200 h 312"/>
                  <a:gd name="T46" fmla="*/ 464 w 496"/>
                  <a:gd name="T47" fmla="*/ 144 h 312"/>
                  <a:gd name="T48" fmla="*/ 496 w 496"/>
                  <a:gd name="T49" fmla="*/ 160 h 312"/>
                  <a:gd name="T50" fmla="*/ 472 w 496"/>
                  <a:gd name="T51" fmla="*/ 216 h 312"/>
                  <a:gd name="T52" fmla="*/ 424 w 496"/>
                  <a:gd name="T53" fmla="*/ 272 h 312"/>
                  <a:gd name="T54" fmla="*/ 416 w 496"/>
                  <a:gd name="T55" fmla="*/ 272 h 312"/>
                  <a:gd name="T56" fmla="*/ 344 w 496"/>
                  <a:gd name="T57" fmla="*/ 296 h 312"/>
                  <a:gd name="T58" fmla="*/ 256 w 496"/>
                  <a:gd name="T59" fmla="*/ 312 h 312"/>
                  <a:gd name="T60" fmla="*/ 248 w 496"/>
                  <a:gd name="T61" fmla="*/ 312 h 312"/>
                  <a:gd name="T62" fmla="*/ 160 w 496"/>
                  <a:gd name="T63" fmla="*/ 296 h 312"/>
                  <a:gd name="T64" fmla="*/ 80 w 496"/>
                  <a:gd name="T65" fmla="*/ 272 h 312"/>
                  <a:gd name="T66" fmla="*/ 72 w 496"/>
                  <a:gd name="T67" fmla="*/ 272 h 312"/>
                  <a:gd name="T68" fmla="*/ 24 w 496"/>
                  <a:gd name="T69" fmla="*/ 224 h 312"/>
                  <a:gd name="T70" fmla="*/ 0 w 496"/>
                  <a:gd name="T71" fmla="*/ 160 h 312"/>
                  <a:gd name="T72" fmla="*/ 0 w 496"/>
                  <a:gd name="T73" fmla="*/ 152 h 312"/>
                  <a:gd name="T74" fmla="*/ 16 w 496"/>
                  <a:gd name="T75" fmla="*/ 104 h 312"/>
                  <a:gd name="T76" fmla="*/ 72 w 496"/>
                  <a:gd name="T77" fmla="*/ 48 h 312"/>
                  <a:gd name="T78" fmla="*/ 80 w 496"/>
                  <a:gd name="T79" fmla="*/ 40 h 312"/>
                  <a:gd name="T80" fmla="*/ 160 w 496"/>
                  <a:gd name="T81" fmla="*/ 8 h 312"/>
                  <a:gd name="T82" fmla="*/ 248 w 496"/>
                  <a:gd name="T83" fmla="*/ 0 h 312"/>
                  <a:gd name="T84" fmla="*/ 248 w 496"/>
                  <a:gd name="T85" fmla="*/ 0 h 312"/>
                  <a:gd name="T86" fmla="*/ 336 w 496"/>
                  <a:gd name="T87" fmla="*/ 8 h 312"/>
                  <a:gd name="T88" fmla="*/ 416 w 496"/>
                  <a:gd name="T89" fmla="*/ 40 h 312"/>
                  <a:gd name="T90" fmla="*/ 424 w 496"/>
                  <a:gd name="T91" fmla="*/ 48 h 312"/>
                  <a:gd name="T92" fmla="*/ 472 w 496"/>
                  <a:gd name="T93" fmla="*/ 96 h 312"/>
                  <a:gd name="T94" fmla="*/ 496 w 496"/>
                  <a:gd name="T95" fmla="*/ 144 h 31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96"/>
                  <a:gd name="T145" fmla="*/ 0 h 312"/>
                  <a:gd name="T146" fmla="*/ 496 w 496"/>
                  <a:gd name="T147" fmla="*/ 312 h 31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96" h="312">
                    <a:moveTo>
                      <a:pt x="464" y="160"/>
                    </a:moveTo>
                    <a:lnTo>
                      <a:pt x="440" y="112"/>
                    </a:lnTo>
                    <a:lnTo>
                      <a:pt x="448" y="120"/>
                    </a:lnTo>
                    <a:lnTo>
                      <a:pt x="400" y="72"/>
                    </a:lnTo>
                    <a:lnTo>
                      <a:pt x="328" y="40"/>
                    </a:lnTo>
                    <a:lnTo>
                      <a:pt x="336" y="40"/>
                    </a:lnTo>
                    <a:lnTo>
                      <a:pt x="248" y="32"/>
                    </a:lnTo>
                    <a:lnTo>
                      <a:pt x="160" y="40"/>
                    </a:lnTo>
                    <a:lnTo>
                      <a:pt x="168" y="40"/>
                    </a:lnTo>
                    <a:lnTo>
                      <a:pt x="88" y="72"/>
                    </a:lnTo>
                    <a:lnTo>
                      <a:pt x="96" y="72"/>
                    </a:lnTo>
                    <a:lnTo>
                      <a:pt x="48" y="120"/>
                    </a:lnTo>
                    <a:lnTo>
                      <a:pt x="48" y="112"/>
                    </a:lnTo>
                    <a:lnTo>
                      <a:pt x="32" y="160"/>
                    </a:lnTo>
                    <a:lnTo>
                      <a:pt x="32" y="152"/>
                    </a:lnTo>
                    <a:lnTo>
                      <a:pt x="48" y="208"/>
                    </a:lnTo>
                    <a:lnTo>
                      <a:pt x="48" y="200"/>
                    </a:lnTo>
                    <a:lnTo>
                      <a:pt x="96" y="248"/>
                    </a:lnTo>
                    <a:lnTo>
                      <a:pt x="88" y="240"/>
                    </a:lnTo>
                    <a:lnTo>
                      <a:pt x="168" y="264"/>
                    </a:lnTo>
                    <a:lnTo>
                      <a:pt x="256" y="280"/>
                    </a:lnTo>
                    <a:lnTo>
                      <a:pt x="248" y="280"/>
                    </a:lnTo>
                    <a:lnTo>
                      <a:pt x="336" y="264"/>
                    </a:lnTo>
                    <a:lnTo>
                      <a:pt x="408" y="240"/>
                    </a:lnTo>
                    <a:lnTo>
                      <a:pt x="400" y="248"/>
                    </a:lnTo>
                    <a:lnTo>
                      <a:pt x="448" y="200"/>
                    </a:lnTo>
                    <a:lnTo>
                      <a:pt x="440" y="200"/>
                    </a:lnTo>
                    <a:lnTo>
                      <a:pt x="464" y="144"/>
                    </a:lnTo>
                    <a:lnTo>
                      <a:pt x="496" y="160"/>
                    </a:lnTo>
                    <a:lnTo>
                      <a:pt x="472" y="216"/>
                    </a:lnTo>
                    <a:lnTo>
                      <a:pt x="472" y="224"/>
                    </a:lnTo>
                    <a:lnTo>
                      <a:pt x="424" y="272"/>
                    </a:lnTo>
                    <a:lnTo>
                      <a:pt x="416" y="272"/>
                    </a:lnTo>
                    <a:lnTo>
                      <a:pt x="344" y="296"/>
                    </a:lnTo>
                    <a:lnTo>
                      <a:pt x="256" y="312"/>
                    </a:lnTo>
                    <a:lnTo>
                      <a:pt x="248" y="312"/>
                    </a:lnTo>
                    <a:lnTo>
                      <a:pt x="160" y="296"/>
                    </a:lnTo>
                    <a:lnTo>
                      <a:pt x="80" y="272"/>
                    </a:lnTo>
                    <a:lnTo>
                      <a:pt x="72" y="272"/>
                    </a:lnTo>
                    <a:lnTo>
                      <a:pt x="24" y="224"/>
                    </a:lnTo>
                    <a:lnTo>
                      <a:pt x="16" y="216"/>
                    </a:lnTo>
                    <a:lnTo>
                      <a:pt x="0" y="160"/>
                    </a:lnTo>
                    <a:lnTo>
                      <a:pt x="0" y="152"/>
                    </a:lnTo>
                    <a:lnTo>
                      <a:pt x="16" y="104"/>
                    </a:lnTo>
                    <a:lnTo>
                      <a:pt x="24" y="96"/>
                    </a:lnTo>
                    <a:lnTo>
                      <a:pt x="72" y="48"/>
                    </a:lnTo>
                    <a:lnTo>
                      <a:pt x="80" y="40"/>
                    </a:lnTo>
                    <a:lnTo>
                      <a:pt x="160" y="8"/>
                    </a:lnTo>
                    <a:lnTo>
                      <a:pt x="248" y="0"/>
                    </a:lnTo>
                    <a:lnTo>
                      <a:pt x="336" y="8"/>
                    </a:lnTo>
                    <a:lnTo>
                      <a:pt x="344" y="8"/>
                    </a:lnTo>
                    <a:lnTo>
                      <a:pt x="416" y="40"/>
                    </a:lnTo>
                    <a:lnTo>
                      <a:pt x="424" y="48"/>
                    </a:lnTo>
                    <a:lnTo>
                      <a:pt x="472" y="96"/>
                    </a:lnTo>
                    <a:lnTo>
                      <a:pt x="496" y="144"/>
                    </a:lnTo>
                    <a:lnTo>
                      <a:pt x="464" y="16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88" name="Freeform 393"/>
              <p:cNvSpPr>
                <a:spLocks/>
              </p:cNvSpPr>
              <p:nvPr/>
            </p:nvSpPr>
            <p:spPr bwMode="auto">
              <a:xfrm>
                <a:off x="4184" y="2394"/>
                <a:ext cx="32" cy="16"/>
              </a:xfrm>
              <a:custGeom>
                <a:avLst/>
                <a:gdLst>
                  <a:gd name="T0" fmla="*/ 0 w 32"/>
                  <a:gd name="T1" fmla="*/ 0 h 16"/>
                  <a:gd name="T2" fmla="*/ 0 w 32"/>
                  <a:gd name="T3" fmla="*/ 0 h 16"/>
                  <a:gd name="T4" fmla="*/ 0 w 32"/>
                  <a:gd name="T5" fmla="*/ 16 h 16"/>
                  <a:gd name="T6" fmla="*/ 32 w 32"/>
                  <a:gd name="T7" fmla="*/ 0 h 16"/>
                  <a:gd name="T8" fmla="*/ 32 w 32"/>
                  <a:gd name="T9" fmla="*/ 16 h 16"/>
                  <a:gd name="T10" fmla="*/ 32 w 32"/>
                  <a:gd name="T11" fmla="*/ 16 h 16"/>
                  <a:gd name="T12" fmla="*/ 0 w 32"/>
                  <a:gd name="T13" fmla="*/ 0 h 16"/>
                  <a:gd name="T14" fmla="*/ 0 60000 65536"/>
                  <a:gd name="T15" fmla="*/ 0 60000 65536"/>
                  <a:gd name="T16" fmla="*/ 0 60000 65536"/>
                  <a:gd name="T17" fmla="*/ 0 60000 65536"/>
                  <a:gd name="T18" fmla="*/ 0 60000 65536"/>
                  <a:gd name="T19" fmla="*/ 0 60000 65536"/>
                  <a:gd name="T20" fmla="*/ 0 60000 65536"/>
                  <a:gd name="T21" fmla="*/ 0 w 32"/>
                  <a:gd name="T22" fmla="*/ 0 h 16"/>
                  <a:gd name="T23" fmla="*/ 32 w 32"/>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6">
                    <a:moveTo>
                      <a:pt x="0" y="0"/>
                    </a:moveTo>
                    <a:lnTo>
                      <a:pt x="0" y="0"/>
                    </a:lnTo>
                    <a:lnTo>
                      <a:pt x="0" y="16"/>
                    </a:lnTo>
                    <a:lnTo>
                      <a:pt x="32" y="0"/>
                    </a:lnTo>
                    <a:lnTo>
                      <a:pt x="32" y="16"/>
                    </a:lnTo>
                    <a:lnTo>
                      <a:pt x="0"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89" name="Rectangle 394"/>
              <p:cNvSpPr>
                <a:spLocks noChangeArrowheads="1"/>
              </p:cNvSpPr>
              <p:nvPr/>
            </p:nvSpPr>
            <p:spPr bwMode="auto">
              <a:xfrm>
                <a:off x="3840" y="2322"/>
                <a:ext cx="34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BWI</a:t>
                </a:r>
                <a:endParaRPr lang="en-US" altLang="zh-TW" sz="1800"/>
              </a:p>
            </p:txBody>
          </p:sp>
          <p:sp>
            <p:nvSpPr>
              <p:cNvPr id="46490" name="Freeform 395"/>
              <p:cNvSpPr>
                <a:spLocks/>
              </p:cNvSpPr>
              <p:nvPr/>
            </p:nvSpPr>
            <p:spPr bwMode="auto">
              <a:xfrm>
                <a:off x="4216" y="1201"/>
                <a:ext cx="464" cy="280"/>
              </a:xfrm>
              <a:custGeom>
                <a:avLst/>
                <a:gdLst>
                  <a:gd name="T0" fmla="*/ 464 w 464"/>
                  <a:gd name="T1" fmla="*/ 136 h 280"/>
                  <a:gd name="T2" fmla="*/ 440 w 464"/>
                  <a:gd name="T3" fmla="*/ 88 h 280"/>
                  <a:gd name="T4" fmla="*/ 392 w 464"/>
                  <a:gd name="T5" fmla="*/ 40 h 280"/>
                  <a:gd name="T6" fmla="*/ 320 w 464"/>
                  <a:gd name="T7" fmla="*/ 8 h 280"/>
                  <a:gd name="T8" fmla="*/ 232 w 464"/>
                  <a:gd name="T9" fmla="*/ 0 h 280"/>
                  <a:gd name="T10" fmla="*/ 144 w 464"/>
                  <a:gd name="T11" fmla="*/ 8 h 280"/>
                  <a:gd name="T12" fmla="*/ 64 w 464"/>
                  <a:gd name="T13" fmla="*/ 40 h 280"/>
                  <a:gd name="T14" fmla="*/ 16 w 464"/>
                  <a:gd name="T15" fmla="*/ 88 h 280"/>
                  <a:gd name="T16" fmla="*/ 0 w 464"/>
                  <a:gd name="T17" fmla="*/ 136 h 280"/>
                  <a:gd name="T18" fmla="*/ 16 w 464"/>
                  <a:gd name="T19" fmla="*/ 192 h 280"/>
                  <a:gd name="T20" fmla="*/ 64 w 464"/>
                  <a:gd name="T21" fmla="*/ 240 h 280"/>
                  <a:gd name="T22" fmla="*/ 144 w 464"/>
                  <a:gd name="T23" fmla="*/ 264 h 280"/>
                  <a:gd name="T24" fmla="*/ 232 w 464"/>
                  <a:gd name="T25" fmla="*/ 280 h 280"/>
                  <a:gd name="T26" fmla="*/ 320 w 464"/>
                  <a:gd name="T27" fmla="*/ 264 h 280"/>
                  <a:gd name="T28" fmla="*/ 392 w 464"/>
                  <a:gd name="T29" fmla="*/ 240 h 280"/>
                  <a:gd name="T30" fmla="*/ 440 w 464"/>
                  <a:gd name="T31" fmla="*/ 192 h 280"/>
                  <a:gd name="T32" fmla="*/ 464 w 464"/>
                  <a:gd name="T33" fmla="*/ 136 h 2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4"/>
                  <a:gd name="T52" fmla="*/ 0 h 280"/>
                  <a:gd name="T53" fmla="*/ 464 w 464"/>
                  <a:gd name="T54" fmla="*/ 280 h 2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4" h="280">
                    <a:moveTo>
                      <a:pt x="464" y="136"/>
                    </a:moveTo>
                    <a:lnTo>
                      <a:pt x="440" y="88"/>
                    </a:lnTo>
                    <a:lnTo>
                      <a:pt x="392" y="40"/>
                    </a:lnTo>
                    <a:lnTo>
                      <a:pt x="320" y="8"/>
                    </a:lnTo>
                    <a:lnTo>
                      <a:pt x="232" y="0"/>
                    </a:lnTo>
                    <a:lnTo>
                      <a:pt x="144" y="8"/>
                    </a:lnTo>
                    <a:lnTo>
                      <a:pt x="64" y="40"/>
                    </a:lnTo>
                    <a:lnTo>
                      <a:pt x="16" y="88"/>
                    </a:lnTo>
                    <a:lnTo>
                      <a:pt x="0" y="136"/>
                    </a:lnTo>
                    <a:lnTo>
                      <a:pt x="16" y="192"/>
                    </a:lnTo>
                    <a:lnTo>
                      <a:pt x="64" y="240"/>
                    </a:lnTo>
                    <a:lnTo>
                      <a:pt x="144" y="264"/>
                    </a:lnTo>
                    <a:lnTo>
                      <a:pt x="232" y="280"/>
                    </a:lnTo>
                    <a:lnTo>
                      <a:pt x="320" y="264"/>
                    </a:lnTo>
                    <a:lnTo>
                      <a:pt x="392" y="240"/>
                    </a:lnTo>
                    <a:lnTo>
                      <a:pt x="440" y="192"/>
                    </a:lnTo>
                    <a:lnTo>
                      <a:pt x="464" y="136"/>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91" name="Freeform 396"/>
              <p:cNvSpPr>
                <a:spLocks/>
              </p:cNvSpPr>
              <p:nvPr/>
            </p:nvSpPr>
            <p:spPr bwMode="auto">
              <a:xfrm>
                <a:off x="4200" y="1185"/>
                <a:ext cx="496" cy="312"/>
              </a:xfrm>
              <a:custGeom>
                <a:avLst/>
                <a:gdLst>
                  <a:gd name="T0" fmla="*/ 440 w 496"/>
                  <a:gd name="T1" fmla="*/ 112 h 312"/>
                  <a:gd name="T2" fmla="*/ 448 w 496"/>
                  <a:gd name="T3" fmla="*/ 120 h 312"/>
                  <a:gd name="T4" fmla="*/ 400 w 496"/>
                  <a:gd name="T5" fmla="*/ 72 h 312"/>
                  <a:gd name="T6" fmla="*/ 328 w 496"/>
                  <a:gd name="T7" fmla="*/ 40 h 312"/>
                  <a:gd name="T8" fmla="*/ 336 w 496"/>
                  <a:gd name="T9" fmla="*/ 40 h 312"/>
                  <a:gd name="T10" fmla="*/ 248 w 496"/>
                  <a:gd name="T11" fmla="*/ 32 h 312"/>
                  <a:gd name="T12" fmla="*/ 160 w 496"/>
                  <a:gd name="T13" fmla="*/ 40 h 312"/>
                  <a:gd name="T14" fmla="*/ 168 w 496"/>
                  <a:gd name="T15" fmla="*/ 40 h 312"/>
                  <a:gd name="T16" fmla="*/ 96 w 496"/>
                  <a:gd name="T17" fmla="*/ 72 h 312"/>
                  <a:gd name="T18" fmla="*/ 48 w 496"/>
                  <a:gd name="T19" fmla="*/ 120 h 312"/>
                  <a:gd name="T20" fmla="*/ 48 w 496"/>
                  <a:gd name="T21" fmla="*/ 112 h 312"/>
                  <a:gd name="T22" fmla="*/ 32 w 496"/>
                  <a:gd name="T23" fmla="*/ 152 h 312"/>
                  <a:gd name="T24" fmla="*/ 48 w 496"/>
                  <a:gd name="T25" fmla="*/ 208 h 312"/>
                  <a:gd name="T26" fmla="*/ 48 w 496"/>
                  <a:gd name="T27" fmla="*/ 200 h 312"/>
                  <a:gd name="T28" fmla="*/ 88 w 496"/>
                  <a:gd name="T29" fmla="*/ 240 h 312"/>
                  <a:gd name="T30" fmla="*/ 168 w 496"/>
                  <a:gd name="T31" fmla="*/ 264 h 312"/>
                  <a:gd name="T32" fmla="*/ 168 w 496"/>
                  <a:gd name="T33" fmla="*/ 264 h 312"/>
                  <a:gd name="T34" fmla="*/ 248 w 496"/>
                  <a:gd name="T35" fmla="*/ 280 h 312"/>
                  <a:gd name="T36" fmla="*/ 336 w 496"/>
                  <a:gd name="T37" fmla="*/ 264 h 312"/>
                  <a:gd name="T38" fmla="*/ 336 w 496"/>
                  <a:gd name="T39" fmla="*/ 264 h 312"/>
                  <a:gd name="T40" fmla="*/ 400 w 496"/>
                  <a:gd name="T41" fmla="*/ 248 h 312"/>
                  <a:gd name="T42" fmla="*/ 448 w 496"/>
                  <a:gd name="T43" fmla="*/ 200 h 312"/>
                  <a:gd name="T44" fmla="*/ 440 w 496"/>
                  <a:gd name="T45" fmla="*/ 200 h 312"/>
                  <a:gd name="T46" fmla="*/ 464 w 496"/>
                  <a:gd name="T47" fmla="*/ 144 h 312"/>
                  <a:gd name="T48" fmla="*/ 496 w 496"/>
                  <a:gd name="T49" fmla="*/ 160 h 312"/>
                  <a:gd name="T50" fmla="*/ 472 w 496"/>
                  <a:gd name="T51" fmla="*/ 216 h 312"/>
                  <a:gd name="T52" fmla="*/ 424 w 496"/>
                  <a:gd name="T53" fmla="*/ 272 h 312"/>
                  <a:gd name="T54" fmla="*/ 416 w 496"/>
                  <a:gd name="T55" fmla="*/ 272 h 312"/>
                  <a:gd name="T56" fmla="*/ 344 w 496"/>
                  <a:gd name="T57" fmla="*/ 296 h 312"/>
                  <a:gd name="T58" fmla="*/ 256 w 496"/>
                  <a:gd name="T59" fmla="*/ 312 h 312"/>
                  <a:gd name="T60" fmla="*/ 248 w 496"/>
                  <a:gd name="T61" fmla="*/ 312 h 312"/>
                  <a:gd name="T62" fmla="*/ 160 w 496"/>
                  <a:gd name="T63" fmla="*/ 296 h 312"/>
                  <a:gd name="T64" fmla="*/ 80 w 496"/>
                  <a:gd name="T65" fmla="*/ 272 h 312"/>
                  <a:gd name="T66" fmla="*/ 72 w 496"/>
                  <a:gd name="T67" fmla="*/ 272 h 312"/>
                  <a:gd name="T68" fmla="*/ 24 w 496"/>
                  <a:gd name="T69" fmla="*/ 224 h 312"/>
                  <a:gd name="T70" fmla="*/ 0 w 496"/>
                  <a:gd name="T71" fmla="*/ 160 h 312"/>
                  <a:gd name="T72" fmla="*/ 0 w 496"/>
                  <a:gd name="T73" fmla="*/ 152 h 312"/>
                  <a:gd name="T74" fmla="*/ 16 w 496"/>
                  <a:gd name="T75" fmla="*/ 104 h 312"/>
                  <a:gd name="T76" fmla="*/ 72 w 496"/>
                  <a:gd name="T77" fmla="*/ 48 h 312"/>
                  <a:gd name="T78" fmla="*/ 80 w 496"/>
                  <a:gd name="T79" fmla="*/ 40 h 312"/>
                  <a:gd name="T80" fmla="*/ 160 w 496"/>
                  <a:gd name="T81" fmla="*/ 8 h 312"/>
                  <a:gd name="T82" fmla="*/ 248 w 496"/>
                  <a:gd name="T83" fmla="*/ 0 h 312"/>
                  <a:gd name="T84" fmla="*/ 248 w 496"/>
                  <a:gd name="T85" fmla="*/ 0 h 312"/>
                  <a:gd name="T86" fmla="*/ 336 w 496"/>
                  <a:gd name="T87" fmla="*/ 8 h 312"/>
                  <a:gd name="T88" fmla="*/ 416 w 496"/>
                  <a:gd name="T89" fmla="*/ 40 h 312"/>
                  <a:gd name="T90" fmla="*/ 424 w 496"/>
                  <a:gd name="T91" fmla="*/ 48 h 312"/>
                  <a:gd name="T92" fmla="*/ 472 w 496"/>
                  <a:gd name="T93" fmla="*/ 96 h 312"/>
                  <a:gd name="T94" fmla="*/ 496 w 496"/>
                  <a:gd name="T95" fmla="*/ 144 h 31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96"/>
                  <a:gd name="T145" fmla="*/ 0 h 312"/>
                  <a:gd name="T146" fmla="*/ 496 w 496"/>
                  <a:gd name="T147" fmla="*/ 312 h 31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96" h="312">
                    <a:moveTo>
                      <a:pt x="464" y="160"/>
                    </a:moveTo>
                    <a:lnTo>
                      <a:pt x="440" y="112"/>
                    </a:lnTo>
                    <a:lnTo>
                      <a:pt x="448" y="120"/>
                    </a:lnTo>
                    <a:lnTo>
                      <a:pt x="400" y="72"/>
                    </a:lnTo>
                    <a:lnTo>
                      <a:pt x="328" y="40"/>
                    </a:lnTo>
                    <a:lnTo>
                      <a:pt x="336" y="40"/>
                    </a:lnTo>
                    <a:lnTo>
                      <a:pt x="248" y="32"/>
                    </a:lnTo>
                    <a:lnTo>
                      <a:pt x="160" y="40"/>
                    </a:lnTo>
                    <a:lnTo>
                      <a:pt x="168" y="40"/>
                    </a:lnTo>
                    <a:lnTo>
                      <a:pt x="88" y="72"/>
                    </a:lnTo>
                    <a:lnTo>
                      <a:pt x="96" y="72"/>
                    </a:lnTo>
                    <a:lnTo>
                      <a:pt x="48" y="120"/>
                    </a:lnTo>
                    <a:lnTo>
                      <a:pt x="48" y="112"/>
                    </a:lnTo>
                    <a:lnTo>
                      <a:pt x="32" y="160"/>
                    </a:lnTo>
                    <a:lnTo>
                      <a:pt x="32" y="152"/>
                    </a:lnTo>
                    <a:lnTo>
                      <a:pt x="48" y="208"/>
                    </a:lnTo>
                    <a:lnTo>
                      <a:pt x="48" y="200"/>
                    </a:lnTo>
                    <a:lnTo>
                      <a:pt x="96" y="248"/>
                    </a:lnTo>
                    <a:lnTo>
                      <a:pt x="88" y="240"/>
                    </a:lnTo>
                    <a:lnTo>
                      <a:pt x="168" y="264"/>
                    </a:lnTo>
                    <a:lnTo>
                      <a:pt x="256" y="280"/>
                    </a:lnTo>
                    <a:lnTo>
                      <a:pt x="248" y="280"/>
                    </a:lnTo>
                    <a:lnTo>
                      <a:pt x="336" y="264"/>
                    </a:lnTo>
                    <a:lnTo>
                      <a:pt x="408" y="240"/>
                    </a:lnTo>
                    <a:lnTo>
                      <a:pt x="400" y="248"/>
                    </a:lnTo>
                    <a:lnTo>
                      <a:pt x="448" y="200"/>
                    </a:lnTo>
                    <a:lnTo>
                      <a:pt x="440" y="200"/>
                    </a:lnTo>
                    <a:lnTo>
                      <a:pt x="464" y="144"/>
                    </a:lnTo>
                    <a:lnTo>
                      <a:pt x="496" y="160"/>
                    </a:lnTo>
                    <a:lnTo>
                      <a:pt x="472" y="216"/>
                    </a:lnTo>
                    <a:lnTo>
                      <a:pt x="472" y="224"/>
                    </a:lnTo>
                    <a:lnTo>
                      <a:pt x="424" y="272"/>
                    </a:lnTo>
                    <a:lnTo>
                      <a:pt x="416" y="272"/>
                    </a:lnTo>
                    <a:lnTo>
                      <a:pt x="344" y="296"/>
                    </a:lnTo>
                    <a:lnTo>
                      <a:pt x="256" y="312"/>
                    </a:lnTo>
                    <a:lnTo>
                      <a:pt x="248" y="312"/>
                    </a:lnTo>
                    <a:lnTo>
                      <a:pt x="160" y="296"/>
                    </a:lnTo>
                    <a:lnTo>
                      <a:pt x="80" y="272"/>
                    </a:lnTo>
                    <a:lnTo>
                      <a:pt x="72" y="272"/>
                    </a:lnTo>
                    <a:lnTo>
                      <a:pt x="24" y="224"/>
                    </a:lnTo>
                    <a:lnTo>
                      <a:pt x="16" y="216"/>
                    </a:lnTo>
                    <a:lnTo>
                      <a:pt x="0" y="160"/>
                    </a:lnTo>
                    <a:lnTo>
                      <a:pt x="0" y="152"/>
                    </a:lnTo>
                    <a:lnTo>
                      <a:pt x="16" y="104"/>
                    </a:lnTo>
                    <a:lnTo>
                      <a:pt x="24" y="96"/>
                    </a:lnTo>
                    <a:lnTo>
                      <a:pt x="72" y="48"/>
                    </a:lnTo>
                    <a:lnTo>
                      <a:pt x="80" y="40"/>
                    </a:lnTo>
                    <a:lnTo>
                      <a:pt x="160" y="8"/>
                    </a:lnTo>
                    <a:lnTo>
                      <a:pt x="248" y="0"/>
                    </a:lnTo>
                    <a:lnTo>
                      <a:pt x="336" y="8"/>
                    </a:lnTo>
                    <a:lnTo>
                      <a:pt x="344" y="8"/>
                    </a:lnTo>
                    <a:lnTo>
                      <a:pt x="416" y="40"/>
                    </a:lnTo>
                    <a:lnTo>
                      <a:pt x="424" y="48"/>
                    </a:lnTo>
                    <a:lnTo>
                      <a:pt x="472" y="96"/>
                    </a:lnTo>
                    <a:lnTo>
                      <a:pt x="496" y="144"/>
                    </a:lnTo>
                    <a:lnTo>
                      <a:pt x="464" y="16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92" name="Freeform 397"/>
              <p:cNvSpPr>
                <a:spLocks/>
              </p:cNvSpPr>
              <p:nvPr/>
            </p:nvSpPr>
            <p:spPr bwMode="auto">
              <a:xfrm>
                <a:off x="4664" y="1329"/>
                <a:ext cx="32" cy="16"/>
              </a:xfrm>
              <a:custGeom>
                <a:avLst/>
                <a:gdLst>
                  <a:gd name="T0" fmla="*/ 0 w 32"/>
                  <a:gd name="T1" fmla="*/ 0 h 16"/>
                  <a:gd name="T2" fmla="*/ 0 w 32"/>
                  <a:gd name="T3" fmla="*/ 0 h 16"/>
                  <a:gd name="T4" fmla="*/ 0 w 32"/>
                  <a:gd name="T5" fmla="*/ 16 h 16"/>
                  <a:gd name="T6" fmla="*/ 32 w 32"/>
                  <a:gd name="T7" fmla="*/ 0 h 16"/>
                  <a:gd name="T8" fmla="*/ 32 w 32"/>
                  <a:gd name="T9" fmla="*/ 16 h 16"/>
                  <a:gd name="T10" fmla="*/ 32 w 32"/>
                  <a:gd name="T11" fmla="*/ 16 h 16"/>
                  <a:gd name="T12" fmla="*/ 0 w 32"/>
                  <a:gd name="T13" fmla="*/ 0 h 16"/>
                  <a:gd name="T14" fmla="*/ 0 60000 65536"/>
                  <a:gd name="T15" fmla="*/ 0 60000 65536"/>
                  <a:gd name="T16" fmla="*/ 0 60000 65536"/>
                  <a:gd name="T17" fmla="*/ 0 60000 65536"/>
                  <a:gd name="T18" fmla="*/ 0 60000 65536"/>
                  <a:gd name="T19" fmla="*/ 0 60000 65536"/>
                  <a:gd name="T20" fmla="*/ 0 60000 65536"/>
                  <a:gd name="T21" fmla="*/ 0 w 32"/>
                  <a:gd name="T22" fmla="*/ 0 h 16"/>
                  <a:gd name="T23" fmla="*/ 32 w 32"/>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6">
                    <a:moveTo>
                      <a:pt x="0" y="0"/>
                    </a:moveTo>
                    <a:lnTo>
                      <a:pt x="0" y="0"/>
                    </a:lnTo>
                    <a:lnTo>
                      <a:pt x="0" y="16"/>
                    </a:lnTo>
                    <a:lnTo>
                      <a:pt x="32" y="0"/>
                    </a:lnTo>
                    <a:lnTo>
                      <a:pt x="32" y="16"/>
                    </a:lnTo>
                    <a:lnTo>
                      <a:pt x="0" y="0"/>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tr-TR"/>
              </a:p>
            </p:txBody>
          </p:sp>
          <p:sp>
            <p:nvSpPr>
              <p:cNvPr id="46493" name="Rectangle 398"/>
              <p:cNvSpPr>
                <a:spLocks noChangeArrowheads="1"/>
              </p:cNvSpPr>
              <p:nvPr/>
            </p:nvSpPr>
            <p:spPr bwMode="auto">
              <a:xfrm>
                <a:off x="4323" y="1257"/>
                <a:ext cx="35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PVD</a:t>
                </a:r>
                <a:endParaRPr lang="en-US" altLang="zh-TW" sz="1800"/>
              </a:p>
            </p:txBody>
          </p:sp>
          <p:sp>
            <p:nvSpPr>
              <p:cNvPr id="46494" name="Rectangle 399"/>
              <p:cNvSpPr>
                <a:spLocks noChangeArrowheads="1"/>
              </p:cNvSpPr>
              <p:nvPr/>
            </p:nvSpPr>
            <p:spPr bwMode="auto">
              <a:xfrm>
                <a:off x="3686" y="865"/>
                <a:ext cx="26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867</a:t>
                </a:r>
                <a:endParaRPr lang="en-US" altLang="zh-TW" sz="1800"/>
              </a:p>
            </p:txBody>
          </p:sp>
          <p:sp>
            <p:nvSpPr>
              <p:cNvPr id="46495" name="Rectangle 400"/>
              <p:cNvSpPr>
                <a:spLocks noChangeArrowheads="1"/>
              </p:cNvSpPr>
              <p:nvPr/>
            </p:nvSpPr>
            <p:spPr bwMode="auto">
              <a:xfrm>
                <a:off x="2335" y="728"/>
                <a:ext cx="3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00"/>
                    </a:solidFill>
                    <a:latin typeface="Times" panose="02020603050405020304" pitchFamily="18" charset="0"/>
                  </a:rPr>
                  <a:t>2704</a:t>
                </a:r>
                <a:endParaRPr lang="en-US" altLang="zh-TW" sz="1800"/>
              </a:p>
            </p:txBody>
          </p:sp>
          <p:sp>
            <p:nvSpPr>
              <p:cNvPr id="46496" name="Rectangle 401"/>
              <p:cNvSpPr>
                <a:spLocks noChangeArrowheads="1"/>
              </p:cNvSpPr>
              <p:nvPr/>
            </p:nvSpPr>
            <p:spPr bwMode="auto">
              <a:xfrm>
                <a:off x="4030" y="1449"/>
                <a:ext cx="26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187</a:t>
                </a:r>
                <a:endParaRPr lang="en-US" altLang="zh-TW" sz="1800"/>
              </a:p>
            </p:txBody>
          </p:sp>
          <p:sp>
            <p:nvSpPr>
              <p:cNvPr id="46497" name="Rectangle 402"/>
              <p:cNvSpPr>
                <a:spLocks noChangeArrowheads="1"/>
              </p:cNvSpPr>
              <p:nvPr/>
            </p:nvSpPr>
            <p:spPr bwMode="auto">
              <a:xfrm>
                <a:off x="4664" y="2001"/>
                <a:ext cx="3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00"/>
                    </a:solidFill>
                    <a:latin typeface="Times" panose="02020603050405020304" pitchFamily="18" charset="0"/>
                  </a:rPr>
                  <a:t>1258</a:t>
                </a:r>
                <a:endParaRPr lang="en-US" altLang="zh-TW" sz="1800"/>
              </a:p>
            </p:txBody>
          </p:sp>
          <p:sp>
            <p:nvSpPr>
              <p:cNvPr id="46498" name="Rectangle 403"/>
              <p:cNvSpPr>
                <a:spLocks noChangeArrowheads="1"/>
              </p:cNvSpPr>
              <p:nvPr/>
            </p:nvSpPr>
            <p:spPr bwMode="auto">
              <a:xfrm>
                <a:off x="3542" y="1217"/>
                <a:ext cx="26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849</a:t>
                </a:r>
                <a:endParaRPr lang="en-US" altLang="zh-TW" sz="1800"/>
              </a:p>
            </p:txBody>
          </p:sp>
        </p:grpSp>
        <p:sp>
          <p:nvSpPr>
            <p:cNvPr id="46285" name="Rectangle 404"/>
            <p:cNvSpPr>
              <a:spLocks noChangeArrowheads="1"/>
            </p:cNvSpPr>
            <p:nvPr/>
          </p:nvSpPr>
          <p:spPr bwMode="auto">
            <a:xfrm>
              <a:off x="6981825" y="2592388"/>
              <a:ext cx="424443"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144</a:t>
              </a:r>
              <a:endParaRPr lang="en-US" altLang="zh-TW" sz="1800"/>
            </a:p>
          </p:txBody>
        </p:sp>
        <p:sp>
          <p:nvSpPr>
            <p:cNvPr id="46286" name="Rectangle 405"/>
            <p:cNvSpPr>
              <a:spLocks noChangeArrowheads="1"/>
            </p:cNvSpPr>
            <p:nvPr/>
          </p:nvSpPr>
          <p:spPr bwMode="auto">
            <a:xfrm>
              <a:off x="5254625" y="2566988"/>
              <a:ext cx="424443"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740</a:t>
              </a:r>
              <a:endParaRPr lang="en-US" altLang="zh-TW" sz="1800"/>
            </a:p>
          </p:txBody>
        </p:sp>
        <p:sp>
          <p:nvSpPr>
            <p:cNvPr id="46287" name="Rectangle 406"/>
            <p:cNvSpPr>
              <a:spLocks noChangeArrowheads="1"/>
            </p:cNvSpPr>
            <p:nvPr/>
          </p:nvSpPr>
          <p:spPr bwMode="auto">
            <a:xfrm>
              <a:off x="4545013" y="3800475"/>
              <a:ext cx="565923"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00"/>
                  </a:solidFill>
                  <a:latin typeface="Times" panose="02020603050405020304" pitchFamily="18" charset="0"/>
                </a:rPr>
                <a:t>1391</a:t>
              </a:r>
              <a:endParaRPr lang="en-US" altLang="zh-TW" sz="1800"/>
            </a:p>
          </p:txBody>
        </p:sp>
        <p:sp>
          <p:nvSpPr>
            <p:cNvPr id="46288" name="Rectangle 407"/>
            <p:cNvSpPr>
              <a:spLocks noChangeArrowheads="1"/>
            </p:cNvSpPr>
            <p:nvPr/>
          </p:nvSpPr>
          <p:spPr bwMode="auto">
            <a:xfrm>
              <a:off x="6080125" y="3227388"/>
              <a:ext cx="424443"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184</a:t>
              </a:r>
              <a:endParaRPr lang="en-US" altLang="zh-TW" sz="1800"/>
            </a:p>
          </p:txBody>
        </p:sp>
        <p:sp>
          <p:nvSpPr>
            <p:cNvPr id="46289" name="Rectangle 408"/>
            <p:cNvSpPr>
              <a:spLocks noChangeArrowheads="1"/>
            </p:cNvSpPr>
            <p:nvPr/>
          </p:nvSpPr>
          <p:spPr bwMode="auto">
            <a:xfrm>
              <a:off x="6130925" y="4625974"/>
              <a:ext cx="424443"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946</a:t>
              </a:r>
              <a:endParaRPr lang="en-US" altLang="zh-TW" sz="1800"/>
            </a:p>
          </p:txBody>
        </p:sp>
        <p:sp>
          <p:nvSpPr>
            <p:cNvPr id="46290" name="Rectangle 409"/>
            <p:cNvSpPr>
              <a:spLocks noChangeArrowheads="1"/>
            </p:cNvSpPr>
            <p:nvPr/>
          </p:nvSpPr>
          <p:spPr bwMode="auto">
            <a:xfrm>
              <a:off x="6527800" y="4232276"/>
              <a:ext cx="565923"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1090</a:t>
              </a:r>
              <a:endParaRPr lang="en-US" altLang="zh-TW" sz="1800"/>
            </a:p>
          </p:txBody>
        </p:sp>
        <p:sp>
          <p:nvSpPr>
            <p:cNvPr id="46291" name="Rectangle 410"/>
            <p:cNvSpPr>
              <a:spLocks noChangeArrowheads="1"/>
            </p:cNvSpPr>
            <p:nvPr/>
          </p:nvSpPr>
          <p:spPr bwMode="auto">
            <a:xfrm>
              <a:off x="4405313" y="5311775"/>
              <a:ext cx="555424"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1121</a:t>
              </a:r>
              <a:endParaRPr lang="en-US" altLang="zh-TW" sz="1800"/>
            </a:p>
          </p:txBody>
        </p:sp>
        <p:sp>
          <p:nvSpPr>
            <p:cNvPr id="46292" name="Rectangle 411"/>
            <p:cNvSpPr>
              <a:spLocks noChangeArrowheads="1"/>
            </p:cNvSpPr>
            <p:nvPr/>
          </p:nvSpPr>
          <p:spPr bwMode="auto">
            <a:xfrm>
              <a:off x="3389313" y="5948364"/>
              <a:ext cx="565923"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00"/>
                  </a:solidFill>
                  <a:latin typeface="Times" panose="02020603050405020304" pitchFamily="18" charset="0"/>
                </a:rPr>
                <a:t>2342</a:t>
              </a:r>
              <a:endParaRPr lang="en-US" altLang="zh-TW" sz="1800"/>
            </a:p>
          </p:txBody>
        </p:sp>
        <p:sp>
          <p:nvSpPr>
            <p:cNvPr id="46293" name="Rectangle 412"/>
            <p:cNvSpPr>
              <a:spLocks noChangeArrowheads="1"/>
            </p:cNvSpPr>
            <p:nvPr/>
          </p:nvSpPr>
          <p:spPr bwMode="auto">
            <a:xfrm>
              <a:off x="2767012" y="2820988"/>
              <a:ext cx="565923"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00"/>
                  </a:solidFill>
                  <a:latin typeface="Times" panose="02020603050405020304" pitchFamily="18" charset="0"/>
                </a:rPr>
                <a:t>1846</a:t>
              </a:r>
              <a:endParaRPr lang="en-US" altLang="zh-TW" sz="1800"/>
            </a:p>
          </p:txBody>
        </p:sp>
        <p:sp>
          <p:nvSpPr>
            <p:cNvPr id="46294" name="Rectangle 413"/>
            <p:cNvSpPr>
              <a:spLocks noChangeArrowheads="1"/>
            </p:cNvSpPr>
            <p:nvPr/>
          </p:nvSpPr>
          <p:spPr bwMode="auto">
            <a:xfrm>
              <a:off x="4924425" y="2884487"/>
              <a:ext cx="424443"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621</a:t>
              </a:r>
              <a:endParaRPr lang="en-US" altLang="zh-TW" sz="1800"/>
            </a:p>
          </p:txBody>
        </p:sp>
        <p:sp>
          <p:nvSpPr>
            <p:cNvPr id="46295" name="Rectangle 414"/>
            <p:cNvSpPr>
              <a:spLocks noChangeArrowheads="1"/>
            </p:cNvSpPr>
            <p:nvPr/>
          </p:nvSpPr>
          <p:spPr bwMode="auto">
            <a:xfrm>
              <a:off x="3944938" y="3379788"/>
              <a:ext cx="424443"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802</a:t>
              </a:r>
              <a:endParaRPr lang="en-US" altLang="zh-TW" sz="1800"/>
            </a:p>
          </p:txBody>
        </p:sp>
        <p:sp>
          <p:nvSpPr>
            <p:cNvPr id="46296" name="Rectangle 415"/>
            <p:cNvSpPr>
              <a:spLocks noChangeArrowheads="1"/>
            </p:cNvSpPr>
            <p:nvPr/>
          </p:nvSpPr>
          <p:spPr bwMode="auto">
            <a:xfrm>
              <a:off x="2030413" y="4003675"/>
              <a:ext cx="565923"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00"/>
                  </a:solidFill>
                  <a:latin typeface="Times" panose="02020603050405020304" pitchFamily="18" charset="0"/>
                </a:rPr>
                <a:t>1464</a:t>
              </a:r>
              <a:endParaRPr lang="en-US" altLang="zh-TW" sz="1800"/>
            </a:p>
          </p:txBody>
        </p:sp>
        <p:sp>
          <p:nvSpPr>
            <p:cNvPr id="46297" name="Rectangle 416"/>
            <p:cNvSpPr>
              <a:spLocks noChangeArrowheads="1"/>
            </p:cNvSpPr>
            <p:nvPr/>
          </p:nvSpPr>
          <p:spPr bwMode="auto">
            <a:xfrm>
              <a:off x="2119313" y="4867275"/>
              <a:ext cx="565923"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1235</a:t>
              </a:r>
              <a:endParaRPr lang="en-US" altLang="zh-TW" sz="1800"/>
            </a:p>
          </p:txBody>
        </p:sp>
        <p:sp>
          <p:nvSpPr>
            <p:cNvPr id="46298" name="Rectangle 417"/>
            <p:cNvSpPr>
              <a:spLocks noChangeArrowheads="1"/>
            </p:cNvSpPr>
            <p:nvPr/>
          </p:nvSpPr>
          <p:spPr bwMode="auto">
            <a:xfrm>
              <a:off x="1201738" y="4181475"/>
              <a:ext cx="424443" cy="33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900">
                  <a:solidFill>
                    <a:srgbClr val="0000FF"/>
                  </a:solidFill>
                  <a:latin typeface="Times" panose="02020603050405020304" pitchFamily="18" charset="0"/>
                </a:rPr>
                <a:t>337</a:t>
              </a:r>
              <a:endParaRPr lang="en-US" altLang="zh-TW" sz="1800"/>
            </a:p>
          </p:txBody>
        </p:sp>
      </p:grpSp>
    </p:spTree>
    <p:extLst>
      <p:ext uri="{BB962C8B-B14F-4D97-AF65-F5344CB8AC3E}">
        <p14:creationId xmlns:p14="http://schemas.microsoft.com/office/powerpoint/2010/main" val="24458153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lstStyle/>
          <a:p>
            <a:endParaRPr lang="tr-TR"/>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73</a:t>
            </a:fld>
            <a:endParaRPr lang="en-US" dirty="0"/>
          </a:p>
        </p:txBody>
      </p:sp>
    </p:spTree>
    <p:extLst>
      <p:ext uri="{BB962C8B-B14F-4D97-AF65-F5344CB8AC3E}">
        <p14:creationId xmlns:p14="http://schemas.microsoft.com/office/powerpoint/2010/main" val="164127582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Küme İşleçleri</a:t>
            </a:r>
          </a:p>
        </p:txBody>
      </p:sp>
      <p:sp>
        <p:nvSpPr>
          <p:cNvPr id="3" name="Content Placeholder 2"/>
          <p:cNvSpPr>
            <a:spLocks noGrp="1"/>
          </p:cNvSpPr>
          <p:nvPr>
            <p:ph idx="1"/>
          </p:nvPr>
        </p:nvSpPr>
        <p:spPr/>
        <p:txBody>
          <a:bodyPr/>
          <a:lstStyle/>
          <a:p>
            <a:r>
              <a:rPr lang="tr-TR" b="1" dirty="0"/>
              <a:t>Birleştirme (</a:t>
            </a:r>
            <a:r>
              <a:rPr lang="tr-TR" b="1" dirty="0" err="1"/>
              <a:t>Union</a:t>
            </a:r>
            <a:r>
              <a:rPr lang="tr-TR" b="1" dirty="0"/>
              <a:t>): </a:t>
            </a:r>
            <a:r>
              <a:rPr lang="tr-TR" dirty="0"/>
              <a:t>İki </a:t>
            </a:r>
            <a:r>
              <a:rPr lang="tr-TR" dirty="0" smtClean="0"/>
              <a:t>kümenin elemanlarından bir küme oluşturur.</a:t>
            </a:r>
            <a:endParaRPr lang="tr-TR" dirty="0"/>
          </a:p>
          <a:p>
            <a:r>
              <a:rPr lang="tr-TR" b="1" dirty="0"/>
              <a:t>Kesişim (</a:t>
            </a:r>
            <a:r>
              <a:rPr lang="tr-TR" b="1" dirty="0" err="1"/>
              <a:t>Intersection</a:t>
            </a:r>
            <a:r>
              <a:rPr lang="tr-TR" b="1" dirty="0"/>
              <a:t>): </a:t>
            </a:r>
            <a:r>
              <a:rPr lang="tr-TR" dirty="0"/>
              <a:t>İki kümenin </a:t>
            </a:r>
            <a:r>
              <a:rPr lang="tr-TR" dirty="0" smtClean="0"/>
              <a:t>ortak elemanlarından bir küme oluşturur.</a:t>
            </a:r>
            <a:endParaRPr lang="tr-TR" dirty="0"/>
          </a:p>
          <a:p>
            <a:r>
              <a:rPr lang="tr-TR" b="1" dirty="0"/>
              <a:t>Fark (</a:t>
            </a:r>
            <a:r>
              <a:rPr lang="tr-TR" b="1" dirty="0" err="1"/>
              <a:t>Difference</a:t>
            </a:r>
            <a:r>
              <a:rPr lang="tr-TR" b="1" dirty="0"/>
              <a:t>): </a:t>
            </a:r>
            <a:r>
              <a:rPr lang="tr-TR" dirty="0" smtClean="0"/>
              <a:t>Bir kümenin diğer kümede </a:t>
            </a:r>
            <a:r>
              <a:rPr lang="tr-TR" dirty="0"/>
              <a:t>olmayan elemanlarından </a:t>
            </a:r>
            <a:r>
              <a:rPr lang="tr-TR" dirty="0" smtClean="0"/>
              <a:t>bir küme oluşturur.</a:t>
            </a:r>
            <a:endParaRPr lang="tr-TR" dirty="0"/>
          </a:p>
          <a:p>
            <a:r>
              <a:rPr lang="tr-TR" b="1" dirty="0"/>
              <a:t>Alt küme (</a:t>
            </a:r>
            <a:r>
              <a:rPr lang="tr-TR" b="1" dirty="0" err="1"/>
              <a:t>Subset</a:t>
            </a:r>
            <a:r>
              <a:rPr lang="tr-TR" b="1" dirty="0"/>
              <a:t>): </a:t>
            </a:r>
            <a:r>
              <a:rPr lang="tr-TR" dirty="0" smtClean="0"/>
              <a:t>Bir kümenin diğer bir kümenin </a:t>
            </a:r>
            <a:r>
              <a:rPr lang="tr-TR" dirty="0"/>
              <a:t>alt kümesi olup </a:t>
            </a:r>
            <a:r>
              <a:rPr lang="tr-TR" dirty="0" smtClean="0"/>
              <a:t>olmadığını söyler.</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74</a:t>
            </a:fld>
            <a:endParaRPr lang="en-US" dirty="0"/>
          </a:p>
        </p:txBody>
      </p:sp>
    </p:spTree>
    <p:extLst>
      <p:ext uri="{BB962C8B-B14F-4D97-AF65-F5344CB8AC3E}">
        <p14:creationId xmlns:p14="http://schemas.microsoft.com/office/powerpoint/2010/main" val="153933830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Kümelerin Gösterimi</a:t>
            </a:r>
          </a:p>
        </p:txBody>
      </p:sp>
      <p:sp>
        <p:nvSpPr>
          <p:cNvPr id="3" name="Content Placeholder 2"/>
          <p:cNvSpPr>
            <a:spLocks noGrp="1"/>
          </p:cNvSpPr>
          <p:nvPr>
            <p:ph idx="1"/>
          </p:nvPr>
        </p:nvSpPr>
        <p:spPr/>
        <p:txBody>
          <a:bodyPr/>
          <a:lstStyle/>
          <a:p>
            <a:r>
              <a:rPr lang="pt-BR" b="1" dirty="0"/>
              <a:t>A</a:t>
            </a:r>
            <a:r>
              <a:rPr lang="pt-BR" dirty="0"/>
              <a:t> = {1, 2, 3, 4, 5}</a:t>
            </a:r>
          </a:p>
          <a:p>
            <a:r>
              <a:rPr lang="pt-BR" b="1" dirty="0"/>
              <a:t>B</a:t>
            </a:r>
            <a:r>
              <a:rPr lang="pt-BR" dirty="0"/>
              <a:t> = {3, 4, 5, 6, 7</a:t>
            </a:r>
            <a:r>
              <a:rPr lang="pt-BR" dirty="0" smtClean="0"/>
              <a:t>}</a:t>
            </a:r>
            <a:endParaRPr lang="tr-TR" dirty="0" smtClean="0"/>
          </a:p>
          <a:p>
            <a:r>
              <a:rPr lang="tr-TR" b="1" dirty="0"/>
              <a:t>Birleştirme</a:t>
            </a:r>
            <a:r>
              <a:rPr lang="tr-TR" dirty="0"/>
              <a:t>: A ∪ B = {1, 2, 3, 4, 5, 6, 7}</a:t>
            </a:r>
          </a:p>
          <a:p>
            <a:r>
              <a:rPr lang="tr-TR" b="1" dirty="0"/>
              <a:t>Kesişim</a:t>
            </a:r>
            <a:r>
              <a:rPr lang="tr-TR" dirty="0"/>
              <a:t>: A ∩ B = {3, 4, 5}</a:t>
            </a:r>
          </a:p>
          <a:p>
            <a:r>
              <a:rPr lang="tr-TR" b="1" dirty="0"/>
              <a:t>Fark</a:t>
            </a:r>
            <a:r>
              <a:rPr lang="tr-TR" dirty="0"/>
              <a:t>: A - B = {1, 2}</a:t>
            </a:r>
          </a:p>
          <a:p>
            <a:r>
              <a:rPr lang="tr-TR" b="1" dirty="0"/>
              <a:t>Alt küme</a:t>
            </a:r>
            <a:r>
              <a:rPr lang="tr-TR" dirty="0"/>
              <a:t>: A ⊆ B (A, B'nin alt kümesi değildir)</a:t>
            </a:r>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75</a:t>
            </a:fld>
            <a:endParaRPr lang="en-US" dirty="0"/>
          </a:p>
        </p:txBody>
      </p:sp>
    </p:spTree>
    <p:extLst>
      <p:ext uri="{BB962C8B-B14F-4D97-AF65-F5344CB8AC3E}">
        <p14:creationId xmlns:p14="http://schemas.microsoft.com/office/powerpoint/2010/main" val="222195041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java.util.Set</a:t>
            </a:r>
            <a:r>
              <a:rPr lang="tr-TR" dirty="0"/>
              <a:t> </a:t>
            </a:r>
            <a:r>
              <a:rPr lang="tr-TR" dirty="0" err="1" smtClean="0"/>
              <a:t>Arayüzü</a:t>
            </a:r>
            <a:r>
              <a:rPr lang="tr-TR" dirty="0" smtClean="0"/>
              <a:t> </a:t>
            </a:r>
            <a:r>
              <a:rPr lang="tr-TR" dirty="0" err="1"/>
              <a:t>Metodları</a:t>
            </a:r>
            <a:endParaRPr lang="tr-TR" dirty="0"/>
          </a:p>
        </p:txBody>
      </p:sp>
      <p:sp>
        <p:nvSpPr>
          <p:cNvPr id="3" name="Content Placeholder 2"/>
          <p:cNvSpPr>
            <a:spLocks noGrp="1"/>
          </p:cNvSpPr>
          <p:nvPr>
            <p:ph idx="1"/>
          </p:nvPr>
        </p:nvSpPr>
        <p:spPr/>
        <p:txBody>
          <a:bodyPr/>
          <a:lstStyle/>
          <a:p>
            <a:r>
              <a:rPr lang="tr-TR" b="1" dirty="0" err="1"/>
              <a:t>add</a:t>
            </a:r>
            <a:r>
              <a:rPr lang="tr-TR" b="1" dirty="0"/>
              <a:t>(E eleman): </a:t>
            </a:r>
            <a:r>
              <a:rPr lang="tr-TR" dirty="0"/>
              <a:t>Belirtilen elemanı kümeye ekler.</a:t>
            </a:r>
          </a:p>
          <a:p>
            <a:r>
              <a:rPr lang="tr-TR" b="1" dirty="0" err="1"/>
              <a:t>remove</a:t>
            </a:r>
            <a:r>
              <a:rPr lang="tr-TR" b="1" dirty="0"/>
              <a:t>(Object eleman): </a:t>
            </a:r>
            <a:r>
              <a:rPr lang="tr-TR" dirty="0"/>
              <a:t>Belirtilen elemanı kümeden </a:t>
            </a:r>
            <a:r>
              <a:rPr lang="tr-TR" dirty="0" smtClean="0"/>
              <a:t>çıkarır.</a:t>
            </a:r>
            <a:endParaRPr lang="tr-TR" dirty="0"/>
          </a:p>
          <a:p>
            <a:r>
              <a:rPr lang="tr-TR" b="1" dirty="0" err="1"/>
              <a:t>contains</a:t>
            </a:r>
            <a:r>
              <a:rPr lang="tr-TR" b="1" dirty="0"/>
              <a:t>(Object eleman): </a:t>
            </a:r>
            <a:r>
              <a:rPr lang="tr-TR" dirty="0" smtClean="0"/>
              <a:t>Elemanın kümede olup olmadığını döndürür.</a:t>
            </a:r>
            <a:endParaRPr lang="tr-TR" dirty="0"/>
          </a:p>
          <a:p>
            <a:r>
              <a:rPr lang="tr-TR" b="1" dirty="0"/>
              <a:t>size(): </a:t>
            </a:r>
            <a:r>
              <a:rPr lang="tr-TR" dirty="0"/>
              <a:t>Kümenin eleman sayısını döndürür.</a:t>
            </a:r>
          </a:p>
          <a:p>
            <a:r>
              <a:rPr lang="tr-TR" b="1" dirty="0" err="1"/>
              <a:t>isEmpty</a:t>
            </a:r>
            <a:r>
              <a:rPr lang="tr-TR" b="1" dirty="0"/>
              <a:t>(): </a:t>
            </a:r>
            <a:r>
              <a:rPr lang="tr-TR" dirty="0" smtClean="0"/>
              <a:t>Kümenin boş olup olmadığını söyler.</a:t>
            </a:r>
            <a:endParaRPr lang="tr-TR" dirty="0"/>
          </a:p>
          <a:p>
            <a:r>
              <a:rPr lang="tr-TR" b="1" dirty="0" err="1"/>
              <a:t>clear</a:t>
            </a:r>
            <a:r>
              <a:rPr lang="tr-TR" b="1" dirty="0"/>
              <a:t>(): </a:t>
            </a:r>
            <a:r>
              <a:rPr lang="tr-TR" dirty="0" smtClean="0"/>
              <a:t>Kümeden </a:t>
            </a:r>
            <a:r>
              <a:rPr lang="tr-TR" dirty="0"/>
              <a:t>tüm elemanları </a:t>
            </a:r>
            <a:r>
              <a:rPr lang="tr-TR" dirty="0" smtClean="0"/>
              <a:t>çıkarır</a:t>
            </a:r>
            <a:r>
              <a:rPr lang="tr-TR" dirty="0" smtClean="0"/>
              <a:t>.</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76</a:t>
            </a:fld>
            <a:endParaRPr lang="en-US" dirty="0"/>
          </a:p>
        </p:txBody>
      </p:sp>
    </p:spTree>
    <p:extLst>
      <p:ext uri="{BB962C8B-B14F-4D97-AF65-F5344CB8AC3E}">
        <p14:creationId xmlns:p14="http://schemas.microsoft.com/office/powerpoint/2010/main" val="911912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java.util.Set</a:t>
            </a:r>
            <a:r>
              <a:rPr lang="tr-TR" dirty="0"/>
              <a:t> </a:t>
            </a:r>
            <a:r>
              <a:rPr lang="tr-TR" dirty="0" err="1" smtClean="0"/>
              <a:t>Arayüzü</a:t>
            </a:r>
            <a:r>
              <a:rPr lang="tr-TR" dirty="0" smtClean="0"/>
              <a:t> Uygulamaları</a:t>
            </a:r>
            <a:endParaRPr lang="tr-TR" dirty="0"/>
          </a:p>
        </p:txBody>
      </p:sp>
      <p:sp>
        <p:nvSpPr>
          <p:cNvPr id="3" name="Content Placeholder 2"/>
          <p:cNvSpPr>
            <a:spLocks noGrp="1"/>
          </p:cNvSpPr>
          <p:nvPr>
            <p:ph idx="1"/>
          </p:nvPr>
        </p:nvSpPr>
        <p:spPr/>
        <p:txBody>
          <a:bodyPr/>
          <a:lstStyle/>
          <a:p>
            <a:r>
              <a:rPr lang="tr-TR" b="1" dirty="0" err="1"/>
              <a:t>HashSet</a:t>
            </a:r>
            <a:r>
              <a:rPr lang="tr-TR" dirty="0"/>
              <a:t>: </a:t>
            </a:r>
            <a:r>
              <a:rPr lang="tr-TR" dirty="0" smtClean="0"/>
              <a:t>Elemanları </a:t>
            </a:r>
            <a:r>
              <a:rPr lang="tr-TR" dirty="0" err="1" smtClean="0"/>
              <a:t>hash</a:t>
            </a:r>
            <a:r>
              <a:rPr lang="tr-TR" dirty="0" smtClean="0"/>
              <a:t> fonksiyonu çıktısına göre bir sırada saklar</a:t>
            </a:r>
            <a:r>
              <a:rPr lang="tr-TR" dirty="0" smtClean="0"/>
              <a:t>.</a:t>
            </a:r>
            <a:endParaRPr lang="tr-TR" dirty="0"/>
          </a:p>
          <a:p>
            <a:r>
              <a:rPr lang="tr-TR" b="1" dirty="0" err="1"/>
              <a:t>LinkedHashSet</a:t>
            </a:r>
            <a:r>
              <a:rPr lang="tr-TR" dirty="0"/>
              <a:t>: </a:t>
            </a:r>
            <a:r>
              <a:rPr lang="tr-TR" dirty="0" smtClean="0"/>
              <a:t>Elemanları kümeye </a:t>
            </a:r>
            <a:r>
              <a:rPr lang="tr-TR" dirty="0"/>
              <a:t>eklenme sırasına göre </a:t>
            </a:r>
            <a:r>
              <a:rPr lang="tr-TR" dirty="0" smtClean="0"/>
              <a:t>saklar</a:t>
            </a:r>
            <a:r>
              <a:rPr lang="tr-TR" dirty="0" smtClean="0"/>
              <a:t>.</a:t>
            </a:r>
            <a:endParaRPr lang="tr-TR" dirty="0"/>
          </a:p>
          <a:p>
            <a:r>
              <a:rPr lang="tr-TR" b="1" dirty="0" err="1"/>
              <a:t>TreeSet</a:t>
            </a:r>
            <a:r>
              <a:rPr lang="tr-TR" dirty="0"/>
              <a:t>: </a:t>
            </a:r>
            <a:r>
              <a:rPr lang="tr-TR" dirty="0" smtClean="0"/>
              <a:t>Elemanları belirli sırada saklar. (alfabetik gibi)</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77</a:t>
            </a:fld>
            <a:endParaRPr lang="en-US" dirty="0"/>
          </a:p>
        </p:txBody>
      </p:sp>
    </p:spTree>
    <p:extLst>
      <p:ext uri="{BB962C8B-B14F-4D97-AF65-F5344CB8AC3E}">
        <p14:creationId xmlns:p14="http://schemas.microsoft.com/office/powerpoint/2010/main" val="24218882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Hash</a:t>
            </a:r>
            <a:r>
              <a:rPr lang="tr-TR" dirty="0"/>
              <a:t> Tabanlı </a:t>
            </a:r>
            <a:r>
              <a:rPr lang="tr-TR" dirty="0" smtClean="0"/>
              <a:t>Küme</a:t>
            </a:r>
            <a:endParaRPr lang="tr-TR" dirty="0"/>
          </a:p>
        </p:txBody>
      </p:sp>
      <p:sp>
        <p:nvSpPr>
          <p:cNvPr id="3" name="Content Placeholder 2"/>
          <p:cNvSpPr>
            <a:spLocks noGrp="1"/>
          </p:cNvSpPr>
          <p:nvPr>
            <p:ph idx="1"/>
          </p:nvPr>
        </p:nvSpPr>
        <p:spPr/>
        <p:txBody>
          <a:bodyPr/>
          <a:lstStyle/>
          <a:p>
            <a:r>
              <a:rPr lang="tr-TR" dirty="0" smtClean="0"/>
              <a:t>Ekleme </a:t>
            </a:r>
            <a:r>
              <a:rPr lang="tr-TR" dirty="0"/>
              <a:t>ve arama </a:t>
            </a:r>
            <a:r>
              <a:rPr lang="tr-TR" dirty="0" smtClean="0"/>
              <a:t>işlemleri hızlıdır.</a:t>
            </a:r>
            <a:endParaRPr lang="tr-TR" dirty="0"/>
          </a:p>
          <a:p>
            <a:r>
              <a:rPr lang="tr-TR" dirty="0" smtClean="0"/>
              <a:t>Küme</a:t>
            </a:r>
            <a:r>
              <a:rPr lang="tr-TR" dirty="0"/>
              <a:t>, bir </a:t>
            </a:r>
            <a:r>
              <a:rPr lang="tr-TR" dirty="0" err="1"/>
              <a:t>hash</a:t>
            </a:r>
            <a:r>
              <a:rPr lang="tr-TR" dirty="0"/>
              <a:t> tablosu olarak temsil </a:t>
            </a:r>
            <a:r>
              <a:rPr lang="tr-TR" dirty="0" smtClean="0"/>
              <a:t>edilir.</a:t>
            </a:r>
          </a:p>
          <a:p>
            <a:r>
              <a:rPr lang="tr-TR" dirty="0" smtClean="0"/>
              <a:t>Her bir eleman, </a:t>
            </a:r>
            <a:r>
              <a:rPr lang="tr-TR" dirty="0" err="1" smtClean="0"/>
              <a:t>hash</a:t>
            </a:r>
            <a:r>
              <a:rPr lang="tr-TR" dirty="0" smtClean="0"/>
              <a:t> </a:t>
            </a:r>
            <a:r>
              <a:rPr lang="tr-TR" dirty="0"/>
              <a:t>koduna dayalı olarak </a:t>
            </a:r>
            <a:r>
              <a:rPr lang="tr-TR" dirty="0" smtClean="0"/>
              <a:t>saklanır.</a:t>
            </a:r>
            <a:endParaRPr lang="tr-TR" dirty="0"/>
          </a:p>
          <a:p>
            <a:r>
              <a:rPr lang="tr-TR" dirty="0" smtClean="0"/>
              <a:t>Elemanların </a:t>
            </a:r>
            <a:r>
              <a:rPr lang="tr-TR" dirty="0" smtClean="0"/>
              <a:t>konumu </a:t>
            </a:r>
            <a:r>
              <a:rPr lang="tr-TR" dirty="0"/>
              <a:t>hızlı bir şekilde hesaplanabilir</a:t>
            </a:r>
            <a:r>
              <a:rPr lang="tr-TR" dirty="0" smtClean="0"/>
              <a:t>.</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78</a:t>
            </a:fld>
            <a:endParaRPr lang="en-US" dirty="0"/>
          </a:p>
        </p:txBody>
      </p:sp>
    </p:spTree>
    <p:extLst>
      <p:ext uri="{BB962C8B-B14F-4D97-AF65-F5344CB8AC3E}">
        <p14:creationId xmlns:p14="http://schemas.microsoft.com/office/powerpoint/2010/main" val="396295210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Ağaç Tabanlı Küme</a:t>
            </a:r>
          </a:p>
        </p:txBody>
      </p:sp>
      <p:sp>
        <p:nvSpPr>
          <p:cNvPr id="3" name="Content Placeholder 2"/>
          <p:cNvSpPr>
            <a:spLocks noGrp="1"/>
          </p:cNvSpPr>
          <p:nvPr>
            <p:ph idx="1"/>
          </p:nvPr>
        </p:nvSpPr>
        <p:spPr/>
        <p:txBody>
          <a:bodyPr/>
          <a:lstStyle/>
          <a:p>
            <a:r>
              <a:rPr lang="tr-TR" dirty="0" smtClean="0">
                <a:ea typeface="Arial Unicode MS" panose="020B0604020202020204" pitchFamily="34" charset="-128"/>
                <a:cs typeface="Arial" panose="020B0604020202020204" pitchFamily="34" charset="0"/>
              </a:rPr>
              <a:t>Elemanları </a:t>
            </a:r>
            <a:r>
              <a:rPr lang="tr-TR" dirty="0">
                <a:ea typeface="Arial Unicode MS" panose="020B0604020202020204" pitchFamily="34" charset="-128"/>
                <a:cs typeface="Arial" panose="020B0604020202020204" pitchFamily="34" charset="0"/>
              </a:rPr>
              <a:t>sıralı bir şekilde </a:t>
            </a:r>
            <a:r>
              <a:rPr lang="tr-TR" dirty="0" smtClean="0">
                <a:ea typeface="Arial Unicode MS" panose="020B0604020202020204" pitchFamily="34" charset="-128"/>
                <a:cs typeface="Arial" panose="020B0604020202020204" pitchFamily="34" charset="0"/>
              </a:rPr>
              <a:t>saklar.</a:t>
            </a:r>
            <a:endParaRPr lang="tr-TR" dirty="0">
              <a:ea typeface="Arial Unicode MS" panose="020B0604020202020204" pitchFamily="34" charset="-128"/>
              <a:cs typeface="Arial" panose="020B0604020202020204" pitchFamily="34" charset="0"/>
            </a:endParaRPr>
          </a:p>
          <a:p>
            <a:r>
              <a:rPr lang="tr-TR" dirty="0" smtClean="0">
                <a:cs typeface="Arial" panose="020B0604020202020204" pitchFamily="34" charset="0"/>
              </a:rPr>
              <a:t>Küme</a:t>
            </a:r>
            <a:r>
              <a:rPr lang="tr-TR" dirty="0">
                <a:cs typeface="Arial" panose="020B0604020202020204" pitchFamily="34" charset="0"/>
              </a:rPr>
              <a:t>, bir ikili arama ağacı olarak temsil </a:t>
            </a:r>
            <a:r>
              <a:rPr lang="tr-TR" dirty="0" smtClean="0">
                <a:cs typeface="Arial" panose="020B0604020202020204" pitchFamily="34" charset="0"/>
              </a:rPr>
              <a:t>edilir.</a:t>
            </a:r>
            <a:endParaRPr lang="tr-TR" dirty="0">
              <a:cs typeface="Arial" panose="020B0604020202020204" pitchFamily="34" charset="0"/>
            </a:endParaRPr>
          </a:p>
          <a:p>
            <a:r>
              <a:rPr lang="tr-TR" dirty="0">
                <a:ea typeface="Gadugi" panose="020B0502040204020203" pitchFamily="34" charset="0"/>
                <a:cs typeface="Arial" panose="020B0604020202020204" pitchFamily="34" charset="0"/>
              </a:rPr>
              <a:t>Elemanlar sıralı bir şekilde </a:t>
            </a:r>
            <a:r>
              <a:rPr lang="tr-TR" dirty="0" smtClean="0">
                <a:ea typeface="Gadugi" panose="020B0502040204020203" pitchFamily="34" charset="0"/>
                <a:cs typeface="Arial" panose="020B0604020202020204" pitchFamily="34" charset="0"/>
              </a:rPr>
              <a:t>saklanır.</a:t>
            </a:r>
          </a:p>
          <a:p>
            <a:r>
              <a:rPr lang="tr-TR" dirty="0" smtClean="0">
                <a:ea typeface="Gadugi" panose="020B0502040204020203" pitchFamily="34" charset="0"/>
                <a:cs typeface="Arial" panose="020B0604020202020204" pitchFamily="34" charset="0"/>
              </a:rPr>
              <a:t>Arama işlemi O(</a:t>
            </a:r>
            <a:r>
              <a:rPr lang="tr-TR" dirty="0" err="1" smtClean="0">
                <a:ea typeface="Gadugi" panose="020B0502040204020203" pitchFamily="34" charset="0"/>
                <a:cs typeface="Arial" panose="020B0604020202020204" pitchFamily="34" charset="0"/>
              </a:rPr>
              <a:t>log</a:t>
            </a:r>
            <a:r>
              <a:rPr lang="tr-TR" dirty="0" smtClean="0">
                <a:ea typeface="Gadugi" panose="020B0502040204020203" pitchFamily="34" charset="0"/>
                <a:cs typeface="Arial" panose="020B0604020202020204" pitchFamily="34" charset="0"/>
              </a:rPr>
              <a:t> </a:t>
            </a:r>
            <a:r>
              <a:rPr lang="tr-TR" dirty="0">
                <a:ea typeface="Gadugi" panose="020B0502040204020203" pitchFamily="34" charset="0"/>
                <a:cs typeface="Arial" panose="020B0604020202020204" pitchFamily="34" charset="0"/>
              </a:rPr>
              <a:t>n) </a:t>
            </a:r>
            <a:r>
              <a:rPr lang="tr-TR" dirty="0" smtClean="0">
                <a:ea typeface="Gadugi" panose="020B0502040204020203" pitchFamily="34" charset="0"/>
                <a:cs typeface="Arial" panose="020B0604020202020204" pitchFamily="34" charset="0"/>
              </a:rPr>
              <a:t>zaman karmaşıklığına sahiptir.</a:t>
            </a:r>
            <a:endParaRPr lang="tr-TR" dirty="0">
              <a:ea typeface="Gadugi" panose="020B0502040204020203" pitchFamily="34" charset="0"/>
              <a:cs typeface="Arial" panose="020B0604020202020204" pitchFamily="34" charset="0"/>
            </a:endParaRPr>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79</a:t>
            </a:fld>
            <a:endParaRPr lang="en-US" dirty="0"/>
          </a:p>
        </p:txBody>
      </p:sp>
    </p:spTree>
    <p:extLst>
      <p:ext uri="{BB962C8B-B14F-4D97-AF65-F5344CB8AC3E}">
        <p14:creationId xmlns:p14="http://schemas.microsoft.com/office/powerpoint/2010/main" val="12548520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lstStyle/>
          <a:p>
            <a:endParaRPr lang="tr-TR"/>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80</a:t>
            </a:fld>
            <a:endParaRPr lang="en-US" dirty="0"/>
          </a:p>
        </p:txBody>
      </p:sp>
    </p:spTree>
    <p:extLst>
      <p:ext uri="{BB962C8B-B14F-4D97-AF65-F5344CB8AC3E}">
        <p14:creationId xmlns:p14="http://schemas.microsoft.com/office/powerpoint/2010/main" val="140922206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07" name="H"/>
          <p:cNvGrpSpPr/>
          <p:nvPr/>
        </p:nvGrpSpPr>
        <p:grpSpPr>
          <a:xfrm>
            <a:off x="3370491" y="5592495"/>
            <a:ext cx="486111" cy="486111"/>
            <a:chOff x="0" y="0"/>
            <a:chExt cx="691356" cy="691356"/>
          </a:xfrm>
        </p:grpSpPr>
        <p:sp>
          <p:nvSpPr>
            <p:cNvPr id="1906"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1905" name="H" descr="H"/>
            <p:cNvPicPr>
              <a:picLocks/>
            </p:cNvPicPr>
            <p:nvPr/>
          </p:nvPicPr>
          <p:blipFill>
            <a:blip r:embed="rId2">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10" name="B"/>
          <p:cNvGrpSpPr/>
          <p:nvPr/>
        </p:nvGrpSpPr>
        <p:grpSpPr>
          <a:xfrm>
            <a:off x="7103101" y="4643996"/>
            <a:ext cx="486111" cy="486110"/>
            <a:chOff x="0" y="0"/>
            <a:chExt cx="691356" cy="691356"/>
          </a:xfrm>
        </p:grpSpPr>
        <p:sp>
          <p:nvSpPr>
            <p:cNvPr id="1909"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908" name="B" descr="B"/>
            <p:cNvPicPr>
              <a:picLocks/>
            </p:cNvPicPr>
            <p:nvPr/>
          </p:nvPicPr>
          <p:blipFill>
            <a:blip r:embed="rId2">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13" name="C"/>
          <p:cNvGrpSpPr/>
          <p:nvPr/>
        </p:nvGrpSpPr>
        <p:grpSpPr>
          <a:xfrm>
            <a:off x="4384570" y="3498484"/>
            <a:ext cx="486110" cy="486111"/>
            <a:chOff x="0" y="0"/>
            <a:chExt cx="691356" cy="691356"/>
          </a:xfrm>
        </p:grpSpPr>
        <p:sp>
          <p:nvSpPr>
            <p:cNvPr id="1912"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911" name="C" descr="C"/>
            <p:cNvPicPr>
              <a:picLocks/>
            </p:cNvPicPr>
            <p:nvPr/>
          </p:nvPicPr>
          <p:blipFill>
            <a:blip r:embed="rId2">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16" name="D"/>
          <p:cNvGrpSpPr/>
          <p:nvPr/>
        </p:nvGrpSpPr>
        <p:grpSpPr>
          <a:xfrm>
            <a:off x="3549085" y="2458175"/>
            <a:ext cx="486111" cy="486111"/>
            <a:chOff x="0" y="0"/>
            <a:chExt cx="691356" cy="691356"/>
          </a:xfrm>
        </p:grpSpPr>
        <p:sp>
          <p:nvSpPr>
            <p:cNvPr id="1915"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1914" name="D" descr="D"/>
            <p:cNvPicPr>
              <a:picLocks/>
            </p:cNvPicPr>
            <p:nvPr/>
          </p:nvPicPr>
          <p:blipFill>
            <a:blip r:embed="rId2">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19" name="E"/>
          <p:cNvGrpSpPr/>
          <p:nvPr/>
        </p:nvGrpSpPr>
        <p:grpSpPr>
          <a:xfrm>
            <a:off x="2495382" y="4643996"/>
            <a:ext cx="486111" cy="486110"/>
            <a:chOff x="0" y="0"/>
            <a:chExt cx="691356" cy="691356"/>
          </a:xfrm>
        </p:grpSpPr>
        <p:sp>
          <p:nvSpPr>
            <p:cNvPr id="1918"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1917" name="E" descr="E"/>
            <p:cNvPicPr>
              <a:picLocks/>
            </p:cNvPicPr>
            <p:nvPr/>
          </p:nvPicPr>
          <p:blipFill>
            <a:blip r:embed="rId2">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22" name="L"/>
          <p:cNvGrpSpPr/>
          <p:nvPr/>
        </p:nvGrpSpPr>
        <p:grpSpPr>
          <a:xfrm>
            <a:off x="3924132" y="4447543"/>
            <a:ext cx="486111" cy="486110"/>
            <a:chOff x="0" y="0"/>
            <a:chExt cx="691356" cy="691356"/>
          </a:xfrm>
        </p:grpSpPr>
        <p:sp>
          <p:nvSpPr>
            <p:cNvPr id="1921"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1920" name="L" descr="L"/>
            <p:cNvPicPr>
              <a:picLocks/>
            </p:cNvPicPr>
            <p:nvPr/>
          </p:nvPicPr>
          <p:blipFill>
            <a:blip r:embed="rId2">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25" name="G"/>
          <p:cNvGrpSpPr/>
          <p:nvPr/>
        </p:nvGrpSpPr>
        <p:grpSpPr>
          <a:xfrm>
            <a:off x="4808171" y="5592495"/>
            <a:ext cx="486111" cy="486111"/>
            <a:chOff x="0" y="0"/>
            <a:chExt cx="691356" cy="691356"/>
          </a:xfrm>
        </p:grpSpPr>
        <p:sp>
          <p:nvSpPr>
            <p:cNvPr id="1924"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1923" name="G" descr="G"/>
            <p:cNvPicPr>
              <a:picLocks/>
            </p:cNvPicPr>
            <p:nvPr/>
          </p:nvPicPr>
          <p:blipFill>
            <a:blip r:embed="rId2">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28" name="A"/>
          <p:cNvGrpSpPr/>
          <p:nvPr/>
        </p:nvGrpSpPr>
        <p:grpSpPr>
          <a:xfrm>
            <a:off x="5618820" y="3768886"/>
            <a:ext cx="486110" cy="486110"/>
            <a:chOff x="0" y="0"/>
            <a:chExt cx="691356" cy="691356"/>
          </a:xfrm>
        </p:grpSpPr>
        <p:sp>
          <p:nvSpPr>
            <p:cNvPr id="1927"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1926" name="A" descr="A"/>
            <p:cNvPicPr>
              <a:picLocks/>
            </p:cNvPicPr>
            <p:nvPr/>
          </p:nvPicPr>
          <p:blipFill>
            <a:blip r:embed="rId2">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31" name="I"/>
          <p:cNvGrpSpPr/>
          <p:nvPr/>
        </p:nvGrpSpPr>
        <p:grpSpPr>
          <a:xfrm>
            <a:off x="5397530" y="2538542"/>
            <a:ext cx="486111" cy="486111"/>
            <a:chOff x="0" y="0"/>
            <a:chExt cx="691356" cy="691356"/>
          </a:xfrm>
        </p:grpSpPr>
        <p:sp>
          <p:nvSpPr>
            <p:cNvPr id="1930"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1929" name="I" descr="I"/>
            <p:cNvPicPr>
              <a:picLocks/>
            </p:cNvPicPr>
            <p:nvPr/>
          </p:nvPicPr>
          <p:blipFill>
            <a:blip r:embed="rId2">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34" name="J"/>
          <p:cNvGrpSpPr/>
          <p:nvPr/>
        </p:nvGrpSpPr>
        <p:grpSpPr>
          <a:xfrm>
            <a:off x="6853070" y="3494019"/>
            <a:ext cx="486111" cy="486111"/>
            <a:chOff x="0" y="0"/>
            <a:chExt cx="691356" cy="691356"/>
          </a:xfrm>
        </p:grpSpPr>
        <p:sp>
          <p:nvSpPr>
            <p:cNvPr id="1933"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1932" name="J" descr="J"/>
            <p:cNvPicPr>
              <a:picLocks/>
            </p:cNvPicPr>
            <p:nvPr/>
          </p:nvPicPr>
          <p:blipFill>
            <a:blip r:embed="rId2">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37" name="K"/>
          <p:cNvGrpSpPr/>
          <p:nvPr/>
        </p:nvGrpSpPr>
        <p:grpSpPr>
          <a:xfrm>
            <a:off x="6085116" y="5154941"/>
            <a:ext cx="486111" cy="486111"/>
            <a:chOff x="0" y="0"/>
            <a:chExt cx="691356" cy="691356"/>
          </a:xfrm>
        </p:grpSpPr>
        <p:sp>
          <p:nvSpPr>
            <p:cNvPr id="1936"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1935" name="K" descr="K"/>
            <p:cNvPicPr>
              <a:picLocks/>
            </p:cNvPicPr>
            <p:nvPr/>
          </p:nvPicPr>
          <p:blipFill>
            <a:blip r:embed="rId2">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40" name="F"/>
          <p:cNvGrpSpPr/>
          <p:nvPr/>
        </p:nvGrpSpPr>
        <p:grpSpPr>
          <a:xfrm>
            <a:off x="2638257" y="3498484"/>
            <a:ext cx="486111" cy="486111"/>
            <a:chOff x="0" y="0"/>
            <a:chExt cx="691356" cy="691356"/>
          </a:xfrm>
        </p:grpSpPr>
        <p:sp>
          <p:nvSpPr>
            <p:cNvPr id="1939"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1938" name="F" descr="F"/>
            <p:cNvPicPr>
              <a:picLocks/>
            </p:cNvPicPr>
            <p:nvPr/>
          </p:nvPicPr>
          <p:blipFill>
            <a:blip r:embed="rId2">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1942" name="0"/>
          <p:cNvSpPr/>
          <p:nvPr/>
        </p:nvSpPr>
        <p:spPr>
          <a:xfrm>
            <a:off x="9683524" y="472542"/>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0</a:t>
            </a:r>
          </a:p>
        </p:txBody>
      </p:sp>
      <p:sp>
        <p:nvSpPr>
          <p:cNvPr id="1943" name="1"/>
          <p:cNvSpPr/>
          <p:nvPr/>
        </p:nvSpPr>
        <p:spPr>
          <a:xfrm>
            <a:off x="9683524" y="991276"/>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1</a:t>
            </a:r>
          </a:p>
        </p:txBody>
      </p:sp>
      <p:sp>
        <p:nvSpPr>
          <p:cNvPr id="1944" name="2"/>
          <p:cNvSpPr/>
          <p:nvPr/>
        </p:nvSpPr>
        <p:spPr>
          <a:xfrm>
            <a:off x="9683524" y="1510010"/>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2</a:t>
            </a:r>
          </a:p>
        </p:txBody>
      </p:sp>
      <p:sp>
        <p:nvSpPr>
          <p:cNvPr id="1945" name="3"/>
          <p:cNvSpPr/>
          <p:nvPr/>
        </p:nvSpPr>
        <p:spPr>
          <a:xfrm>
            <a:off x="9683524" y="2028744"/>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3</a:t>
            </a:r>
          </a:p>
        </p:txBody>
      </p:sp>
      <p:sp>
        <p:nvSpPr>
          <p:cNvPr id="1946" name="4"/>
          <p:cNvSpPr/>
          <p:nvPr/>
        </p:nvSpPr>
        <p:spPr>
          <a:xfrm>
            <a:off x="9683524" y="2547478"/>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4</a:t>
            </a:r>
          </a:p>
        </p:txBody>
      </p:sp>
      <p:sp>
        <p:nvSpPr>
          <p:cNvPr id="1947" name="5"/>
          <p:cNvSpPr/>
          <p:nvPr/>
        </p:nvSpPr>
        <p:spPr>
          <a:xfrm>
            <a:off x="9683524" y="3066212"/>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5</a:t>
            </a:r>
          </a:p>
        </p:txBody>
      </p:sp>
      <p:sp>
        <p:nvSpPr>
          <p:cNvPr id="1948" name="6"/>
          <p:cNvSpPr/>
          <p:nvPr/>
        </p:nvSpPr>
        <p:spPr>
          <a:xfrm>
            <a:off x="9683524" y="3584946"/>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6</a:t>
            </a:r>
          </a:p>
        </p:txBody>
      </p:sp>
      <p:sp>
        <p:nvSpPr>
          <p:cNvPr id="1949" name="7"/>
          <p:cNvSpPr/>
          <p:nvPr/>
        </p:nvSpPr>
        <p:spPr>
          <a:xfrm>
            <a:off x="9683524" y="4103680"/>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7</a:t>
            </a:r>
          </a:p>
        </p:txBody>
      </p:sp>
      <p:sp>
        <p:nvSpPr>
          <p:cNvPr id="1950" name="8"/>
          <p:cNvSpPr/>
          <p:nvPr/>
        </p:nvSpPr>
        <p:spPr>
          <a:xfrm>
            <a:off x="9683524" y="4622414"/>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8</a:t>
            </a:r>
          </a:p>
        </p:txBody>
      </p:sp>
      <p:sp>
        <p:nvSpPr>
          <p:cNvPr id="1951" name="9"/>
          <p:cNvSpPr/>
          <p:nvPr/>
        </p:nvSpPr>
        <p:spPr>
          <a:xfrm>
            <a:off x="9683524" y="5141148"/>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9</a:t>
            </a:r>
          </a:p>
        </p:txBody>
      </p:sp>
      <p:sp>
        <p:nvSpPr>
          <p:cNvPr id="1952" name="10"/>
          <p:cNvSpPr/>
          <p:nvPr/>
        </p:nvSpPr>
        <p:spPr>
          <a:xfrm>
            <a:off x="9570626" y="5659882"/>
            <a:ext cx="415178"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10</a:t>
            </a:r>
          </a:p>
        </p:txBody>
      </p:sp>
      <p:sp>
        <p:nvSpPr>
          <p:cNvPr id="1953" name="11"/>
          <p:cNvSpPr/>
          <p:nvPr/>
        </p:nvSpPr>
        <p:spPr>
          <a:xfrm>
            <a:off x="9570626" y="6178612"/>
            <a:ext cx="392352"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11</a:t>
            </a:r>
          </a:p>
        </p:txBody>
      </p:sp>
      <p:sp>
        <p:nvSpPr>
          <p:cNvPr id="2" name="Title 1"/>
          <p:cNvSpPr>
            <a:spLocks noGrp="1"/>
          </p:cNvSpPr>
          <p:nvPr>
            <p:ph type="title"/>
          </p:nvPr>
        </p:nvSpPr>
        <p:spPr/>
        <p:txBody>
          <a:bodyPr/>
          <a:lstStyle/>
          <a:p>
            <a:r>
              <a:rPr lang="tr-TR" dirty="0" err="1" smtClean="0"/>
              <a:t>Union</a:t>
            </a:r>
            <a:r>
              <a:rPr lang="tr-TR" dirty="0" smtClean="0"/>
              <a:t> İşlemi</a:t>
            </a:r>
            <a:endParaRPr lang="tr-TR" dirty="0"/>
          </a:p>
        </p:txBody>
      </p:sp>
      <p:sp>
        <p:nvSpPr>
          <p:cNvPr id="3" name="Content Placeholder 2"/>
          <p:cNvSpPr>
            <a:spLocks noGrp="1"/>
          </p:cNvSpPr>
          <p:nvPr>
            <p:ph idx="1"/>
          </p:nvPr>
        </p:nvSpPr>
        <p:spPr/>
        <p:txBody>
          <a:bodyPr/>
          <a:lstStyle/>
          <a:p>
            <a:r>
              <a:rPr lang="tr-TR" dirty="0" smtClean="0"/>
              <a:t>Nesne ve sayıları rastgele eşleştir.</a:t>
            </a:r>
            <a:endParaRPr lang="tr-TR" dirty="0"/>
          </a:p>
        </p:txBody>
      </p:sp>
    </p:spTree>
    <p:extLst>
      <p:ext uri="{BB962C8B-B14F-4D97-AF65-F5344CB8AC3E}">
        <p14:creationId xmlns:p14="http://schemas.microsoft.com/office/powerpoint/2010/main" val="3501464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57" name="H"/>
          <p:cNvGrpSpPr/>
          <p:nvPr/>
        </p:nvGrpSpPr>
        <p:grpSpPr>
          <a:xfrm>
            <a:off x="3738540" y="6053491"/>
            <a:ext cx="486111" cy="486110"/>
            <a:chOff x="0" y="0"/>
            <a:chExt cx="691356" cy="691356"/>
          </a:xfrm>
        </p:grpSpPr>
        <p:sp>
          <p:nvSpPr>
            <p:cNvPr id="1956"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1955" name="H" descr="H"/>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60" name="B"/>
          <p:cNvGrpSpPr/>
          <p:nvPr/>
        </p:nvGrpSpPr>
        <p:grpSpPr>
          <a:xfrm>
            <a:off x="3738540" y="5531663"/>
            <a:ext cx="486111" cy="486110"/>
            <a:chOff x="0" y="0"/>
            <a:chExt cx="691356" cy="691356"/>
          </a:xfrm>
        </p:grpSpPr>
        <p:sp>
          <p:nvSpPr>
            <p:cNvPr id="1959"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958" name="B" descr="B"/>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63" name="C"/>
          <p:cNvGrpSpPr/>
          <p:nvPr/>
        </p:nvGrpSpPr>
        <p:grpSpPr>
          <a:xfrm>
            <a:off x="3738540" y="2400691"/>
            <a:ext cx="486111" cy="486110"/>
            <a:chOff x="0" y="0"/>
            <a:chExt cx="691356" cy="691356"/>
          </a:xfrm>
        </p:grpSpPr>
        <p:sp>
          <p:nvSpPr>
            <p:cNvPr id="1962"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961" name="C" descr="C"/>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66" name="D"/>
          <p:cNvGrpSpPr/>
          <p:nvPr/>
        </p:nvGrpSpPr>
        <p:grpSpPr>
          <a:xfrm>
            <a:off x="3738540" y="1878862"/>
            <a:ext cx="486111" cy="486110"/>
            <a:chOff x="0" y="0"/>
            <a:chExt cx="691356" cy="691356"/>
          </a:xfrm>
        </p:grpSpPr>
        <p:sp>
          <p:nvSpPr>
            <p:cNvPr id="1965"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1964" name="D" descr="D"/>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69" name="E"/>
          <p:cNvGrpSpPr/>
          <p:nvPr/>
        </p:nvGrpSpPr>
        <p:grpSpPr>
          <a:xfrm>
            <a:off x="3738540" y="313376"/>
            <a:ext cx="486111" cy="486110"/>
            <a:chOff x="0" y="0"/>
            <a:chExt cx="691356" cy="691356"/>
          </a:xfrm>
        </p:grpSpPr>
        <p:sp>
          <p:nvSpPr>
            <p:cNvPr id="1968"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1967" name="E" descr="E"/>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72" name="L"/>
          <p:cNvGrpSpPr/>
          <p:nvPr/>
        </p:nvGrpSpPr>
        <p:grpSpPr>
          <a:xfrm>
            <a:off x="3738540" y="3966177"/>
            <a:ext cx="486111" cy="486110"/>
            <a:chOff x="0" y="0"/>
            <a:chExt cx="691356" cy="691356"/>
          </a:xfrm>
        </p:grpSpPr>
        <p:sp>
          <p:nvSpPr>
            <p:cNvPr id="1971"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1970" name="L" descr="L"/>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75" name="G"/>
          <p:cNvGrpSpPr/>
          <p:nvPr/>
        </p:nvGrpSpPr>
        <p:grpSpPr>
          <a:xfrm>
            <a:off x="3738540" y="4488005"/>
            <a:ext cx="486111" cy="486110"/>
            <a:chOff x="0" y="0"/>
            <a:chExt cx="691356" cy="691356"/>
          </a:xfrm>
        </p:grpSpPr>
        <p:sp>
          <p:nvSpPr>
            <p:cNvPr id="1974"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1973" name="G" descr="G"/>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78" name="A"/>
          <p:cNvGrpSpPr/>
          <p:nvPr/>
        </p:nvGrpSpPr>
        <p:grpSpPr>
          <a:xfrm>
            <a:off x="3738540" y="2922519"/>
            <a:ext cx="486111" cy="486111"/>
            <a:chOff x="0" y="0"/>
            <a:chExt cx="691356" cy="691356"/>
          </a:xfrm>
        </p:grpSpPr>
        <p:sp>
          <p:nvSpPr>
            <p:cNvPr id="1977"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1976" name="A" descr="A"/>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81" name="I"/>
          <p:cNvGrpSpPr/>
          <p:nvPr/>
        </p:nvGrpSpPr>
        <p:grpSpPr>
          <a:xfrm>
            <a:off x="3738540" y="1357034"/>
            <a:ext cx="486111" cy="486110"/>
            <a:chOff x="0" y="0"/>
            <a:chExt cx="691356" cy="691356"/>
          </a:xfrm>
        </p:grpSpPr>
        <p:sp>
          <p:nvSpPr>
            <p:cNvPr id="1980"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1979" name="I" descr="I"/>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84" name="J"/>
          <p:cNvGrpSpPr/>
          <p:nvPr/>
        </p:nvGrpSpPr>
        <p:grpSpPr>
          <a:xfrm>
            <a:off x="3738540" y="3444348"/>
            <a:ext cx="486111" cy="486110"/>
            <a:chOff x="0" y="0"/>
            <a:chExt cx="691356" cy="691356"/>
          </a:xfrm>
        </p:grpSpPr>
        <p:sp>
          <p:nvSpPr>
            <p:cNvPr id="1983"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1982" name="J" descr="J"/>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87" name="K"/>
          <p:cNvGrpSpPr/>
          <p:nvPr/>
        </p:nvGrpSpPr>
        <p:grpSpPr>
          <a:xfrm>
            <a:off x="3738540" y="5009833"/>
            <a:ext cx="486111" cy="486111"/>
            <a:chOff x="0" y="0"/>
            <a:chExt cx="691356" cy="691356"/>
          </a:xfrm>
        </p:grpSpPr>
        <p:sp>
          <p:nvSpPr>
            <p:cNvPr id="1986"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1985" name="K" descr="K"/>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90" name="F"/>
          <p:cNvGrpSpPr/>
          <p:nvPr/>
        </p:nvGrpSpPr>
        <p:grpSpPr>
          <a:xfrm>
            <a:off x="3738540" y="835204"/>
            <a:ext cx="486111" cy="486111"/>
            <a:chOff x="0" y="0"/>
            <a:chExt cx="691356" cy="691356"/>
          </a:xfrm>
        </p:grpSpPr>
        <p:sp>
          <p:nvSpPr>
            <p:cNvPr id="1989"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1988" name="F" descr="F"/>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1991" name="Line"/>
          <p:cNvSpPr/>
          <p:nvPr/>
        </p:nvSpPr>
        <p:spPr>
          <a:xfrm>
            <a:off x="4506808" y="652131"/>
            <a:ext cx="4860000" cy="0"/>
          </a:xfrm>
          <a:prstGeom prst="line">
            <a:avLst/>
          </a:prstGeom>
          <a:ln w="3175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1992" name="Line"/>
          <p:cNvSpPr/>
          <p:nvPr/>
        </p:nvSpPr>
        <p:spPr>
          <a:xfrm>
            <a:off x="4515738" y="1160146"/>
            <a:ext cx="4860000" cy="0"/>
          </a:xfrm>
          <a:prstGeom prst="line">
            <a:avLst/>
          </a:prstGeom>
          <a:ln w="3175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1993" name="Line"/>
          <p:cNvSpPr/>
          <p:nvPr/>
        </p:nvSpPr>
        <p:spPr>
          <a:xfrm>
            <a:off x="4524668" y="1668162"/>
            <a:ext cx="4860000" cy="0"/>
          </a:xfrm>
          <a:prstGeom prst="line">
            <a:avLst/>
          </a:prstGeom>
          <a:ln w="3175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1994" name="Line"/>
          <p:cNvSpPr/>
          <p:nvPr/>
        </p:nvSpPr>
        <p:spPr>
          <a:xfrm>
            <a:off x="4515738" y="2193060"/>
            <a:ext cx="4860000" cy="0"/>
          </a:xfrm>
          <a:prstGeom prst="line">
            <a:avLst/>
          </a:prstGeom>
          <a:ln w="3175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1995" name="Line"/>
          <p:cNvSpPr/>
          <p:nvPr/>
        </p:nvSpPr>
        <p:spPr>
          <a:xfrm>
            <a:off x="4524668" y="2684193"/>
            <a:ext cx="4860000" cy="0"/>
          </a:xfrm>
          <a:prstGeom prst="line">
            <a:avLst/>
          </a:prstGeom>
          <a:ln w="3175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1996" name="Line"/>
          <p:cNvSpPr/>
          <p:nvPr/>
        </p:nvSpPr>
        <p:spPr>
          <a:xfrm>
            <a:off x="4515738" y="3233648"/>
            <a:ext cx="4860000" cy="0"/>
          </a:xfrm>
          <a:prstGeom prst="line">
            <a:avLst/>
          </a:prstGeom>
          <a:ln w="3175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1997" name="Line"/>
          <p:cNvSpPr/>
          <p:nvPr/>
        </p:nvSpPr>
        <p:spPr>
          <a:xfrm>
            <a:off x="4506808" y="3697155"/>
            <a:ext cx="4860000" cy="0"/>
          </a:xfrm>
          <a:prstGeom prst="line">
            <a:avLst/>
          </a:prstGeom>
          <a:ln w="3175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1998" name="Line"/>
          <p:cNvSpPr/>
          <p:nvPr/>
        </p:nvSpPr>
        <p:spPr>
          <a:xfrm>
            <a:off x="4515738" y="4205171"/>
            <a:ext cx="4860000" cy="0"/>
          </a:xfrm>
          <a:prstGeom prst="line">
            <a:avLst/>
          </a:prstGeom>
          <a:ln w="3175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1999" name="Line"/>
          <p:cNvSpPr/>
          <p:nvPr/>
        </p:nvSpPr>
        <p:spPr>
          <a:xfrm>
            <a:off x="4524668" y="4804269"/>
            <a:ext cx="4860000" cy="0"/>
          </a:xfrm>
          <a:prstGeom prst="line">
            <a:avLst/>
          </a:prstGeom>
          <a:ln w="3175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2000" name="Line"/>
          <p:cNvSpPr/>
          <p:nvPr/>
        </p:nvSpPr>
        <p:spPr>
          <a:xfrm>
            <a:off x="4515738" y="5307149"/>
            <a:ext cx="4860000" cy="0"/>
          </a:xfrm>
          <a:prstGeom prst="line">
            <a:avLst/>
          </a:prstGeom>
          <a:ln w="3175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2001" name="Line"/>
          <p:cNvSpPr/>
          <p:nvPr/>
        </p:nvSpPr>
        <p:spPr>
          <a:xfrm>
            <a:off x="4524668" y="5815165"/>
            <a:ext cx="4860000" cy="0"/>
          </a:xfrm>
          <a:prstGeom prst="line">
            <a:avLst/>
          </a:prstGeom>
          <a:ln w="3175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2002" name="Line"/>
          <p:cNvSpPr/>
          <p:nvPr/>
        </p:nvSpPr>
        <p:spPr>
          <a:xfrm>
            <a:off x="4515738" y="6364620"/>
            <a:ext cx="4860000" cy="0"/>
          </a:xfrm>
          <a:prstGeom prst="line">
            <a:avLst/>
          </a:prstGeom>
          <a:ln w="31750">
            <a:tailEnd type="triangle"/>
          </a:ln>
        </p:spPr>
        <p:style>
          <a:lnRef idx="1">
            <a:schemeClr val="dk1"/>
          </a:lnRef>
          <a:fillRef idx="0">
            <a:schemeClr val="dk1"/>
          </a:fillRef>
          <a:effectRef idx="0">
            <a:schemeClr val="dk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lstStyle/>
          <a:p>
            <a:endParaRPr lang="tr-TR"/>
          </a:p>
        </p:txBody>
      </p:sp>
      <p:sp>
        <p:nvSpPr>
          <p:cNvPr id="64" name="0"/>
          <p:cNvSpPr/>
          <p:nvPr/>
        </p:nvSpPr>
        <p:spPr>
          <a:xfrm>
            <a:off x="9683524" y="472542"/>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0</a:t>
            </a:r>
          </a:p>
        </p:txBody>
      </p:sp>
      <p:sp>
        <p:nvSpPr>
          <p:cNvPr id="65" name="1"/>
          <p:cNvSpPr/>
          <p:nvPr/>
        </p:nvSpPr>
        <p:spPr>
          <a:xfrm>
            <a:off x="9683524" y="991276"/>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1</a:t>
            </a:r>
          </a:p>
        </p:txBody>
      </p:sp>
      <p:sp>
        <p:nvSpPr>
          <p:cNvPr id="66" name="2"/>
          <p:cNvSpPr/>
          <p:nvPr/>
        </p:nvSpPr>
        <p:spPr>
          <a:xfrm>
            <a:off x="9683524" y="1510010"/>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2</a:t>
            </a:r>
          </a:p>
        </p:txBody>
      </p:sp>
      <p:sp>
        <p:nvSpPr>
          <p:cNvPr id="67" name="3"/>
          <p:cNvSpPr/>
          <p:nvPr/>
        </p:nvSpPr>
        <p:spPr>
          <a:xfrm>
            <a:off x="9683524" y="2028744"/>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3</a:t>
            </a:r>
          </a:p>
        </p:txBody>
      </p:sp>
      <p:sp>
        <p:nvSpPr>
          <p:cNvPr id="68" name="4"/>
          <p:cNvSpPr/>
          <p:nvPr/>
        </p:nvSpPr>
        <p:spPr>
          <a:xfrm>
            <a:off x="9683524" y="2547478"/>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4</a:t>
            </a:r>
          </a:p>
        </p:txBody>
      </p:sp>
      <p:sp>
        <p:nvSpPr>
          <p:cNvPr id="69" name="5"/>
          <p:cNvSpPr/>
          <p:nvPr/>
        </p:nvSpPr>
        <p:spPr>
          <a:xfrm>
            <a:off x="9683524" y="3066212"/>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5</a:t>
            </a:r>
          </a:p>
        </p:txBody>
      </p:sp>
      <p:sp>
        <p:nvSpPr>
          <p:cNvPr id="70" name="6"/>
          <p:cNvSpPr/>
          <p:nvPr/>
        </p:nvSpPr>
        <p:spPr>
          <a:xfrm>
            <a:off x="9683524" y="3584946"/>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6</a:t>
            </a:r>
          </a:p>
        </p:txBody>
      </p:sp>
      <p:sp>
        <p:nvSpPr>
          <p:cNvPr id="71" name="7"/>
          <p:cNvSpPr/>
          <p:nvPr/>
        </p:nvSpPr>
        <p:spPr>
          <a:xfrm>
            <a:off x="9683524" y="4103680"/>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7</a:t>
            </a:r>
          </a:p>
        </p:txBody>
      </p:sp>
      <p:sp>
        <p:nvSpPr>
          <p:cNvPr id="72" name="8"/>
          <p:cNvSpPr/>
          <p:nvPr/>
        </p:nvSpPr>
        <p:spPr>
          <a:xfrm>
            <a:off x="9683524" y="4622414"/>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8</a:t>
            </a:r>
          </a:p>
        </p:txBody>
      </p:sp>
      <p:sp>
        <p:nvSpPr>
          <p:cNvPr id="73" name="9"/>
          <p:cNvSpPr/>
          <p:nvPr/>
        </p:nvSpPr>
        <p:spPr>
          <a:xfrm>
            <a:off x="9683524" y="5141148"/>
            <a:ext cx="243657"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9</a:t>
            </a:r>
          </a:p>
        </p:txBody>
      </p:sp>
      <p:sp>
        <p:nvSpPr>
          <p:cNvPr id="74" name="10"/>
          <p:cNvSpPr/>
          <p:nvPr/>
        </p:nvSpPr>
        <p:spPr>
          <a:xfrm>
            <a:off x="9570626" y="5659882"/>
            <a:ext cx="415178"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10</a:t>
            </a:r>
          </a:p>
        </p:txBody>
      </p:sp>
      <p:sp>
        <p:nvSpPr>
          <p:cNvPr id="75" name="11"/>
          <p:cNvSpPr/>
          <p:nvPr/>
        </p:nvSpPr>
        <p:spPr>
          <a:xfrm>
            <a:off x="9570626" y="6178612"/>
            <a:ext cx="392352" cy="441468"/>
          </a:xfrm>
          <a:prstGeom prst="rect">
            <a:avLst/>
          </a:prstGeom>
          <a:ln/>
          <a:extLst>
            <a:ext uri="{C572A759-6A51-4108-AA02-DFA0A04FC94B}">
              <ma14:wrappingTextBoxFlag xmlns:ma14="http://schemas.microsoft.com/office/mac/drawingml/2011/main" xmlns="" val="1"/>
            </a:ext>
          </a:extLst>
        </p:spPr>
        <p:style>
          <a:lnRef idx="2">
            <a:schemeClr val="accent1"/>
          </a:lnRef>
          <a:fillRef idx="1">
            <a:schemeClr val="lt1"/>
          </a:fillRef>
          <a:effectRef idx="0">
            <a:schemeClr val="accent1"/>
          </a:effectRef>
          <a:fontRef idx="minor">
            <a:schemeClr val="dk1"/>
          </a:fontRef>
        </p:style>
        <p:txBody>
          <a:bodyPr wrap="none" lIns="35719" tIns="35719" rIns="35719" bIns="35719" anchor="ctr">
            <a:spAutoFit/>
          </a:bodyPr>
          <a:lstStyle>
            <a:lvl1pPr>
              <a:defRPr sz="4200"/>
            </a:lvl1pPr>
          </a:lstStyle>
          <a:p>
            <a:r>
              <a:rPr sz="2400">
                <a:latin typeface="Arial" panose="020B0604020202020204" pitchFamily="34" charset="0"/>
                <a:cs typeface="Arial" panose="020B0604020202020204" pitchFamily="34" charset="0"/>
              </a:rPr>
              <a:t>11</a:t>
            </a:r>
          </a:p>
        </p:txBody>
      </p:sp>
    </p:spTree>
    <p:extLst>
      <p:ext uri="{BB962C8B-B14F-4D97-AF65-F5344CB8AC3E}">
        <p14:creationId xmlns:p14="http://schemas.microsoft.com/office/powerpoint/2010/main" val="820497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8" name="Table"/>
          <p:cNvGraphicFramePr/>
          <p:nvPr>
            <p:extLst>
              <p:ext uri="{D42A27DB-BD31-4B8C-83A1-F6EECF244321}">
                <p14:modId xmlns:p14="http://schemas.microsoft.com/office/powerpoint/2010/main" val="1573473648"/>
              </p:ext>
            </p:extLst>
          </p:nvPr>
        </p:nvGraphicFramePr>
        <p:xfrm>
          <a:off x="3813506" y="2298899"/>
          <a:ext cx="7349136" cy="541501"/>
        </p:xfrm>
        <a:graphic>
          <a:graphicData uri="http://schemas.openxmlformats.org/drawingml/2006/table">
            <a:tbl>
              <a:tblPr>
                <a:tableStyleId>{E8B1032C-EA38-4F05-BA0D-38AFFFC7BED3}</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a:sym typeface="Helvetica"/>
                        </a:rPr>
                        <a:t>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2</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7</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9</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19" name="Table"/>
          <p:cNvGraphicFramePr/>
          <p:nvPr>
            <p:extLst>
              <p:ext uri="{D42A27DB-BD31-4B8C-83A1-F6EECF244321}">
                <p14:modId xmlns:p14="http://schemas.microsoft.com/office/powerpoint/2010/main" val="3114466073"/>
              </p:ext>
            </p:extLst>
          </p:nvPr>
        </p:nvGraphicFramePr>
        <p:xfrm>
          <a:off x="3813505" y="1825625"/>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a:sym typeface="Helvetica"/>
                        </a:rPr>
                        <a:t>E</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F</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I</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D</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C</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A</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J</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L</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G</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K</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B</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H</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22" name="Table"/>
          <p:cNvGraphicFramePr/>
          <p:nvPr>
            <p:extLst>
              <p:ext uri="{D42A27DB-BD31-4B8C-83A1-F6EECF244321}">
                <p14:modId xmlns:p14="http://schemas.microsoft.com/office/powerpoint/2010/main" val="11078668"/>
              </p:ext>
            </p:extLst>
          </p:nvPr>
        </p:nvGraphicFramePr>
        <p:xfrm>
          <a:off x="3813505" y="2727184"/>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a:sym typeface="Helvetica"/>
                        </a:rPr>
                        <a:t>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2</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7</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9</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sp>
        <p:nvSpPr>
          <p:cNvPr id="2" name="Title 1"/>
          <p:cNvSpPr>
            <a:spLocks noGrp="1"/>
          </p:cNvSpPr>
          <p:nvPr>
            <p:ph type="title"/>
          </p:nvPr>
        </p:nvSpPr>
        <p:spPr/>
        <p:txBody>
          <a:bodyPr/>
          <a:lstStyle/>
          <a:p>
            <a:r>
              <a:rPr lang="tr-TR" dirty="0" err="1"/>
              <a:t>Union</a:t>
            </a:r>
            <a:r>
              <a:rPr lang="tr-TR" dirty="0"/>
              <a:t> İşlemi</a:t>
            </a:r>
          </a:p>
        </p:txBody>
      </p:sp>
      <p:sp>
        <p:nvSpPr>
          <p:cNvPr id="3" name="Content Placeholder 2"/>
          <p:cNvSpPr>
            <a:spLocks noGrp="1"/>
          </p:cNvSpPr>
          <p:nvPr>
            <p:ph idx="1"/>
          </p:nvPr>
        </p:nvSpPr>
        <p:spPr/>
        <p:txBody>
          <a:bodyPr/>
          <a:lstStyle/>
          <a:p>
            <a:endParaRPr lang="tr-TR" dirty="0"/>
          </a:p>
        </p:txBody>
      </p:sp>
      <p:sp>
        <p:nvSpPr>
          <p:cNvPr id="9" name="Union(C,K)…"/>
          <p:cNvSpPr/>
          <p:nvPr/>
        </p:nvSpPr>
        <p:spPr>
          <a:xfrm>
            <a:off x="1253343" y="2118567"/>
            <a:ext cx="1580294" cy="3765454"/>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nchor="ctr">
            <a:spAutoFit/>
          </a:bodyPr>
          <a:lstStyle/>
          <a:p>
            <a:pPr algn="l">
              <a:defRPr sz="2800"/>
            </a:pPr>
            <a:r>
              <a:rPr sz="2000" dirty="0">
                <a:latin typeface="Consolas" panose="020B0609020204030204" pitchFamily="49" charset="0"/>
                <a:cs typeface="Arial" panose="020B0604020202020204" pitchFamily="34" charset="0"/>
              </a:rPr>
              <a:t>Union(C,K)</a:t>
            </a:r>
          </a:p>
          <a:p>
            <a:pPr algn="l">
              <a:defRPr sz="2800"/>
            </a:pPr>
            <a:r>
              <a:rPr sz="2000" dirty="0">
                <a:latin typeface="Consolas" panose="020B0609020204030204" pitchFamily="49" charset="0"/>
                <a:cs typeface="Arial" panose="020B0604020202020204" pitchFamily="34" charset="0"/>
              </a:rPr>
              <a:t>Union(F,E)</a:t>
            </a:r>
          </a:p>
          <a:p>
            <a:pPr algn="l">
              <a:defRPr sz="2800"/>
            </a:pPr>
            <a:r>
              <a:rPr sz="2000" dirty="0">
                <a:latin typeface="Consolas" panose="020B0609020204030204" pitchFamily="49" charset="0"/>
                <a:cs typeface="Arial" panose="020B0604020202020204" pitchFamily="34" charset="0"/>
              </a:rPr>
              <a:t>Union(A,J)</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Union(C,D)</a:t>
            </a:r>
          </a:p>
          <a:p>
            <a:pPr algn="l">
              <a:defRPr sz="2800"/>
            </a:pPr>
            <a:r>
              <a:rPr sz="2000" dirty="0">
                <a:latin typeface="Consolas" panose="020B0609020204030204" pitchFamily="49" charset="0"/>
                <a:cs typeface="Arial" panose="020B0604020202020204" pitchFamily="34" charset="0"/>
              </a:rPr>
              <a:t>Union(D,I)</a:t>
            </a:r>
          </a:p>
          <a:p>
            <a:pPr algn="l">
              <a:defRPr sz="2800"/>
            </a:pPr>
            <a:r>
              <a:rPr sz="2000" dirty="0">
                <a:latin typeface="Consolas" panose="020B0609020204030204" pitchFamily="49" charset="0"/>
                <a:cs typeface="Arial" panose="020B0604020202020204" pitchFamily="34" charset="0"/>
              </a:rPr>
              <a:t>Union(L,F)</a:t>
            </a:r>
          </a:p>
          <a:p>
            <a:pPr algn="l">
              <a:defRPr sz="2800"/>
            </a:pPr>
            <a:r>
              <a:rPr sz="2000" dirty="0">
                <a:latin typeface="Consolas" panose="020B0609020204030204" pitchFamily="49" charset="0"/>
                <a:cs typeface="Arial" panose="020B0604020202020204" pitchFamily="34" charset="0"/>
              </a:rPr>
              <a:t>Union(C,A)</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Union(H,G)</a:t>
            </a:r>
          </a:p>
          <a:p>
            <a:pPr algn="l">
              <a:defRPr sz="2800"/>
            </a:pPr>
            <a:r>
              <a:rPr sz="2000" dirty="0">
                <a:latin typeface="Consolas" panose="020B0609020204030204" pitchFamily="49" charset="0"/>
                <a:cs typeface="Arial" panose="020B0604020202020204" pitchFamily="34" charset="0"/>
              </a:rPr>
              <a:t>Union(H,F)</a:t>
            </a:r>
          </a:p>
          <a:p>
            <a:pPr algn="l">
              <a:defRPr sz="2800"/>
            </a:pPr>
            <a:r>
              <a:rPr sz="2000" dirty="0">
                <a:latin typeface="Consolas" panose="020B0609020204030204" pitchFamily="49" charset="0"/>
                <a:cs typeface="Arial" panose="020B0604020202020204" pitchFamily="34" charset="0"/>
              </a:rPr>
              <a:t>Union(H,B)</a:t>
            </a:r>
          </a:p>
        </p:txBody>
      </p:sp>
      <p:grpSp>
        <p:nvGrpSpPr>
          <p:cNvPr id="10" name="H"/>
          <p:cNvGrpSpPr/>
          <p:nvPr/>
        </p:nvGrpSpPr>
        <p:grpSpPr>
          <a:xfrm>
            <a:off x="9925401" y="4060262"/>
            <a:ext cx="486110" cy="486111"/>
            <a:chOff x="0" y="0"/>
            <a:chExt cx="691356" cy="691356"/>
          </a:xfrm>
        </p:grpSpPr>
        <p:sp>
          <p:nvSpPr>
            <p:cNvPr id="11"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12" name="H" descr="H"/>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B"/>
          <p:cNvGrpSpPr/>
          <p:nvPr/>
        </p:nvGrpSpPr>
        <p:grpSpPr>
          <a:xfrm>
            <a:off x="9350976" y="4060262"/>
            <a:ext cx="486110" cy="486111"/>
            <a:chOff x="0" y="0"/>
            <a:chExt cx="691356" cy="691356"/>
          </a:xfrm>
        </p:grpSpPr>
        <p:sp>
          <p:nvSpPr>
            <p:cNvPr id="14"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5" name="B" descr="B"/>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C"/>
          <p:cNvGrpSpPr/>
          <p:nvPr/>
        </p:nvGrpSpPr>
        <p:grpSpPr>
          <a:xfrm>
            <a:off x="5904431" y="4060262"/>
            <a:ext cx="486110" cy="486111"/>
            <a:chOff x="0" y="0"/>
            <a:chExt cx="691356" cy="691356"/>
          </a:xfrm>
        </p:grpSpPr>
        <p:sp>
          <p:nvSpPr>
            <p:cNvPr id="17"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8" name="C" descr="C"/>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D"/>
          <p:cNvGrpSpPr/>
          <p:nvPr/>
        </p:nvGrpSpPr>
        <p:grpSpPr>
          <a:xfrm>
            <a:off x="5330007" y="4060262"/>
            <a:ext cx="486110" cy="486111"/>
            <a:chOff x="0" y="0"/>
            <a:chExt cx="691356" cy="691356"/>
          </a:xfrm>
        </p:grpSpPr>
        <p:sp>
          <p:nvSpPr>
            <p:cNvPr id="20"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21" name="D" descr="D"/>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E"/>
          <p:cNvGrpSpPr/>
          <p:nvPr/>
        </p:nvGrpSpPr>
        <p:grpSpPr>
          <a:xfrm>
            <a:off x="3606734" y="4060262"/>
            <a:ext cx="486110" cy="486111"/>
            <a:chOff x="0" y="0"/>
            <a:chExt cx="691356" cy="691356"/>
          </a:xfrm>
        </p:grpSpPr>
        <p:sp>
          <p:nvSpPr>
            <p:cNvPr id="23"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4" name="E" descr="E"/>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L"/>
          <p:cNvGrpSpPr/>
          <p:nvPr/>
        </p:nvGrpSpPr>
        <p:grpSpPr>
          <a:xfrm>
            <a:off x="7627703" y="4060262"/>
            <a:ext cx="486111" cy="486111"/>
            <a:chOff x="0" y="0"/>
            <a:chExt cx="691356" cy="691356"/>
          </a:xfrm>
        </p:grpSpPr>
        <p:sp>
          <p:nvSpPr>
            <p:cNvPr id="26"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7" name="L" descr="L"/>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G"/>
          <p:cNvGrpSpPr/>
          <p:nvPr/>
        </p:nvGrpSpPr>
        <p:grpSpPr>
          <a:xfrm>
            <a:off x="8202128" y="4060262"/>
            <a:ext cx="486110" cy="486111"/>
            <a:chOff x="0" y="0"/>
            <a:chExt cx="691356" cy="691356"/>
          </a:xfrm>
        </p:grpSpPr>
        <p:sp>
          <p:nvSpPr>
            <p:cNvPr id="29"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30" name="G" descr="G"/>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A"/>
          <p:cNvGrpSpPr/>
          <p:nvPr/>
        </p:nvGrpSpPr>
        <p:grpSpPr>
          <a:xfrm>
            <a:off x="6478855" y="4060262"/>
            <a:ext cx="486110" cy="486111"/>
            <a:chOff x="0" y="0"/>
            <a:chExt cx="691356" cy="691356"/>
          </a:xfrm>
        </p:grpSpPr>
        <p:sp>
          <p:nvSpPr>
            <p:cNvPr id="32"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3" name="A" descr="A"/>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I"/>
          <p:cNvGrpSpPr/>
          <p:nvPr/>
        </p:nvGrpSpPr>
        <p:grpSpPr>
          <a:xfrm>
            <a:off x="4755583" y="4060262"/>
            <a:ext cx="486110" cy="486111"/>
            <a:chOff x="0" y="0"/>
            <a:chExt cx="691356" cy="691356"/>
          </a:xfrm>
        </p:grpSpPr>
        <p:sp>
          <p:nvSpPr>
            <p:cNvPr id="35"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6" name="I" descr="I"/>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J"/>
          <p:cNvGrpSpPr/>
          <p:nvPr/>
        </p:nvGrpSpPr>
        <p:grpSpPr>
          <a:xfrm>
            <a:off x="7053280" y="4060262"/>
            <a:ext cx="486110" cy="486111"/>
            <a:chOff x="0" y="0"/>
            <a:chExt cx="691356" cy="691356"/>
          </a:xfrm>
        </p:grpSpPr>
        <p:sp>
          <p:nvSpPr>
            <p:cNvPr id="38"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9" name="J" descr="J"/>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K"/>
          <p:cNvGrpSpPr/>
          <p:nvPr/>
        </p:nvGrpSpPr>
        <p:grpSpPr>
          <a:xfrm>
            <a:off x="8776552" y="4060262"/>
            <a:ext cx="486110" cy="486111"/>
            <a:chOff x="0" y="0"/>
            <a:chExt cx="691356" cy="691356"/>
          </a:xfrm>
        </p:grpSpPr>
        <p:sp>
          <p:nvSpPr>
            <p:cNvPr id="41"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42" name="K" descr="K"/>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3" name="F"/>
          <p:cNvGrpSpPr/>
          <p:nvPr/>
        </p:nvGrpSpPr>
        <p:grpSpPr>
          <a:xfrm>
            <a:off x="4181158" y="4060262"/>
            <a:ext cx="486110" cy="486111"/>
            <a:chOff x="0" y="0"/>
            <a:chExt cx="691356" cy="691356"/>
          </a:xfrm>
        </p:grpSpPr>
        <p:sp>
          <p:nvSpPr>
            <p:cNvPr id="44"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5" name="F" descr="F"/>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6"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7"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8" name="Line"/>
          <p:cNvSpPr/>
          <p:nvPr/>
        </p:nvSpPr>
        <p:spPr>
          <a:xfrm flipH="1">
            <a:off x="6234910" y="3835857"/>
            <a:ext cx="70113" cy="232045"/>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Connection Line"/>
          <p:cNvSpPr/>
          <p:nvPr/>
        </p:nvSpPr>
        <p:spPr>
          <a:xfrm>
            <a:off x="5414718"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0" name="Connection Line"/>
          <p:cNvSpPr/>
          <p:nvPr/>
        </p:nvSpPr>
        <p:spPr>
          <a:xfrm>
            <a:off x="5557593"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1" name="Line"/>
          <p:cNvSpPr/>
          <p:nvPr/>
        </p:nvSpPr>
        <p:spPr>
          <a:xfrm flipH="1">
            <a:off x="5658359" y="3813615"/>
            <a:ext cx="70113" cy="232045"/>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Connection Line"/>
          <p:cNvSpPr/>
          <p:nvPr/>
        </p:nvSpPr>
        <p:spPr>
          <a:xfrm>
            <a:off x="48402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3" name="Connection Line"/>
          <p:cNvSpPr/>
          <p:nvPr/>
        </p:nvSpPr>
        <p:spPr>
          <a:xfrm>
            <a:off x="49831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4" name="Line"/>
          <p:cNvSpPr/>
          <p:nvPr/>
        </p:nvSpPr>
        <p:spPr>
          <a:xfrm flipH="1">
            <a:off x="5083934" y="3813615"/>
            <a:ext cx="70113" cy="232045"/>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5" name="Connection Line"/>
          <p:cNvSpPr/>
          <p:nvPr/>
        </p:nvSpPr>
        <p:spPr>
          <a:xfrm>
            <a:off x="4265871"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6" name="Connection Line"/>
          <p:cNvSpPr/>
          <p:nvPr/>
        </p:nvSpPr>
        <p:spPr>
          <a:xfrm>
            <a:off x="4408746"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7" name="Line"/>
          <p:cNvSpPr/>
          <p:nvPr/>
        </p:nvSpPr>
        <p:spPr>
          <a:xfrm flipH="1">
            <a:off x="4509510" y="3813615"/>
            <a:ext cx="70113" cy="232045"/>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8" name="Connection Line"/>
          <p:cNvSpPr/>
          <p:nvPr/>
        </p:nvSpPr>
        <p:spPr>
          <a:xfrm>
            <a:off x="3691447"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9" name="Connection Line"/>
          <p:cNvSpPr/>
          <p:nvPr/>
        </p:nvSpPr>
        <p:spPr>
          <a:xfrm>
            <a:off x="3834322"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0" name="Line"/>
          <p:cNvSpPr/>
          <p:nvPr/>
        </p:nvSpPr>
        <p:spPr>
          <a:xfrm flipH="1">
            <a:off x="3935086" y="3791372"/>
            <a:ext cx="70113" cy="232045"/>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1" name="Connection Line"/>
          <p:cNvSpPr/>
          <p:nvPr/>
        </p:nvSpPr>
        <p:spPr>
          <a:xfrm>
            <a:off x="6563567"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2" name="Connection Line"/>
          <p:cNvSpPr/>
          <p:nvPr/>
        </p:nvSpPr>
        <p:spPr>
          <a:xfrm>
            <a:off x="6706442"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3" name="Line"/>
          <p:cNvSpPr/>
          <p:nvPr/>
        </p:nvSpPr>
        <p:spPr>
          <a:xfrm flipH="1">
            <a:off x="6807207" y="3813615"/>
            <a:ext cx="70113" cy="232045"/>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4" name="Connection Line"/>
          <p:cNvSpPr/>
          <p:nvPr/>
        </p:nvSpPr>
        <p:spPr>
          <a:xfrm>
            <a:off x="713161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5" name="Connection Line"/>
          <p:cNvSpPr/>
          <p:nvPr/>
        </p:nvSpPr>
        <p:spPr>
          <a:xfrm>
            <a:off x="727448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6" name="Line"/>
          <p:cNvSpPr/>
          <p:nvPr/>
        </p:nvSpPr>
        <p:spPr>
          <a:xfrm flipH="1">
            <a:off x="7375249" y="3813615"/>
            <a:ext cx="70113" cy="232045"/>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7" name="Connection Line"/>
          <p:cNvSpPr/>
          <p:nvPr/>
        </p:nvSpPr>
        <p:spPr>
          <a:xfrm>
            <a:off x="7716671"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8" name="Connection Line"/>
          <p:cNvSpPr/>
          <p:nvPr/>
        </p:nvSpPr>
        <p:spPr>
          <a:xfrm>
            <a:off x="7859546"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9" name="Line"/>
          <p:cNvSpPr/>
          <p:nvPr/>
        </p:nvSpPr>
        <p:spPr>
          <a:xfrm flipH="1">
            <a:off x="7960310" y="3813615"/>
            <a:ext cx="70113" cy="232045"/>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0" name="Connection Line"/>
          <p:cNvSpPr/>
          <p:nvPr/>
        </p:nvSpPr>
        <p:spPr>
          <a:xfrm>
            <a:off x="827195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1" name="Connection Line"/>
          <p:cNvSpPr/>
          <p:nvPr/>
        </p:nvSpPr>
        <p:spPr>
          <a:xfrm>
            <a:off x="841482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2" name="Line"/>
          <p:cNvSpPr/>
          <p:nvPr/>
        </p:nvSpPr>
        <p:spPr>
          <a:xfrm flipH="1">
            <a:off x="8515591" y="3813615"/>
            <a:ext cx="70112" cy="232045"/>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3" name="Connection Line"/>
          <p:cNvSpPr/>
          <p:nvPr/>
        </p:nvSpPr>
        <p:spPr>
          <a:xfrm>
            <a:off x="886126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4" name="Connection Line"/>
          <p:cNvSpPr/>
          <p:nvPr/>
        </p:nvSpPr>
        <p:spPr>
          <a:xfrm>
            <a:off x="900414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5" name="Line"/>
          <p:cNvSpPr/>
          <p:nvPr/>
        </p:nvSpPr>
        <p:spPr>
          <a:xfrm flipH="1">
            <a:off x="9104904" y="3813615"/>
            <a:ext cx="70113" cy="232045"/>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6" name="Connection Line"/>
          <p:cNvSpPr/>
          <p:nvPr/>
        </p:nvSpPr>
        <p:spPr>
          <a:xfrm>
            <a:off x="9439942"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7" name="Connection Line"/>
          <p:cNvSpPr/>
          <p:nvPr/>
        </p:nvSpPr>
        <p:spPr>
          <a:xfrm>
            <a:off x="9582817"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8" name="Line"/>
          <p:cNvSpPr/>
          <p:nvPr/>
        </p:nvSpPr>
        <p:spPr>
          <a:xfrm flipH="1">
            <a:off x="9683583" y="3813615"/>
            <a:ext cx="70113" cy="232045"/>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9" name="Connection Line"/>
          <p:cNvSpPr/>
          <p:nvPr/>
        </p:nvSpPr>
        <p:spPr>
          <a:xfrm>
            <a:off x="100164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0" name="Connection Line"/>
          <p:cNvSpPr/>
          <p:nvPr/>
        </p:nvSpPr>
        <p:spPr>
          <a:xfrm>
            <a:off x="101593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1" name="Line"/>
          <p:cNvSpPr/>
          <p:nvPr/>
        </p:nvSpPr>
        <p:spPr>
          <a:xfrm flipH="1">
            <a:off x="10260134" y="3813615"/>
            <a:ext cx="70113" cy="232045"/>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Tree>
    <p:extLst>
      <p:ext uri="{BB962C8B-B14F-4D97-AF65-F5344CB8AC3E}">
        <p14:creationId xmlns:p14="http://schemas.microsoft.com/office/powerpoint/2010/main" val="21804579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8" name="Table"/>
          <p:cNvGraphicFramePr/>
          <p:nvPr>
            <p:extLst>
              <p:ext uri="{D42A27DB-BD31-4B8C-83A1-F6EECF244321}">
                <p14:modId xmlns:p14="http://schemas.microsoft.com/office/powerpoint/2010/main" val="59157174"/>
              </p:ext>
            </p:extLst>
          </p:nvPr>
        </p:nvGraphicFramePr>
        <p:xfrm>
          <a:off x="3813506" y="2298899"/>
          <a:ext cx="7349136" cy="541501"/>
        </p:xfrm>
        <a:graphic>
          <a:graphicData uri="http://schemas.openxmlformats.org/drawingml/2006/table">
            <a:tbl>
              <a:tblPr>
                <a:tableStyleId>{E8B1032C-EA38-4F05-BA0D-38AFFFC7BED3}</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2</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7</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19" name="Table"/>
          <p:cNvGraphicFramePr/>
          <p:nvPr/>
        </p:nvGraphicFramePr>
        <p:xfrm>
          <a:off x="3813505" y="1825625"/>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a:sym typeface="Helvetica"/>
                        </a:rPr>
                        <a:t>E</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F</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I</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D</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C</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A</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J</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L</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G</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K</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B</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H</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22" name="Table"/>
          <p:cNvGraphicFramePr/>
          <p:nvPr/>
        </p:nvGraphicFramePr>
        <p:xfrm>
          <a:off x="3813505" y="2727184"/>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a:sym typeface="Helvetica"/>
                        </a:rPr>
                        <a:t>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2</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7</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9</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sp>
        <p:nvSpPr>
          <p:cNvPr id="2" name="Title 1"/>
          <p:cNvSpPr>
            <a:spLocks noGrp="1"/>
          </p:cNvSpPr>
          <p:nvPr>
            <p:ph type="title"/>
          </p:nvPr>
        </p:nvSpPr>
        <p:spPr/>
        <p:txBody>
          <a:bodyPr/>
          <a:lstStyle/>
          <a:p>
            <a:r>
              <a:rPr lang="tr-TR" dirty="0" err="1"/>
              <a:t>Union</a:t>
            </a:r>
            <a:r>
              <a:rPr lang="tr-TR" dirty="0"/>
              <a:t> İşlemi</a:t>
            </a:r>
          </a:p>
        </p:txBody>
      </p:sp>
      <p:sp>
        <p:nvSpPr>
          <p:cNvPr id="9" name="Union(C,K)…"/>
          <p:cNvSpPr/>
          <p:nvPr/>
        </p:nvSpPr>
        <p:spPr>
          <a:xfrm>
            <a:off x="1253343" y="2118567"/>
            <a:ext cx="1580294" cy="3765454"/>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nchor="ctr">
            <a:spAutoFit/>
          </a:bodyPr>
          <a:lstStyle/>
          <a:p>
            <a:pPr algn="l">
              <a:defRPr sz="2800"/>
            </a:pPr>
            <a:r>
              <a:rPr sz="2000" dirty="0">
                <a:solidFill>
                  <a:srgbClr val="FF0000"/>
                </a:solidFill>
                <a:latin typeface="Consolas" panose="020B0609020204030204" pitchFamily="49" charset="0"/>
                <a:cs typeface="Arial" panose="020B0604020202020204" pitchFamily="34" charset="0"/>
              </a:rPr>
              <a:t>Union(C,K)</a:t>
            </a:r>
          </a:p>
          <a:p>
            <a:pPr algn="l">
              <a:defRPr sz="2800"/>
            </a:pPr>
            <a:r>
              <a:rPr sz="2000" dirty="0">
                <a:latin typeface="Consolas" panose="020B0609020204030204" pitchFamily="49" charset="0"/>
                <a:cs typeface="Arial" panose="020B0604020202020204" pitchFamily="34" charset="0"/>
              </a:rPr>
              <a:t>Union(F,E)</a:t>
            </a:r>
          </a:p>
          <a:p>
            <a:pPr algn="l">
              <a:defRPr sz="2800"/>
            </a:pPr>
            <a:r>
              <a:rPr sz="2000" dirty="0">
                <a:latin typeface="Consolas" panose="020B0609020204030204" pitchFamily="49" charset="0"/>
                <a:cs typeface="Arial" panose="020B0604020202020204" pitchFamily="34" charset="0"/>
              </a:rPr>
              <a:t>Union(A,J)</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Union(C,D)</a:t>
            </a:r>
          </a:p>
          <a:p>
            <a:pPr algn="l">
              <a:defRPr sz="2800"/>
            </a:pPr>
            <a:r>
              <a:rPr sz="2000" dirty="0">
                <a:latin typeface="Consolas" panose="020B0609020204030204" pitchFamily="49" charset="0"/>
                <a:cs typeface="Arial" panose="020B0604020202020204" pitchFamily="34" charset="0"/>
              </a:rPr>
              <a:t>Union(D,I)</a:t>
            </a:r>
          </a:p>
          <a:p>
            <a:pPr algn="l">
              <a:defRPr sz="2800"/>
            </a:pPr>
            <a:r>
              <a:rPr sz="2000" dirty="0">
                <a:latin typeface="Consolas" panose="020B0609020204030204" pitchFamily="49" charset="0"/>
                <a:cs typeface="Arial" panose="020B0604020202020204" pitchFamily="34" charset="0"/>
              </a:rPr>
              <a:t>Union(L,F)</a:t>
            </a:r>
          </a:p>
          <a:p>
            <a:pPr algn="l">
              <a:defRPr sz="2800"/>
            </a:pPr>
            <a:r>
              <a:rPr sz="2000" dirty="0">
                <a:latin typeface="Consolas" panose="020B0609020204030204" pitchFamily="49" charset="0"/>
                <a:cs typeface="Arial" panose="020B0604020202020204" pitchFamily="34" charset="0"/>
              </a:rPr>
              <a:t>Union(C,A)</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Union(H,G)</a:t>
            </a:r>
          </a:p>
          <a:p>
            <a:pPr algn="l">
              <a:defRPr sz="2800"/>
            </a:pPr>
            <a:r>
              <a:rPr sz="2000" dirty="0">
                <a:latin typeface="Consolas" panose="020B0609020204030204" pitchFamily="49" charset="0"/>
                <a:cs typeface="Arial" panose="020B0604020202020204" pitchFamily="34" charset="0"/>
              </a:rPr>
              <a:t>Union(H,F)</a:t>
            </a:r>
          </a:p>
          <a:p>
            <a:pPr algn="l">
              <a:defRPr sz="2800"/>
            </a:pPr>
            <a:r>
              <a:rPr sz="2000" dirty="0">
                <a:latin typeface="Consolas" panose="020B0609020204030204" pitchFamily="49" charset="0"/>
                <a:cs typeface="Arial" panose="020B0604020202020204" pitchFamily="34" charset="0"/>
              </a:rPr>
              <a:t>Union(H,B)</a:t>
            </a:r>
          </a:p>
        </p:txBody>
      </p:sp>
      <p:grpSp>
        <p:nvGrpSpPr>
          <p:cNvPr id="10" name="H"/>
          <p:cNvGrpSpPr/>
          <p:nvPr/>
        </p:nvGrpSpPr>
        <p:grpSpPr>
          <a:xfrm>
            <a:off x="9925401" y="4060262"/>
            <a:ext cx="486110" cy="486111"/>
            <a:chOff x="0" y="0"/>
            <a:chExt cx="691356" cy="691356"/>
          </a:xfrm>
        </p:grpSpPr>
        <p:sp>
          <p:nvSpPr>
            <p:cNvPr id="11"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12" name="H" descr="H"/>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B"/>
          <p:cNvGrpSpPr/>
          <p:nvPr/>
        </p:nvGrpSpPr>
        <p:grpSpPr>
          <a:xfrm>
            <a:off x="9350976" y="4060262"/>
            <a:ext cx="486110" cy="486111"/>
            <a:chOff x="0" y="0"/>
            <a:chExt cx="691356" cy="691356"/>
          </a:xfrm>
        </p:grpSpPr>
        <p:sp>
          <p:nvSpPr>
            <p:cNvPr id="14"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5" name="B" descr="B"/>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C"/>
          <p:cNvGrpSpPr/>
          <p:nvPr/>
        </p:nvGrpSpPr>
        <p:grpSpPr>
          <a:xfrm>
            <a:off x="5904431" y="4060262"/>
            <a:ext cx="486110" cy="486111"/>
            <a:chOff x="0" y="0"/>
            <a:chExt cx="691356" cy="691356"/>
          </a:xfrm>
        </p:grpSpPr>
        <p:sp>
          <p:nvSpPr>
            <p:cNvPr id="17"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8" name="C" descr="C"/>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D"/>
          <p:cNvGrpSpPr/>
          <p:nvPr/>
        </p:nvGrpSpPr>
        <p:grpSpPr>
          <a:xfrm>
            <a:off x="5330007" y="4060262"/>
            <a:ext cx="486110" cy="486111"/>
            <a:chOff x="0" y="0"/>
            <a:chExt cx="691356" cy="691356"/>
          </a:xfrm>
        </p:grpSpPr>
        <p:sp>
          <p:nvSpPr>
            <p:cNvPr id="20"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21" name="D" descr="D"/>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E"/>
          <p:cNvGrpSpPr/>
          <p:nvPr/>
        </p:nvGrpSpPr>
        <p:grpSpPr>
          <a:xfrm>
            <a:off x="3606734" y="4060262"/>
            <a:ext cx="486110" cy="486111"/>
            <a:chOff x="0" y="0"/>
            <a:chExt cx="691356" cy="691356"/>
          </a:xfrm>
        </p:grpSpPr>
        <p:sp>
          <p:nvSpPr>
            <p:cNvPr id="23"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4" name="E" descr="E"/>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L"/>
          <p:cNvGrpSpPr/>
          <p:nvPr/>
        </p:nvGrpSpPr>
        <p:grpSpPr>
          <a:xfrm>
            <a:off x="7627703" y="4060262"/>
            <a:ext cx="486111" cy="486111"/>
            <a:chOff x="0" y="0"/>
            <a:chExt cx="691356" cy="691356"/>
          </a:xfrm>
        </p:grpSpPr>
        <p:sp>
          <p:nvSpPr>
            <p:cNvPr id="26"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7" name="L" descr="L"/>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G"/>
          <p:cNvGrpSpPr/>
          <p:nvPr/>
        </p:nvGrpSpPr>
        <p:grpSpPr>
          <a:xfrm>
            <a:off x="8202128" y="4060262"/>
            <a:ext cx="486110" cy="486111"/>
            <a:chOff x="0" y="0"/>
            <a:chExt cx="691356" cy="691356"/>
          </a:xfrm>
        </p:grpSpPr>
        <p:sp>
          <p:nvSpPr>
            <p:cNvPr id="29"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30" name="G" descr="G"/>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A"/>
          <p:cNvGrpSpPr/>
          <p:nvPr/>
        </p:nvGrpSpPr>
        <p:grpSpPr>
          <a:xfrm>
            <a:off x="6478855" y="4060262"/>
            <a:ext cx="486110" cy="486111"/>
            <a:chOff x="0" y="0"/>
            <a:chExt cx="691356" cy="691356"/>
          </a:xfrm>
        </p:grpSpPr>
        <p:sp>
          <p:nvSpPr>
            <p:cNvPr id="32"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3" name="A" descr="A"/>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I"/>
          <p:cNvGrpSpPr/>
          <p:nvPr/>
        </p:nvGrpSpPr>
        <p:grpSpPr>
          <a:xfrm>
            <a:off x="4755583" y="4060262"/>
            <a:ext cx="486110" cy="486111"/>
            <a:chOff x="0" y="0"/>
            <a:chExt cx="691356" cy="691356"/>
          </a:xfrm>
        </p:grpSpPr>
        <p:sp>
          <p:nvSpPr>
            <p:cNvPr id="35"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6" name="I" descr="I"/>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J"/>
          <p:cNvGrpSpPr/>
          <p:nvPr/>
        </p:nvGrpSpPr>
        <p:grpSpPr>
          <a:xfrm>
            <a:off x="7053280" y="4060262"/>
            <a:ext cx="486110" cy="486111"/>
            <a:chOff x="0" y="0"/>
            <a:chExt cx="691356" cy="691356"/>
          </a:xfrm>
        </p:grpSpPr>
        <p:sp>
          <p:nvSpPr>
            <p:cNvPr id="38"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9" name="J" descr="J"/>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K"/>
          <p:cNvGrpSpPr/>
          <p:nvPr/>
        </p:nvGrpSpPr>
        <p:grpSpPr>
          <a:xfrm>
            <a:off x="5891090" y="4875556"/>
            <a:ext cx="486110" cy="486111"/>
            <a:chOff x="0" y="0"/>
            <a:chExt cx="691356" cy="691356"/>
          </a:xfrm>
        </p:grpSpPr>
        <p:sp>
          <p:nvSpPr>
            <p:cNvPr id="41"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42" name="K" descr="K"/>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3" name="F"/>
          <p:cNvGrpSpPr/>
          <p:nvPr/>
        </p:nvGrpSpPr>
        <p:grpSpPr>
          <a:xfrm>
            <a:off x="4181158" y="4060262"/>
            <a:ext cx="486110" cy="486111"/>
            <a:chOff x="0" y="0"/>
            <a:chExt cx="691356" cy="691356"/>
          </a:xfrm>
        </p:grpSpPr>
        <p:sp>
          <p:nvSpPr>
            <p:cNvPr id="44"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5" name="F" descr="F"/>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6"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7"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8"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Connection Line"/>
          <p:cNvSpPr/>
          <p:nvPr/>
        </p:nvSpPr>
        <p:spPr>
          <a:xfrm>
            <a:off x="5414718"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0" name="Connection Line"/>
          <p:cNvSpPr/>
          <p:nvPr/>
        </p:nvSpPr>
        <p:spPr>
          <a:xfrm>
            <a:off x="5557593"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1" name="Line"/>
          <p:cNvSpPr/>
          <p:nvPr/>
        </p:nvSpPr>
        <p:spPr>
          <a:xfrm flipH="1">
            <a:off x="5658359"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Connection Line"/>
          <p:cNvSpPr/>
          <p:nvPr/>
        </p:nvSpPr>
        <p:spPr>
          <a:xfrm>
            <a:off x="48402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3" name="Connection Line"/>
          <p:cNvSpPr/>
          <p:nvPr/>
        </p:nvSpPr>
        <p:spPr>
          <a:xfrm>
            <a:off x="49831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4" name="Line"/>
          <p:cNvSpPr/>
          <p:nvPr/>
        </p:nvSpPr>
        <p:spPr>
          <a:xfrm flipH="1">
            <a:off x="5083934"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5" name="Connection Line"/>
          <p:cNvSpPr/>
          <p:nvPr/>
        </p:nvSpPr>
        <p:spPr>
          <a:xfrm>
            <a:off x="4265871"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6" name="Connection Line"/>
          <p:cNvSpPr/>
          <p:nvPr/>
        </p:nvSpPr>
        <p:spPr>
          <a:xfrm>
            <a:off x="4408746"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7" name="Line"/>
          <p:cNvSpPr/>
          <p:nvPr/>
        </p:nvSpPr>
        <p:spPr>
          <a:xfrm flipH="1">
            <a:off x="4509510"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8" name="Connection Line"/>
          <p:cNvSpPr/>
          <p:nvPr/>
        </p:nvSpPr>
        <p:spPr>
          <a:xfrm>
            <a:off x="3691447"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9" name="Connection Line"/>
          <p:cNvSpPr/>
          <p:nvPr/>
        </p:nvSpPr>
        <p:spPr>
          <a:xfrm>
            <a:off x="3834322"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0" name="Line"/>
          <p:cNvSpPr/>
          <p:nvPr/>
        </p:nvSpPr>
        <p:spPr>
          <a:xfrm flipH="1">
            <a:off x="3935086" y="3791372"/>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1" name="Connection Line"/>
          <p:cNvSpPr/>
          <p:nvPr/>
        </p:nvSpPr>
        <p:spPr>
          <a:xfrm>
            <a:off x="6563567"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2" name="Connection Line"/>
          <p:cNvSpPr/>
          <p:nvPr/>
        </p:nvSpPr>
        <p:spPr>
          <a:xfrm>
            <a:off x="6706442"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3" name="Line"/>
          <p:cNvSpPr/>
          <p:nvPr/>
        </p:nvSpPr>
        <p:spPr>
          <a:xfrm flipH="1">
            <a:off x="6807207"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4" name="Connection Line"/>
          <p:cNvSpPr/>
          <p:nvPr/>
        </p:nvSpPr>
        <p:spPr>
          <a:xfrm>
            <a:off x="713161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5" name="Connection Line"/>
          <p:cNvSpPr/>
          <p:nvPr/>
        </p:nvSpPr>
        <p:spPr>
          <a:xfrm>
            <a:off x="727448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6" name="Line"/>
          <p:cNvSpPr/>
          <p:nvPr/>
        </p:nvSpPr>
        <p:spPr>
          <a:xfrm flipH="1">
            <a:off x="7375249"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7" name="Connection Line"/>
          <p:cNvSpPr/>
          <p:nvPr/>
        </p:nvSpPr>
        <p:spPr>
          <a:xfrm>
            <a:off x="7716671"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8" name="Connection Line"/>
          <p:cNvSpPr/>
          <p:nvPr/>
        </p:nvSpPr>
        <p:spPr>
          <a:xfrm>
            <a:off x="7859546"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9" name="Line"/>
          <p:cNvSpPr/>
          <p:nvPr/>
        </p:nvSpPr>
        <p:spPr>
          <a:xfrm flipH="1">
            <a:off x="7960310"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0" name="Connection Line"/>
          <p:cNvSpPr/>
          <p:nvPr/>
        </p:nvSpPr>
        <p:spPr>
          <a:xfrm>
            <a:off x="827195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1" name="Connection Line"/>
          <p:cNvSpPr/>
          <p:nvPr/>
        </p:nvSpPr>
        <p:spPr>
          <a:xfrm>
            <a:off x="841482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2" name="Line"/>
          <p:cNvSpPr/>
          <p:nvPr/>
        </p:nvSpPr>
        <p:spPr>
          <a:xfrm flipH="1">
            <a:off x="8515591" y="3813615"/>
            <a:ext cx="70112"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5"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6" name="Connection Line"/>
          <p:cNvSpPr/>
          <p:nvPr/>
        </p:nvSpPr>
        <p:spPr>
          <a:xfrm>
            <a:off x="9439942"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7" name="Connection Line"/>
          <p:cNvSpPr/>
          <p:nvPr/>
        </p:nvSpPr>
        <p:spPr>
          <a:xfrm>
            <a:off x="9582817"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8" name="Line"/>
          <p:cNvSpPr/>
          <p:nvPr/>
        </p:nvSpPr>
        <p:spPr>
          <a:xfrm flipH="1">
            <a:off x="9683583"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9" name="Connection Line"/>
          <p:cNvSpPr/>
          <p:nvPr/>
        </p:nvSpPr>
        <p:spPr>
          <a:xfrm>
            <a:off x="100164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0" name="Connection Line"/>
          <p:cNvSpPr/>
          <p:nvPr/>
        </p:nvSpPr>
        <p:spPr>
          <a:xfrm>
            <a:off x="101593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1" name="Line"/>
          <p:cNvSpPr/>
          <p:nvPr/>
        </p:nvSpPr>
        <p:spPr>
          <a:xfrm flipH="1">
            <a:off x="10260134"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Tree>
    <p:extLst>
      <p:ext uri="{BB962C8B-B14F-4D97-AF65-F5344CB8AC3E}">
        <p14:creationId xmlns:p14="http://schemas.microsoft.com/office/powerpoint/2010/main" val="18239603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8" name="Table"/>
          <p:cNvGraphicFramePr/>
          <p:nvPr>
            <p:extLst>
              <p:ext uri="{D42A27DB-BD31-4B8C-83A1-F6EECF244321}">
                <p14:modId xmlns:p14="http://schemas.microsoft.com/office/powerpoint/2010/main" val="2079013521"/>
              </p:ext>
            </p:extLst>
          </p:nvPr>
        </p:nvGraphicFramePr>
        <p:xfrm>
          <a:off x="3813506" y="2298899"/>
          <a:ext cx="7349136" cy="541501"/>
        </p:xfrm>
        <a:graphic>
          <a:graphicData uri="http://schemas.openxmlformats.org/drawingml/2006/table">
            <a:tbl>
              <a:tblPr>
                <a:tableStyleId>{E8B1032C-EA38-4F05-BA0D-38AFFFC7BED3}</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b="0" dirty="0" smtClean="0">
                          <a:solidFill>
                            <a:srgbClr val="000000"/>
                          </a:solidFill>
                          <a:latin typeface="+mn-lt"/>
                          <a:ea typeface="+mn-ea"/>
                          <a:cs typeface="+mn-cs"/>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2</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7</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19" name="Table"/>
          <p:cNvGraphicFramePr/>
          <p:nvPr/>
        </p:nvGraphicFramePr>
        <p:xfrm>
          <a:off x="3813505" y="1825625"/>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a:sym typeface="Helvetica"/>
                        </a:rPr>
                        <a:t>E</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F</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I</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D</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C</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A</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J</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L</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G</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K</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B</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H</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22" name="Table"/>
          <p:cNvGraphicFramePr/>
          <p:nvPr/>
        </p:nvGraphicFramePr>
        <p:xfrm>
          <a:off x="3813505" y="2727184"/>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2</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7</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9</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sp>
        <p:nvSpPr>
          <p:cNvPr id="2" name="Title 1"/>
          <p:cNvSpPr>
            <a:spLocks noGrp="1"/>
          </p:cNvSpPr>
          <p:nvPr>
            <p:ph type="title"/>
          </p:nvPr>
        </p:nvSpPr>
        <p:spPr/>
        <p:txBody>
          <a:bodyPr/>
          <a:lstStyle/>
          <a:p>
            <a:r>
              <a:rPr lang="tr-TR" dirty="0" err="1"/>
              <a:t>Union</a:t>
            </a:r>
            <a:r>
              <a:rPr lang="tr-TR" dirty="0"/>
              <a:t> İşlemi</a:t>
            </a:r>
          </a:p>
        </p:txBody>
      </p:sp>
      <p:sp>
        <p:nvSpPr>
          <p:cNvPr id="9" name="Union(C,K)…"/>
          <p:cNvSpPr/>
          <p:nvPr/>
        </p:nvSpPr>
        <p:spPr>
          <a:xfrm>
            <a:off x="1253343" y="2118567"/>
            <a:ext cx="1580294" cy="3765454"/>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nchor="ctr">
            <a:spAutoFit/>
          </a:bodyPr>
          <a:lstStyle/>
          <a:p>
            <a:pPr algn="l">
              <a:defRPr sz="2800"/>
            </a:pPr>
            <a:r>
              <a:rPr sz="2000" dirty="0">
                <a:latin typeface="Consolas" panose="020B0609020204030204" pitchFamily="49" charset="0"/>
                <a:cs typeface="Arial" panose="020B0604020202020204" pitchFamily="34" charset="0"/>
              </a:rPr>
              <a:t>Union(C,K)</a:t>
            </a:r>
          </a:p>
          <a:p>
            <a:pPr algn="l">
              <a:defRPr sz="2800"/>
            </a:pPr>
            <a:r>
              <a:rPr sz="2000" dirty="0">
                <a:solidFill>
                  <a:srgbClr val="FF0000"/>
                </a:solidFill>
                <a:latin typeface="Consolas" panose="020B0609020204030204" pitchFamily="49" charset="0"/>
                <a:cs typeface="Arial" panose="020B0604020202020204" pitchFamily="34" charset="0"/>
              </a:rPr>
              <a:t>Union(F,E)</a:t>
            </a:r>
          </a:p>
          <a:p>
            <a:pPr algn="l">
              <a:defRPr sz="2800"/>
            </a:pPr>
            <a:r>
              <a:rPr sz="2000" dirty="0">
                <a:latin typeface="Consolas" panose="020B0609020204030204" pitchFamily="49" charset="0"/>
                <a:cs typeface="Arial" panose="020B0604020202020204" pitchFamily="34" charset="0"/>
              </a:rPr>
              <a:t>Union(A,J)</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Union(C,D)</a:t>
            </a:r>
          </a:p>
          <a:p>
            <a:pPr algn="l">
              <a:defRPr sz="2800"/>
            </a:pPr>
            <a:r>
              <a:rPr sz="2000" dirty="0">
                <a:latin typeface="Consolas" panose="020B0609020204030204" pitchFamily="49" charset="0"/>
                <a:cs typeface="Arial" panose="020B0604020202020204" pitchFamily="34" charset="0"/>
              </a:rPr>
              <a:t>Union(D,I)</a:t>
            </a:r>
          </a:p>
          <a:p>
            <a:pPr algn="l">
              <a:defRPr sz="2800"/>
            </a:pPr>
            <a:r>
              <a:rPr sz="2000" dirty="0">
                <a:latin typeface="Consolas" panose="020B0609020204030204" pitchFamily="49" charset="0"/>
                <a:cs typeface="Arial" panose="020B0604020202020204" pitchFamily="34" charset="0"/>
              </a:rPr>
              <a:t>Union(L,F)</a:t>
            </a:r>
          </a:p>
          <a:p>
            <a:pPr algn="l">
              <a:defRPr sz="2800"/>
            </a:pPr>
            <a:r>
              <a:rPr sz="2000" dirty="0">
                <a:latin typeface="Consolas" panose="020B0609020204030204" pitchFamily="49" charset="0"/>
                <a:cs typeface="Arial" panose="020B0604020202020204" pitchFamily="34" charset="0"/>
              </a:rPr>
              <a:t>Union(C,A)</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Union(H,G)</a:t>
            </a:r>
          </a:p>
          <a:p>
            <a:pPr algn="l">
              <a:defRPr sz="2800"/>
            </a:pPr>
            <a:r>
              <a:rPr sz="2000" dirty="0">
                <a:latin typeface="Consolas" panose="020B0609020204030204" pitchFamily="49" charset="0"/>
                <a:cs typeface="Arial" panose="020B0604020202020204" pitchFamily="34" charset="0"/>
              </a:rPr>
              <a:t>Union(H,F)</a:t>
            </a:r>
          </a:p>
          <a:p>
            <a:pPr algn="l">
              <a:defRPr sz="2800"/>
            </a:pPr>
            <a:r>
              <a:rPr sz="2000" dirty="0">
                <a:latin typeface="Consolas" panose="020B0609020204030204" pitchFamily="49" charset="0"/>
                <a:cs typeface="Arial" panose="020B0604020202020204" pitchFamily="34" charset="0"/>
              </a:rPr>
              <a:t>Union(H,B)</a:t>
            </a:r>
          </a:p>
        </p:txBody>
      </p:sp>
      <p:grpSp>
        <p:nvGrpSpPr>
          <p:cNvPr id="10" name="H"/>
          <p:cNvGrpSpPr/>
          <p:nvPr/>
        </p:nvGrpSpPr>
        <p:grpSpPr>
          <a:xfrm>
            <a:off x="9925401" y="4060262"/>
            <a:ext cx="486110" cy="486111"/>
            <a:chOff x="0" y="0"/>
            <a:chExt cx="691356" cy="691356"/>
          </a:xfrm>
        </p:grpSpPr>
        <p:sp>
          <p:nvSpPr>
            <p:cNvPr id="11"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12" name="H" descr="H"/>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B"/>
          <p:cNvGrpSpPr/>
          <p:nvPr/>
        </p:nvGrpSpPr>
        <p:grpSpPr>
          <a:xfrm>
            <a:off x="9350976" y="4060262"/>
            <a:ext cx="486110" cy="486111"/>
            <a:chOff x="0" y="0"/>
            <a:chExt cx="691356" cy="691356"/>
          </a:xfrm>
        </p:grpSpPr>
        <p:sp>
          <p:nvSpPr>
            <p:cNvPr id="14"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5" name="B" descr="B"/>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C"/>
          <p:cNvGrpSpPr/>
          <p:nvPr/>
        </p:nvGrpSpPr>
        <p:grpSpPr>
          <a:xfrm>
            <a:off x="5904431" y="4060262"/>
            <a:ext cx="486110" cy="486111"/>
            <a:chOff x="0" y="0"/>
            <a:chExt cx="691356" cy="691356"/>
          </a:xfrm>
        </p:grpSpPr>
        <p:sp>
          <p:nvSpPr>
            <p:cNvPr id="17"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8" name="C" descr="C"/>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D"/>
          <p:cNvGrpSpPr/>
          <p:nvPr/>
        </p:nvGrpSpPr>
        <p:grpSpPr>
          <a:xfrm>
            <a:off x="5330007" y="4060262"/>
            <a:ext cx="486110" cy="486111"/>
            <a:chOff x="0" y="0"/>
            <a:chExt cx="691356" cy="691356"/>
          </a:xfrm>
        </p:grpSpPr>
        <p:sp>
          <p:nvSpPr>
            <p:cNvPr id="20"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21" name="D" descr="D"/>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E"/>
          <p:cNvGrpSpPr/>
          <p:nvPr/>
        </p:nvGrpSpPr>
        <p:grpSpPr>
          <a:xfrm>
            <a:off x="3606734" y="4060262"/>
            <a:ext cx="486110" cy="486111"/>
            <a:chOff x="0" y="0"/>
            <a:chExt cx="691356" cy="691356"/>
          </a:xfrm>
        </p:grpSpPr>
        <p:sp>
          <p:nvSpPr>
            <p:cNvPr id="23"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4" name="E" descr="E"/>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L"/>
          <p:cNvGrpSpPr/>
          <p:nvPr/>
        </p:nvGrpSpPr>
        <p:grpSpPr>
          <a:xfrm>
            <a:off x="7627703" y="4060262"/>
            <a:ext cx="486111" cy="486111"/>
            <a:chOff x="0" y="0"/>
            <a:chExt cx="691356" cy="691356"/>
          </a:xfrm>
        </p:grpSpPr>
        <p:sp>
          <p:nvSpPr>
            <p:cNvPr id="26"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7" name="L" descr="L"/>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G"/>
          <p:cNvGrpSpPr/>
          <p:nvPr/>
        </p:nvGrpSpPr>
        <p:grpSpPr>
          <a:xfrm>
            <a:off x="8202128" y="4060262"/>
            <a:ext cx="486110" cy="486111"/>
            <a:chOff x="0" y="0"/>
            <a:chExt cx="691356" cy="691356"/>
          </a:xfrm>
        </p:grpSpPr>
        <p:sp>
          <p:nvSpPr>
            <p:cNvPr id="29"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30" name="G" descr="G"/>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A"/>
          <p:cNvGrpSpPr/>
          <p:nvPr/>
        </p:nvGrpSpPr>
        <p:grpSpPr>
          <a:xfrm>
            <a:off x="6478855" y="4060262"/>
            <a:ext cx="486110" cy="486111"/>
            <a:chOff x="0" y="0"/>
            <a:chExt cx="691356" cy="691356"/>
          </a:xfrm>
        </p:grpSpPr>
        <p:sp>
          <p:nvSpPr>
            <p:cNvPr id="32"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3" name="A" descr="A"/>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I"/>
          <p:cNvGrpSpPr/>
          <p:nvPr/>
        </p:nvGrpSpPr>
        <p:grpSpPr>
          <a:xfrm>
            <a:off x="4755583" y="4060262"/>
            <a:ext cx="486110" cy="486111"/>
            <a:chOff x="0" y="0"/>
            <a:chExt cx="691356" cy="691356"/>
          </a:xfrm>
        </p:grpSpPr>
        <p:sp>
          <p:nvSpPr>
            <p:cNvPr id="35"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6" name="I" descr="I"/>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J"/>
          <p:cNvGrpSpPr/>
          <p:nvPr/>
        </p:nvGrpSpPr>
        <p:grpSpPr>
          <a:xfrm>
            <a:off x="7053280" y="4060262"/>
            <a:ext cx="486110" cy="486111"/>
            <a:chOff x="0" y="0"/>
            <a:chExt cx="691356" cy="691356"/>
          </a:xfrm>
        </p:grpSpPr>
        <p:sp>
          <p:nvSpPr>
            <p:cNvPr id="38"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9" name="J" descr="J"/>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K"/>
          <p:cNvGrpSpPr/>
          <p:nvPr/>
        </p:nvGrpSpPr>
        <p:grpSpPr>
          <a:xfrm>
            <a:off x="5891090" y="4875556"/>
            <a:ext cx="486110" cy="486111"/>
            <a:chOff x="0" y="0"/>
            <a:chExt cx="691356" cy="691356"/>
          </a:xfrm>
        </p:grpSpPr>
        <p:sp>
          <p:nvSpPr>
            <p:cNvPr id="41"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42" name="K" descr="K"/>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3" name="F"/>
          <p:cNvGrpSpPr/>
          <p:nvPr/>
        </p:nvGrpSpPr>
        <p:grpSpPr>
          <a:xfrm>
            <a:off x="3606734" y="4920711"/>
            <a:ext cx="486110" cy="486111"/>
            <a:chOff x="0" y="0"/>
            <a:chExt cx="691356" cy="691356"/>
          </a:xfrm>
        </p:grpSpPr>
        <p:sp>
          <p:nvSpPr>
            <p:cNvPr id="44"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5" name="F" descr="F"/>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6"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7"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8"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Connection Line"/>
          <p:cNvSpPr/>
          <p:nvPr/>
        </p:nvSpPr>
        <p:spPr>
          <a:xfrm>
            <a:off x="5414718"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0" name="Connection Line"/>
          <p:cNvSpPr/>
          <p:nvPr/>
        </p:nvSpPr>
        <p:spPr>
          <a:xfrm>
            <a:off x="5557593"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1" name="Line"/>
          <p:cNvSpPr/>
          <p:nvPr/>
        </p:nvSpPr>
        <p:spPr>
          <a:xfrm flipH="1">
            <a:off x="5658359"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Connection Line"/>
          <p:cNvSpPr/>
          <p:nvPr/>
        </p:nvSpPr>
        <p:spPr>
          <a:xfrm>
            <a:off x="48402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3" name="Connection Line"/>
          <p:cNvSpPr/>
          <p:nvPr/>
        </p:nvSpPr>
        <p:spPr>
          <a:xfrm>
            <a:off x="49831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4" name="Line"/>
          <p:cNvSpPr/>
          <p:nvPr/>
        </p:nvSpPr>
        <p:spPr>
          <a:xfrm flipH="1">
            <a:off x="5083934"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8" name="Connection Line"/>
          <p:cNvSpPr/>
          <p:nvPr/>
        </p:nvSpPr>
        <p:spPr>
          <a:xfrm>
            <a:off x="3691447"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9" name="Connection Line"/>
          <p:cNvSpPr/>
          <p:nvPr/>
        </p:nvSpPr>
        <p:spPr>
          <a:xfrm>
            <a:off x="3834322"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0" name="Line"/>
          <p:cNvSpPr/>
          <p:nvPr/>
        </p:nvSpPr>
        <p:spPr>
          <a:xfrm flipH="1">
            <a:off x="3935086" y="3791372"/>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1" name="Connection Line"/>
          <p:cNvSpPr/>
          <p:nvPr/>
        </p:nvSpPr>
        <p:spPr>
          <a:xfrm>
            <a:off x="6563567"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2" name="Connection Line"/>
          <p:cNvSpPr/>
          <p:nvPr/>
        </p:nvSpPr>
        <p:spPr>
          <a:xfrm>
            <a:off x="6706442"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3" name="Line"/>
          <p:cNvSpPr/>
          <p:nvPr/>
        </p:nvSpPr>
        <p:spPr>
          <a:xfrm flipH="1">
            <a:off x="6807207"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4" name="Connection Line"/>
          <p:cNvSpPr/>
          <p:nvPr/>
        </p:nvSpPr>
        <p:spPr>
          <a:xfrm>
            <a:off x="713161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5" name="Connection Line"/>
          <p:cNvSpPr/>
          <p:nvPr/>
        </p:nvSpPr>
        <p:spPr>
          <a:xfrm>
            <a:off x="727448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6" name="Line"/>
          <p:cNvSpPr/>
          <p:nvPr/>
        </p:nvSpPr>
        <p:spPr>
          <a:xfrm flipH="1">
            <a:off x="7375249"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7" name="Connection Line"/>
          <p:cNvSpPr/>
          <p:nvPr/>
        </p:nvSpPr>
        <p:spPr>
          <a:xfrm>
            <a:off x="7716671"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8" name="Connection Line"/>
          <p:cNvSpPr/>
          <p:nvPr/>
        </p:nvSpPr>
        <p:spPr>
          <a:xfrm>
            <a:off x="7859546"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9" name="Line"/>
          <p:cNvSpPr/>
          <p:nvPr/>
        </p:nvSpPr>
        <p:spPr>
          <a:xfrm flipH="1">
            <a:off x="7960310"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0" name="Connection Line"/>
          <p:cNvSpPr/>
          <p:nvPr/>
        </p:nvSpPr>
        <p:spPr>
          <a:xfrm>
            <a:off x="827195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1" name="Connection Line"/>
          <p:cNvSpPr/>
          <p:nvPr/>
        </p:nvSpPr>
        <p:spPr>
          <a:xfrm>
            <a:off x="841482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2" name="Line"/>
          <p:cNvSpPr/>
          <p:nvPr/>
        </p:nvSpPr>
        <p:spPr>
          <a:xfrm flipH="1">
            <a:off x="8515591" y="3813615"/>
            <a:ext cx="70112"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5"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6" name="Connection Line"/>
          <p:cNvSpPr/>
          <p:nvPr/>
        </p:nvSpPr>
        <p:spPr>
          <a:xfrm>
            <a:off x="9439942"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7" name="Connection Line"/>
          <p:cNvSpPr/>
          <p:nvPr/>
        </p:nvSpPr>
        <p:spPr>
          <a:xfrm>
            <a:off x="9582817"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8" name="Line"/>
          <p:cNvSpPr/>
          <p:nvPr/>
        </p:nvSpPr>
        <p:spPr>
          <a:xfrm flipH="1">
            <a:off x="9683583"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9" name="Connection Line"/>
          <p:cNvSpPr/>
          <p:nvPr/>
        </p:nvSpPr>
        <p:spPr>
          <a:xfrm>
            <a:off x="100164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0" name="Connection Line"/>
          <p:cNvSpPr/>
          <p:nvPr/>
        </p:nvSpPr>
        <p:spPr>
          <a:xfrm>
            <a:off x="101593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1" name="Line"/>
          <p:cNvSpPr/>
          <p:nvPr/>
        </p:nvSpPr>
        <p:spPr>
          <a:xfrm flipH="1">
            <a:off x="10260134"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2" name="Line"/>
          <p:cNvSpPr/>
          <p:nvPr/>
        </p:nvSpPr>
        <p:spPr>
          <a:xfrm flipH="1" flipV="1">
            <a:off x="3849788" y="4573669"/>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Tree>
    <p:extLst>
      <p:ext uri="{BB962C8B-B14F-4D97-AF65-F5344CB8AC3E}">
        <p14:creationId xmlns:p14="http://schemas.microsoft.com/office/powerpoint/2010/main" val="39491893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8" name="Table"/>
          <p:cNvGraphicFramePr/>
          <p:nvPr>
            <p:extLst>
              <p:ext uri="{D42A27DB-BD31-4B8C-83A1-F6EECF244321}">
                <p14:modId xmlns:p14="http://schemas.microsoft.com/office/powerpoint/2010/main" val="3254626137"/>
              </p:ext>
            </p:extLst>
          </p:nvPr>
        </p:nvGraphicFramePr>
        <p:xfrm>
          <a:off x="3813506" y="2298899"/>
          <a:ext cx="7349136" cy="541501"/>
        </p:xfrm>
        <a:graphic>
          <a:graphicData uri="http://schemas.openxmlformats.org/drawingml/2006/table">
            <a:tbl>
              <a:tblPr>
                <a:tableStyleId>{E8B1032C-EA38-4F05-BA0D-38AFFFC7BED3}</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2</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7</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8</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19" name="Table"/>
          <p:cNvGraphicFramePr/>
          <p:nvPr/>
        </p:nvGraphicFramePr>
        <p:xfrm>
          <a:off x="3813505" y="1825625"/>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E</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F</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I</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D</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C</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A</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J</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L</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G</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K</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B</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H</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22" name="Table"/>
          <p:cNvGraphicFramePr/>
          <p:nvPr/>
        </p:nvGraphicFramePr>
        <p:xfrm>
          <a:off x="3813505" y="2727184"/>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2</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7</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9</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sp>
        <p:nvSpPr>
          <p:cNvPr id="2" name="Title 1"/>
          <p:cNvSpPr>
            <a:spLocks noGrp="1"/>
          </p:cNvSpPr>
          <p:nvPr>
            <p:ph type="title"/>
          </p:nvPr>
        </p:nvSpPr>
        <p:spPr/>
        <p:txBody>
          <a:bodyPr/>
          <a:lstStyle/>
          <a:p>
            <a:r>
              <a:rPr lang="tr-TR" dirty="0" err="1"/>
              <a:t>Union</a:t>
            </a:r>
            <a:r>
              <a:rPr lang="tr-TR" dirty="0"/>
              <a:t> İşlemi</a:t>
            </a:r>
          </a:p>
        </p:txBody>
      </p:sp>
      <p:sp>
        <p:nvSpPr>
          <p:cNvPr id="9" name="Union(C,K)…"/>
          <p:cNvSpPr/>
          <p:nvPr/>
        </p:nvSpPr>
        <p:spPr>
          <a:xfrm>
            <a:off x="1253343" y="2118567"/>
            <a:ext cx="1580294" cy="3765454"/>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nchor="ctr">
            <a:spAutoFit/>
          </a:bodyPr>
          <a:lstStyle/>
          <a:p>
            <a:pPr algn="l">
              <a:defRPr sz="2800"/>
            </a:pPr>
            <a:r>
              <a:rPr sz="2000" dirty="0">
                <a:latin typeface="Consolas" panose="020B0609020204030204" pitchFamily="49" charset="0"/>
                <a:cs typeface="Arial" panose="020B0604020202020204" pitchFamily="34" charset="0"/>
              </a:rPr>
              <a:t>Union(C,K)</a:t>
            </a:r>
          </a:p>
          <a:p>
            <a:pPr algn="l">
              <a:defRPr sz="2800"/>
            </a:pPr>
            <a:r>
              <a:rPr sz="2000" dirty="0">
                <a:latin typeface="Consolas" panose="020B0609020204030204" pitchFamily="49" charset="0"/>
                <a:cs typeface="Arial" panose="020B0604020202020204" pitchFamily="34" charset="0"/>
              </a:rPr>
              <a:t>Union(F,E)</a:t>
            </a:r>
          </a:p>
          <a:p>
            <a:pPr algn="l">
              <a:defRPr sz="2800"/>
            </a:pPr>
            <a:r>
              <a:rPr sz="2000" dirty="0">
                <a:solidFill>
                  <a:srgbClr val="FF0000"/>
                </a:solidFill>
                <a:latin typeface="Consolas" panose="020B0609020204030204" pitchFamily="49" charset="0"/>
                <a:cs typeface="Arial" panose="020B0604020202020204" pitchFamily="34" charset="0"/>
              </a:rPr>
              <a:t>Union(A,J)</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Union(C,D)</a:t>
            </a:r>
          </a:p>
          <a:p>
            <a:pPr algn="l">
              <a:defRPr sz="2800"/>
            </a:pPr>
            <a:r>
              <a:rPr sz="2000" dirty="0">
                <a:latin typeface="Consolas" panose="020B0609020204030204" pitchFamily="49" charset="0"/>
                <a:cs typeface="Arial" panose="020B0604020202020204" pitchFamily="34" charset="0"/>
              </a:rPr>
              <a:t>Union(D,I)</a:t>
            </a:r>
          </a:p>
          <a:p>
            <a:pPr algn="l">
              <a:defRPr sz="2800"/>
            </a:pPr>
            <a:r>
              <a:rPr sz="2000" dirty="0">
                <a:latin typeface="Consolas" panose="020B0609020204030204" pitchFamily="49" charset="0"/>
                <a:cs typeface="Arial" panose="020B0604020202020204" pitchFamily="34" charset="0"/>
              </a:rPr>
              <a:t>Union(L,F)</a:t>
            </a:r>
          </a:p>
          <a:p>
            <a:pPr algn="l">
              <a:defRPr sz="2800"/>
            </a:pPr>
            <a:r>
              <a:rPr sz="2000" dirty="0">
                <a:latin typeface="Consolas" panose="020B0609020204030204" pitchFamily="49" charset="0"/>
                <a:cs typeface="Arial" panose="020B0604020202020204" pitchFamily="34" charset="0"/>
              </a:rPr>
              <a:t>Union(C,A)</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Union(H,G)</a:t>
            </a:r>
          </a:p>
          <a:p>
            <a:pPr algn="l">
              <a:defRPr sz="2800"/>
            </a:pPr>
            <a:r>
              <a:rPr sz="2000" dirty="0">
                <a:latin typeface="Consolas" panose="020B0609020204030204" pitchFamily="49" charset="0"/>
                <a:cs typeface="Arial" panose="020B0604020202020204" pitchFamily="34" charset="0"/>
              </a:rPr>
              <a:t>Union(H,F)</a:t>
            </a:r>
          </a:p>
          <a:p>
            <a:pPr algn="l">
              <a:defRPr sz="2800"/>
            </a:pPr>
            <a:r>
              <a:rPr sz="2000" dirty="0">
                <a:latin typeface="Consolas" panose="020B0609020204030204" pitchFamily="49" charset="0"/>
                <a:cs typeface="Arial" panose="020B0604020202020204" pitchFamily="34" charset="0"/>
              </a:rPr>
              <a:t>Union(H,B)</a:t>
            </a:r>
          </a:p>
        </p:txBody>
      </p:sp>
      <p:grpSp>
        <p:nvGrpSpPr>
          <p:cNvPr id="10" name="H"/>
          <p:cNvGrpSpPr/>
          <p:nvPr/>
        </p:nvGrpSpPr>
        <p:grpSpPr>
          <a:xfrm>
            <a:off x="9925401" y="4060262"/>
            <a:ext cx="486110" cy="486111"/>
            <a:chOff x="0" y="0"/>
            <a:chExt cx="691356" cy="691356"/>
          </a:xfrm>
        </p:grpSpPr>
        <p:sp>
          <p:nvSpPr>
            <p:cNvPr id="11"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12" name="H" descr="H"/>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B"/>
          <p:cNvGrpSpPr/>
          <p:nvPr/>
        </p:nvGrpSpPr>
        <p:grpSpPr>
          <a:xfrm>
            <a:off x="9350976" y="4060262"/>
            <a:ext cx="486110" cy="486111"/>
            <a:chOff x="0" y="0"/>
            <a:chExt cx="691356" cy="691356"/>
          </a:xfrm>
        </p:grpSpPr>
        <p:sp>
          <p:nvSpPr>
            <p:cNvPr id="14"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5" name="B" descr="B"/>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C"/>
          <p:cNvGrpSpPr/>
          <p:nvPr/>
        </p:nvGrpSpPr>
        <p:grpSpPr>
          <a:xfrm>
            <a:off x="5904431" y="4060262"/>
            <a:ext cx="486110" cy="486111"/>
            <a:chOff x="0" y="0"/>
            <a:chExt cx="691356" cy="691356"/>
          </a:xfrm>
        </p:grpSpPr>
        <p:sp>
          <p:nvSpPr>
            <p:cNvPr id="17"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8" name="C" descr="C"/>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D"/>
          <p:cNvGrpSpPr/>
          <p:nvPr/>
        </p:nvGrpSpPr>
        <p:grpSpPr>
          <a:xfrm>
            <a:off x="5330007" y="4060262"/>
            <a:ext cx="486110" cy="486111"/>
            <a:chOff x="0" y="0"/>
            <a:chExt cx="691356" cy="691356"/>
          </a:xfrm>
        </p:grpSpPr>
        <p:sp>
          <p:nvSpPr>
            <p:cNvPr id="20"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21" name="D" descr="D"/>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E"/>
          <p:cNvGrpSpPr/>
          <p:nvPr/>
        </p:nvGrpSpPr>
        <p:grpSpPr>
          <a:xfrm>
            <a:off x="3606734" y="4060262"/>
            <a:ext cx="486110" cy="486111"/>
            <a:chOff x="0" y="0"/>
            <a:chExt cx="691356" cy="691356"/>
          </a:xfrm>
        </p:grpSpPr>
        <p:sp>
          <p:nvSpPr>
            <p:cNvPr id="23"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4" name="E" descr="E"/>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L"/>
          <p:cNvGrpSpPr/>
          <p:nvPr/>
        </p:nvGrpSpPr>
        <p:grpSpPr>
          <a:xfrm>
            <a:off x="7627703" y="4060262"/>
            <a:ext cx="486111" cy="486111"/>
            <a:chOff x="0" y="0"/>
            <a:chExt cx="691356" cy="691356"/>
          </a:xfrm>
        </p:grpSpPr>
        <p:sp>
          <p:nvSpPr>
            <p:cNvPr id="26"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7" name="L" descr="L"/>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G"/>
          <p:cNvGrpSpPr/>
          <p:nvPr/>
        </p:nvGrpSpPr>
        <p:grpSpPr>
          <a:xfrm>
            <a:off x="8202128" y="4060262"/>
            <a:ext cx="486110" cy="486111"/>
            <a:chOff x="0" y="0"/>
            <a:chExt cx="691356" cy="691356"/>
          </a:xfrm>
        </p:grpSpPr>
        <p:sp>
          <p:nvSpPr>
            <p:cNvPr id="29"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30" name="G" descr="G"/>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A"/>
          <p:cNvGrpSpPr/>
          <p:nvPr/>
        </p:nvGrpSpPr>
        <p:grpSpPr>
          <a:xfrm>
            <a:off x="7053279" y="4920710"/>
            <a:ext cx="486110" cy="486111"/>
            <a:chOff x="0" y="0"/>
            <a:chExt cx="691356" cy="691356"/>
          </a:xfrm>
        </p:grpSpPr>
        <p:sp>
          <p:nvSpPr>
            <p:cNvPr id="32"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3" name="A" descr="A"/>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I"/>
          <p:cNvGrpSpPr/>
          <p:nvPr/>
        </p:nvGrpSpPr>
        <p:grpSpPr>
          <a:xfrm>
            <a:off x="4755583" y="4060262"/>
            <a:ext cx="486110" cy="486111"/>
            <a:chOff x="0" y="0"/>
            <a:chExt cx="691356" cy="691356"/>
          </a:xfrm>
        </p:grpSpPr>
        <p:sp>
          <p:nvSpPr>
            <p:cNvPr id="35"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6" name="I" descr="I"/>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J"/>
          <p:cNvGrpSpPr/>
          <p:nvPr/>
        </p:nvGrpSpPr>
        <p:grpSpPr>
          <a:xfrm>
            <a:off x="7053280" y="4060262"/>
            <a:ext cx="486110" cy="486111"/>
            <a:chOff x="0" y="0"/>
            <a:chExt cx="691356" cy="691356"/>
          </a:xfrm>
        </p:grpSpPr>
        <p:sp>
          <p:nvSpPr>
            <p:cNvPr id="38"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9" name="J" descr="J"/>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K"/>
          <p:cNvGrpSpPr/>
          <p:nvPr/>
        </p:nvGrpSpPr>
        <p:grpSpPr>
          <a:xfrm>
            <a:off x="5891090" y="4875556"/>
            <a:ext cx="486110" cy="486111"/>
            <a:chOff x="0" y="0"/>
            <a:chExt cx="691356" cy="691356"/>
          </a:xfrm>
        </p:grpSpPr>
        <p:sp>
          <p:nvSpPr>
            <p:cNvPr id="41"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42" name="K" descr="K"/>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3" name="F"/>
          <p:cNvGrpSpPr/>
          <p:nvPr/>
        </p:nvGrpSpPr>
        <p:grpSpPr>
          <a:xfrm>
            <a:off x="3606734" y="4920711"/>
            <a:ext cx="486110" cy="486111"/>
            <a:chOff x="0" y="0"/>
            <a:chExt cx="691356" cy="691356"/>
          </a:xfrm>
        </p:grpSpPr>
        <p:sp>
          <p:nvSpPr>
            <p:cNvPr id="44"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5" name="F" descr="F"/>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6"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7"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8"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Connection Line"/>
          <p:cNvSpPr/>
          <p:nvPr/>
        </p:nvSpPr>
        <p:spPr>
          <a:xfrm>
            <a:off x="5414718"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0" name="Connection Line"/>
          <p:cNvSpPr/>
          <p:nvPr/>
        </p:nvSpPr>
        <p:spPr>
          <a:xfrm>
            <a:off x="5557593"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1" name="Line"/>
          <p:cNvSpPr/>
          <p:nvPr/>
        </p:nvSpPr>
        <p:spPr>
          <a:xfrm flipH="1">
            <a:off x="5658359"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Connection Line"/>
          <p:cNvSpPr/>
          <p:nvPr/>
        </p:nvSpPr>
        <p:spPr>
          <a:xfrm>
            <a:off x="48402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3" name="Connection Line"/>
          <p:cNvSpPr/>
          <p:nvPr/>
        </p:nvSpPr>
        <p:spPr>
          <a:xfrm>
            <a:off x="49831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4" name="Line"/>
          <p:cNvSpPr/>
          <p:nvPr/>
        </p:nvSpPr>
        <p:spPr>
          <a:xfrm flipH="1">
            <a:off x="5083934"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8" name="Connection Line"/>
          <p:cNvSpPr/>
          <p:nvPr/>
        </p:nvSpPr>
        <p:spPr>
          <a:xfrm>
            <a:off x="3691447"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9" name="Connection Line"/>
          <p:cNvSpPr/>
          <p:nvPr/>
        </p:nvSpPr>
        <p:spPr>
          <a:xfrm>
            <a:off x="3834322"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0" name="Line"/>
          <p:cNvSpPr/>
          <p:nvPr/>
        </p:nvSpPr>
        <p:spPr>
          <a:xfrm flipH="1">
            <a:off x="3935086" y="3791372"/>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4" name="Connection Line"/>
          <p:cNvSpPr/>
          <p:nvPr/>
        </p:nvSpPr>
        <p:spPr>
          <a:xfrm>
            <a:off x="713161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5" name="Connection Line"/>
          <p:cNvSpPr/>
          <p:nvPr/>
        </p:nvSpPr>
        <p:spPr>
          <a:xfrm>
            <a:off x="727448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6" name="Line"/>
          <p:cNvSpPr/>
          <p:nvPr/>
        </p:nvSpPr>
        <p:spPr>
          <a:xfrm flipH="1">
            <a:off x="7375249"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7" name="Connection Line"/>
          <p:cNvSpPr/>
          <p:nvPr/>
        </p:nvSpPr>
        <p:spPr>
          <a:xfrm>
            <a:off x="7716671"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8" name="Connection Line"/>
          <p:cNvSpPr/>
          <p:nvPr/>
        </p:nvSpPr>
        <p:spPr>
          <a:xfrm>
            <a:off x="7859546"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9" name="Line"/>
          <p:cNvSpPr/>
          <p:nvPr/>
        </p:nvSpPr>
        <p:spPr>
          <a:xfrm flipH="1">
            <a:off x="7960310"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0" name="Connection Line"/>
          <p:cNvSpPr/>
          <p:nvPr/>
        </p:nvSpPr>
        <p:spPr>
          <a:xfrm>
            <a:off x="827195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1" name="Connection Line"/>
          <p:cNvSpPr/>
          <p:nvPr/>
        </p:nvSpPr>
        <p:spPr>
          <a:xfrm>
            <a:off x="841482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2" name="Line"/>
          <p:cNvSpPr/>
          <p:nvPr/>
        </p:nvSpPr>
        <p:spPr>
          <a:xfrm flipH="1">
            <a:off x="8515591" y="3813615"/>
            <a:ext cx="70112"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5"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6" name="Connection Line"/>
          <p:cNvSpPr/>
          <p:nvPr/>
        </p:nvSpPr>
        <p:spPr>
          <a:xfrm>
            <a:off x="9439942"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7" name="Connection Line"/>
          <p:cNvSpPr/>
          <p:nvPr/>
        </p:nvSpPr>
        <p:spPr>
          <a:xfrm>
            <a:off x="9582817"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8" name="Line"/>
          <p:cNvSpPr/>
          <p:nvPr/>
        </p:nvSpPr>
        <p:spPr>
          <a:xfrm flipH="1">
            <a:off x="9683583"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9" name="Connection Line"/>
          <p:cNvSpPr/>
          <p:nvPr/>
        </p:nvSpPr>
        <p:spPr>
          <a:xfrm>
            <a:off x="100164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0" name="Connection Line"/>
          <p:cNvSpPr/>
          <p:nvPr/>
        </p:nvSpPr>
        <p:spPr>
          <a:xfrm>
            <a:off x="101593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1" name="Line"/>
          <p:cNvSpPr/>
          <p:nvPr/>
        </p:nvSpPr>
        <p:spPr>
          <a:xfrm flipH="1">
            <a:off x="10260134"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2"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3"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Tree>
    <p:extLst>
      <p:ext uri="{BB962C8B-B14F-4D97-AF65-F5344CB8AC3E}">
        <p14:creationId xmlns:p14="http://schemas.microsoft.com/office/powerpoint/2010/main" val="33396615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8" name="Table"/>
          <p:cNvGraphicFramePr/>
          <p:nvPr>
            <p:extLst>
              <p:ext uri="{D42A27DB-BD31-4B8C-83A1-F6EECF244321}">
                <p14:modId xmlns:p14="http://schemas.microsoft.com/office/powerpoint/2010/main" val="4282106936"/>
              </p:ext>
            </p:extLst>
          </p:nvPr>
        </p:nvGraphicFramePr>
        <p:xfrm>
          <a:off x="3813506" y="2298899"/>
          <a:ext cx="7349136" cy="541501"/>
        </p:xfrm>
        <a:graphic>
          <a:graphicData uri="http://schemas.openxmlformats.org/drawingml/2006/table">
            <a:tbl>
              <a:tblPr>
                <a:tableStyleId>{E8B1032C-EA38-4F05-BA0D-38AFFFC7BED3}</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2</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7</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8</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19" name="Table"/>
          <p:cNvGraphicFramePr/>
          <p:nvPr/>
        </p:nvGraphicFramePr>
        <p:xfrm>
          <a:off x="3813505" y="1825625"/>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E</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F</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I</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D</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C</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A</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J</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L</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G</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K</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B</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H</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22" name="Table"/>
          <p:cNvGraphicFramePr/>
          <p:nvPr/>
        </p:nvGraphicFramePr>
        <p:xfrm>
          <a:off x="3813505" y="2727184"/>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2</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7</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9</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sp>
        <p:nvSpPr>
          <p:cNvPr id="2" name="Title 1"/>
          <p:cNvSpPr>
            <a:spLocks noGrp="1"/>
          </p:cNvSpPr>
          <p:nvPr>
            <p:ph type="title"/>
          </p:nvPr>
        </p:nvSpPr>
        <p:spPr/>
        <p:txBody>
          <a:bodyPr/>
          <a:lstStyle/>
          <a:p>
            <a:r>
              <a:rPr lang="tr-TR" dirty="0" err="1"/>
              <a:t>Union</a:t>
            </a:r>
            <a:r>
              <a:rPr lang="tr-TR" dirty="0"/>
              <a:t> İşlemi</a:t>
            </a:r>
          </a:p>
        </p:txBody>
      </p:sp>
      <p:sp>
        <p:nvSpPr>
          <p:cNvPr id="9" name="Union(C,K)…"/>
          <p:cNvSpPr/>
          <p:nvPr/>
        </p:nvSpPr>
        <p:spPr>
          <a:xfrm>
            <a:off x="1253343" y="2118567"/>
            <a:ext cx="1580294" cy="3765454"/>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nchor="ctr">
            <a:spAutoFit/>
          </a:bodyPr>
          <a:lstStyle/>
          <a:p>
            <a:pPr algn="l">
              <a:defRPr sz="2800"/>
            </a:pPr>
            <a:r>
              <a:rPr sz="2000" dirty="0">
                <a:latin typeface="Consolas" panose="020B0609020204030204" pitchFamily="49" charset="0"/>
                <a:cs typeface="Arial" panose="020B0604020202020204" pitchFamily="34" charset="0"/>
              </a:rPr>
              <a:t>Union(C,K)</a:t>
            </a:r>
          </a:p>
          <a:p>
            <a:pPr algn="l">
              <a:defRPr sz="2800"/>
            </a:pPr>
            <a:r>
              <a:rPr sz="2000" dirty="0">
                <a:latin typeface="Consolas" panose="020B0609020204030204" pitchFamily="49" charset="0"/>
                <a:cs typeface="Arial" panose="020B0604020202020204" pitchFamily="34" charset="0"/>
              </a:rPr>
              <a:t>Union(F,E)</a:t>
            </a:r>
          </a:p>
          <a:p>
            <a:pPr algn="l">
              <a:defRPr sz="2800"/>
            </a:pPr>
            <a:r>
              <a:rPr sz="2000" dirty="0">
                <a:latin typeface="Consolas" panose="020B0609020204030204" pitchFamily="49" charset="0"/>
                <a:cs typeface="Arial" panose="020B0604020202020204" pitchFamily="34" charset="0"/>
              </a:rPr>
              <a:t>Union(A,J)</a:t>
            </a:r>
          </a:p>
          <a:p>
            <a:pPr algn="l">
              <a:defRPr sz="2800"/>
            </a:pPr>
            <a:r>
              <a:rPr sz="2000" dirty="0">
                <a:solidFill>
                  <a:srgbClr val="FF0000"/>
                </a:solidFill>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Union(C,D)</a:t>
            </a:r>
          </a:p>
          <a:p>
            <a:pPr algn="l">
              <a:defRPr sz="2800"/>
            </a:pPr>
            <a:r>
              <a:rPr sz="2000" dirty="0">
                <a:latin typeface="Consolas" panose="020B0609020204030204" pitchFamily="49" charset="0"/>
                <a:cs typeface="Arial" panose="020B0604020202020204" pitchFamily="34" charset="0"/>
              </a:rPr>
              <a:t>Union(D,I)</a:t>
            </a:r>
          </a:p>
          <a:p>
            <a:pPr algn="l">
              <a:defRPr sz="2800"/>
            </a:pPr>
            <a:r>
              <a:rPr sz="2000" dirty="0">
                <a:latin typeface="Consolas" panose="020B0609020204030204" pitchFamily="49" charset="0"/>
                <a:cs typeface="Arial" panose="020B0604020202020204" pitchFamily="34" charset="0"/>
              </a:rPr>
              <a:t>Union(L,F)</a:t>
            </a:r>
          </a:p>
          <a:p>
            <a:pPr algn="l">
              <a:defRPr sz="2800"/>
            </a:pPr>
            <a:r>
              <a:rPr sz="2000" dirty="0">
                <a:latin typeface="Consolas" panose="020B0609020204030204" pitchFamily="49" charset="0"/>
                <a:cs typeface="Arial" panose="020B0604020202020204" pitchFamily="34" charset="0"/>
              </a:rPr>
              <a:t>Union(C,A)</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Union(H,G)</a:t>
            </a:r>
          </a:p>
          <a:p>
            <a:pPr algn="l">
              <a:defRPr sz="2800"/>
            </a:pPr>
            <a:r>
              <a:rPr sz="2000" dirty="0">
                <a:latin typeface="Consolas" panose="020B0609020204030204" pitchFamily="49" charset="0"/>
                <a:cs typeface="Arial" panose="020B0604020202020204" pitchFamily="34" charset="0"/>
              </a:rPr>
              <a:t>Union(H,F)</a:t>
            </a:r>
          </a:p>
          <a:p>
            <a:pPr algn="l">
              <a:defRPr sz="2800"/>
            </a:pPr>
            <a:r>
              <a:rPr sz="2000" dirty="0">
                <a:latin typeface="Consolas" panose="020B0609020204030204" pitchFamily="49" charset="0"/>
                <a:cs typeface="Arial" panose="020B0604020202020204" pitchFamily="34" charset="0"/>
              </a:rPr>
              <a:t>Union(H,B)</a:t>
            </a:r>
          </a:p>
        </p:txBody>
      </p:sp>
      <p:grpSp>
        <p:nvGrpSpPr>
          <p:cNvPr id="10" name="H"/>
          <p:cNvGrpSpPr/>
          <p:nvPr/>
        </p:nvGrpSpPr>
        <p:grpSpPr>
          <a:xfrm>
            <a:off x="9925401" y="4060262"/>
            <a:ext cx="486110" cy="486111"/>
            <a:chOff x="0" y="0"/>
            <a:chExt cx="691356" cy="691356"/>
          </a:xfrm>
        </p:grpSpPr>
        <p:sp>
          <p:nvSpPr>
            <p:cNvPr id="11"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12" name="H" descr="H"/>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B"/>
          <p:cNvGrpSpPr/>
          <p:nvPr/>
        </p:nvGrpSpPr>
        <p:grpSpPr>
          <a:xfrm>
            <a:off x="7701269" y="4902851"/>
            <a:ext cx="486110" cy="486111"/>
            <a:chOff x="0" y="0"/>
            <a:chExt cx="691356" cy="691356"/>
          </a:xfrm>
        </p:grpSpPr>
        <p:sp>
          <p:nvSpPr>
            <p:cNvPr id="14"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5" name="B" descr="B"/>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C"/>
          <p:cNvGrpSpPr/>
          <p:nvPr/>
        </p:nvGrpSpPr>
        <p:grpSpPr>
          <a:xfrm>
            <a:off x="5904431" y="4060262"/>
            <a:ext cx="486110" cy="486111"/>
            <a:chOff x="0" y="0"/>
            <a:chExt cx="691356" cy="691356"/>
          </a:xfrm>
        </p:grpSpPr>
        <p:sp>
          <p:nvSpPr>
            <p:cNvPr id="17"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8" name="C" descr="C"/>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D"/>
          <p:cNvGrpSpPr/>
          <p:nvPr/>
        </p:nvGrpSpPr>
        <p:grpSpPr>
          <a:xfrm>
            <a:off x="5330007" y="4060262"/>
            <a:ext cx="486110" cy="486111"/>
            <a:chOff x="0" y="0"/>
            <a:chExt cx="691356" cy="691356"/>
          </a:xfrm>
        </p:grpSpPr>
        <p:sp>
          <p:nvSpPr>
            <p:cNvPr id="20"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21" name="D" descr="D"/>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E"/>
          <p:cNvGrpSpPr/>
          <p:nvPr/>
        </p:nvGrpSpPr>
        <p:grpSpPr>
          <a:xfrm>
            <a:off x="3606734" y="4060262"/>
            <a:ext cx="486110" cy="486111"/>
            <a:chOff x="0" y="0"/>
            <a:chExt cx="691356" cy="691356"/>
          </a:xfrm>
        </p:grpSpPr>
        <p:sp>
          <p:nvSpPr>
            <p:cNvPr id="23"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4" name="E" descr="E"/>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L"/>
          <p:cNvGrpSpPr/>
          <p:nvPr/>
        </p:nvGrpSpPr>
        <p:grpSpPr>
          <a:xfrm>
            <a:off x="7627703" y="4060262"/>
            <a:ext cx="486111" cy="486111"/>
            <a:chOff x="0" y="0"/>
            <a:chExt cx="691356" cy="691356"/>
          </a:xfrm>
        </p:grpSpPr>
        <p:sp>
          <p:nvSpPr>
            <p:cNvPr id="26"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7" name="L" descr="L"/>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G"/>
          <p:cNvGrpSpPr/>
          <p:nvPr/>
        </p:nvGrpSpPr>
        <p:grpSpPr>
          <a:xfrm>
            <a:off x="8202128" y="4060262"/>
            <a:ext cx="486110" cy="486111"/>
            <a:chOff x="0" y="0"/>
            <a:chExt cx="691356" cy="691356"/>
          </a:xfrm>
        </p:grpSpPr>
        <p:sp>
          <p:nvSpPr>
            <p:cNvPr id="29"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30" name="G" descr="G"/>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A"/>
          <p:cNvGrpSpPr/>
          <p:nvPr/>
        </p:nvGrpSpPr>
        <p:grpSpPr>
          <a:xfrm>
            <a:off x="7053279" y="4920710"/>
            <a:ext cx="486110" cy="486111"/>
            <a:chOff x="0" y="0"/>
            <a:chExt cx="691356" cy="691356"/>
          </a:xfrm>
        </p:grpSpPr>
        <p:sp>
          <p:nvSpPr>
            <p:cNvPr id="32"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3" name="A" descr="A"/>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I"/>
          <p:cNvGrpSpPr/>
          <p:nvPr/>
        </p:nvGrpSpPr>
        <p:grpSpPr>
          <a:xfrm>
            <a:off x="4755583" y="4060262"/>
            <a:ext cx="486110" cy="486111"/>
            <a:chOff x="0" y="0"/>
            <a:chExt cx="691356" cy="691356"/>
          </a:xfrm>
        </p:grpSpPr>
        <p:sp>
          <p:nvSpPr>
            <p:cNvPr id="35"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6" name="I" descr="I"/>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J"/>
          <p:cNvGrpSpPr/>
          <p:nvPr/>
        </p:nvGrpSpPr>
        <p:grpSpPr>
          <a:xfrm>
            <a:off x="7053280" y="4060262"/>
            <a:ext cx="486110" cy="486111"/>
            <a:chOff x="0" y="0"/>
            <a:chExt cx="691356" cy="691356"/>
          </a:xfrm>
        </p:grpSpPr>
        <p:sp>
          <p:nvSpPr>
            <p:cNvPr id="38"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9" name="J" descr="J"/>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K"/>
          <p:cNvGrpSpPr/>
          <p:nvPr/>
        </p:nvGrpSpPr>
        <p:grpSpPr>
          <a:xfrm>
            <a:off x="5891090" y="4875556"/>
            <a:ext cx="486110" cy="486111"/>
            <a:chOff x="0" y="0"/>
            <a:chExt cx="691356" cy="691356"/>
          </a:xfrm>
        </p:grpSpPr>
        <p:sp>
          <p:nvSpPr>
            <p:cNvPr id="41"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42" name="K" descr="K"/>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3" name="F"/>
          <p:cNvGrpSpPr/>
          <p:nvPr/>
        </p:nvGrpSpPr>
        <p:grpSpPr>
          <a:xfrm>
            <a:off x="3606734" y="4920711"/>
            <a:ext cx="486110" cy="486111"/>
            <a:chOff x="0" y="0"/>
            <a:chExt cx="691356" cy="691356"/>
          </a:xfrm>
        </p:grpSpPr>
        <p:sp>
          <p:nvSpPr>
            <p:cNvPr id="44"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5" name="F" descr="F"/>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6"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7"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8"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Connection Line"/>
          <p:cNvSpPr/>
          <p:nvPr/>
        </p:nvSpPr>
        <p:spPr>
          <a:xfrm>
            <a:off x="5414718"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0" name="Connection Line"/>
          <p:cNvSpPr/>
          <p:nvPr/>
        </p:nvSpPr>
        <p:spPr>
          <a:xfrm>
            <a:off x="5557593"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1" name="Line"/>
          <p:cNvSpPr/>
          <p:nvPr/>
        </p:nvSpPr>
        <p:spPr>
          <a:xfrm flipH="1">
            <a:off x="5658359"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Connection Line"/>
          <p:cNvSpPr/>
          <p:nvPr/>
        </p:nvSpPr>
        <p:spPr>
          <a:xfrm>
            <a:off x="48402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3" name="Connection Line"/>
          <p:cNvSpPr/>
          <p:nvPr/>
        </p:nvSpPr>
        <p:spPr>
          <a:xfrm>
            <a:off x="49831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4" name="Line"/>
          <p:cNvSpPr/>
          <p:nvPr/>
        </p:nvSpPr>
        <p:spPr>
          <a:xfrm flipH="1">
            <a:off x="5083934"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8" name="Connection Line"/>
          <p:cNvSpPr/>
          <p:nvPr/>
        </p:nvSpPr>
        <p:spPr>
          <a:xfrm>
            <a:off x="3691447"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9" name="Connection Line"/>
          <p:cNvSpPr/>
          <p:nvPr/>
        </p:nvSpPr>
        <p:spPr>
          <a:xfrm>
            <a:off x="3834322"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0" name="Line"/>
          <p:cNvSpPr/>
          <p:nvPr/>
        </p:nvSpPr>
        <p:spPr>
          <a:xfrm flipH="1">
            <a:off x="3935086" y="3791372"/>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4" name="Connection Line"/>
          <p:cNvSpPr/>
          <p:nvPr/>
        </p:nvSpPr>
        <p:spPr>
          <a:xfrm>
            <a:off x="713161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5" name="Connection Line"/>
          <p:cNvSpPr/>
          <p:nvPr/>
        </p:nvSpPr>
        <p:spPr>
          <a:xfrm>
            <a:off x="727448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6" name="Line"/>
          <p:cNvSpPr/>
          <p:nvPr/>
        </p:nvSpPr>
        <p:spPr>
          <a:xfrm flipH="1">
            <a:off x="7375249"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7" name="Connection Line"/>
          <p:cNvSpPr/>
          <p:nvPr/>
        </p:nvSpPr>
        <p:spPr>
          <a:xfrm>
            <a:off x="7716671"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8" name="Connection Line"/>
          <p:cNvSpPr/>
          <p:nvPr/>
        </p:nvSpPr>
        <p:spPr>
          <a:xfrm>
            <a:off x="7859546"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9" name="Line"/>
          <p:cNvSpPr/>
          <p:nvPr/>
        </p:nvSpPr>
        <p:spPr>
          <a:xfrm flipH="1">
            <a:off x="7960310"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0" name="Connection Line"/>
          <p:cNvSpPr/>
          <p:nvPr/>
        </p:nvSpPr>
        <p:spPr>
          <a:xfrm>
            <a:off x="827195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1" name="Connection Line"/>
          <p:cNvSpPr/>
          <p:nvPr/>
        </p:nvSpPr>
        <p:spPr>
          <a:xfrm>
            <a:off x="841482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2" name="Line"/>
          <p:cNvSpPr/>
          <p:nvPr/>
        </p:nvSpPr>
        <p:spPr>
          <a:xfrm flipH="1">
            <a:off x="8515591" y="3813615"/>
            <a:ext cx="70112"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5"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9" name="Connection Line"/>
          <p:cNvSpPr/>
          <p:nvPr/>
        </p:nvSpPr>
        <p:spPr>
          <a:xfrm>
            <a:off x="100164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0" name="Connection Line"/>
          <p:cNvSpPr/>
          <p:nvPr/>
        </p:nvSpPr>
        <p:spPr>
          <a:xfrm>
            <a:off x="101593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1" name="Line"/>
          <p:cNvSpPr/>
          <p:nvPr/>
        </p:nvSpPr>
        <p:spPr>
          <a:xfrm flipH="1">
            <a:off x="10260134"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2"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3"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3"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Tree>
    <p:extLst>
      <p:ext uri="{BB962C8B-B14F-4D97-AF65-F5344CB8AC3E}">
        <p14:creationId xmlns:p14="http://schemas.microsoft.com/office/powerpoint/2010/main" val="31426621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8" name="Table"/>
          <p:cNvGraphicFramePr/>
          <p:nvPr>
            <p:extLst>
              <p:ext uri="{D42A27DB-BD31-4B8C-83A1-F6EECF244321}">
                <p14:modId xmlns:p14="http://schemas.microsoft.com/office/powerpoint/2010/main" val="731799029"/>
              </p:ext>
            </p:extLst>
          </p:nvPr>
        </p:nvGraphicFramePr>
        <p:xfrm>
          <a:off x="3813506" y="2298899"/>
          <a:ext cx="7349136" cy="541501"/>
        </p:xfrm>
        <a:graphic>
          <a:graphicData uri="http://schemas.openxmlformats.org/drawingml/2006/table">
            <a:tbl>
              <a:tblPr>
                <a:tableStyleId>{E8B1032C-EA38-4F05-BA0D-38AFFFC7BED3}</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2</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7</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8</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19" name="Table"/>
          <p:cNvGraphicFramePr/>
          <p:nvPr/>
        </p:nvGraphicFramePr>
        <p:xfrm>
          <a:off x="3813505" y="1825625"/>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E</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F</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I</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D</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C</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A</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J</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L</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G</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K</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B</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H</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22" name="Table"/>
          <p:cNvGraphicFramePr/>
          <p:nvPr/>
        </p:nvGraphicFramePr>
        <p:xfrm>
          <a:off x="3813505" y="2727184"/>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2</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7</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9</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sp>
        <p:nvSpPr>
          <p:cNvPr id="2" name="Title 1"/>
          <p:cNvSpPr>
            <a:spLocks noGrp="1"/>
          </p:cNvSpPr>
          <p:nvPr>
            <p:ph type="title"/>
          </p:nvPr>
        </p:nvSpPr>
        <p:spPr/>
        <p:txBody>
          <a:bodyPr/>
          <a:lstStyle/>
          <a:p>
            <a:r>
              <a:rPr lang="tr-TR" dirty="0" err="1"/>
              <a:t>Union</a:t>
            </a:r>
            <a:r>
              <a:rPr lang="tr-TR" dirty="0"/>
              <a:t> İşlemi</a:t>
            </a:r>
          </a:p>
        </p:txBody>
      </p:sp>
      <p:sp>
        <p:nvSpPr>
          <p:cNvPr id="9" name="Union(C,K)…"/>
          <p:cNvSpPr/>
          <p:nvPr/>
        </p:nvSpPr>
        <p:spPr>
          <a:xfrm>
            <a:off x="1253343" y="2118567"/>
            <a:ext cx="1580294" cy="3765454"/>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nchor="ctr">
            <a:spAutoFit/>
          </a:bodyPr>
          <a:lstStyle/>
          <a:p>
            <a:pPr algn="l">
              <a:defRPr sz="2800"/>
            </a:pPr>
            <a:r>
              <a:rPr sz="2000" dirty="0">
                <a:latin typeface="Consolas" panose="020B0609020204030204" pitchFamily="49" charset="0"/>
                <a:cs typeface="Arial" panose="020B0604020202020204" pitchFamily="34" charset="0"/>
              </a:rPr>
              <a:t>Union(C,K)</a:t>
            </a:r>
          </a:p>
          <a:p>
            <a:pPr algn="l">
              <a:defRPr sz="2800"/>
            </a:pPr>
            <a:r>
              <a:rPr sz="2000" dirty="0">
                <a:latin typeface="Consolas" panose="020B0609020204030204" pitchFamily="49" charset="0"/>
                <a:cs typeface="Arial" panose="020B0604020202020204" pitchFamily="34" charset="0"/>
              </a:rPr>
              <a:t>Union(F,E)</a:t>
            </a:r>
          </a:p>
          <a:p>
            <a:pPr algn="l">
              <a:defRPr sz="2800"/>
            </a:pPr>
            <a:r>
              <a:rPr sz="2000" dirty="0">
                <a:latin typeface="Consolas" panose="020B0609020204030204" pitchFamily="49" charset="0"/>
                <a:cs typeface="Arial" panose="020B0604020202020204" pitchFamily="34" charset="0"/>
              </a:rPr>
              <a:t>Union(A,J)</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solidFill>
                  <a:srgbClr val="FF0000"/>
                </a:solidFill>
                <a:latin typeface="Consolas" panose="020B0609020204030204" pitchFamily="49" charset="0"/>
                <a:cs typeface="Arial" panose="020B0604020202020204" pitchFamily="34" charset="0"/>
              </a:rPr>
              <a:t>Union(C,D)</a:t>
            </a:r>
          </a:p>
          <a:p>
            <a:pPr algn="l">
              <a:defRPr sz="2800"/>
            </a:pPr>
            <a:r>
              <a:rPr sz="2000" dirty="0">
                <a:latin typeface="Consolas" panose="020B0609020204030204" pitchFamily="49" charset="0"/>
                <a:cs typeface="Arial" panose="020B0604020202020204" pitchFamily="34" charset="0"/>
              </a:rPr>
              <a:t>Union(D,I)</a:t>
            </a:r>
          </a:p>
          <a:p>
            <a:pPr algn="l">
              <a:defRPr sz="2800"/>
            </a:pPr>
            <a:r>
              <a:rPr sz="2000" dirty="0">
                <a:latin typeface="Consolas" panose="020B0609020204030204" pitchFamily="49" charset="0"/>
                <a:cs typeface="Arial" panose="020B0604020202020204" pitchFamily="34" charset="0"/>
              </a:rPr>
              <a:t>Union(L,F)</a:t>
            </a:r>
          </a:p>
          <a:p>
            <a:pPr algn="l">
              <a:defRPr sz="2800"/>
            </a:pPr>
            <a:r>
              <a:rPr sz="2000" dirty="0">
                <a:latin typeface="Consolas" panose="020B0609020204030204" pitchFamily="49" charset="0"/>
                <a:cs typeface="Arial" panose="020B0604020202020204" pitchFamily="34" charset="0"/>
              </a:rPr>
              <a:t>Union(C,A)</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Union(H,G)</a:t>
            </a:r>
          </a:p>
          <a:p>
            <a:pPr algn="l">
              <a:defRPr sz="2800"/>
            </a:pPr>
            <a:r>
              <a:rPr sz="2000" dirty="0">
                <a:latin typeface="Consolas" panose="020B0609020204030204" pitchFamily="49" charset="0"/>
                <a:cs typeface="Arial" panose="020B0604020202020204" pitchFamily="34" charset="0"/>
              </a:rPr>
              <a:t>Union(H,F)</a:t>
            </a:r>
          </a:p>
          <a:p>
            <a:pPr algn="l">
              <a:defRPr sz="2800"/>
            </a:pPr>
            <a:r>
              <a:rPr sz="2000" dirty="0">
                <a:latin typeface="Consolas" panose="020B0609020204030204" pitchFamily="49" charset="0"/>
                <a:cs typeface="Arial" panose="020B0604020202020204" pitchFamily="34" charset="0"/>
              </a:rPr>
              <a:t>Union(H,B)</a:t>
            </a:r>
          </a:p>
        </p:txBody>
      </p:sp>
      <p:grpSp>
        <p:nvGrpSpPr>
          <p:cNvPr id="10" name="H"/>
          <p:cNvGrpSpPr/>
          <p:nvPr/>
        </p:nvGrpSpPr>
        <p:grpSpPr>
          <a:xfrm>
            <a:off x="9925401" y="4060262"/>
            <a:ext cx="486110" cy="486111"/>
            <a:chOff x="0" y="0"/>
            <a:chExt cx="691356" cy="691356"/>
          </a:xfrm>
        </p:grpSpPr>
        <p:sp>
          <p:nvSpPr>
            <p:cNvPr id="11"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12" name="H" descr="H"/>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B"/>
          <p:cNvGrpSpPr/>
          <p:nvPr/>
        </p:nvGrpSpPr>
        <p:grpSpPr>
          <a:xfrm>
            <a:off x="7701269" y="4902851"/>
            <a:ext cx="486110" cy="486111"/>
            <a:chOff x="0" y="0"/>
            <a:chExt cx="691356" cy="691356"/>
          </a:xfrm>
        </p:grpSpPr>
        <p:sp>
          <p:nvSpPr>
            <p:cNvPr id="14"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5" name="B" descr="B"/>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C"/>
          <p:cNvGrpSpPr/>
          <p:nvPr/>
        </p:nvGrpSpPr>
        <p:grpSpPr>
          <a:xfrm>
            <a:off x="5904431" y="4060262"/>
            <a:ext cx="486110" cy="486111"/>
            <a:chOff x="0" y="0"/>
            <a:chExt cx="691356" cy="691356"/>
          </a:xfrm>
        </p:grpSpPr>
        <p:sp>
          <p:nvSpPr>
            <p:cNvPr id="17"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8" name="C" descr="C"/>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D"/>
          <p:cNvGrpSpPr/>
          <p:nvPr/>
        </p:nvGrpSpPr>
        <p:grpSpPr>
          <a:xfrm>
            <a:off x="5223834" y="4875556"/>
            <a:ext cx="486110" cy="486111"/>
            <a:chOff x="0" y="0"/>
            <a:chExt cx="691356" cy="691356"/>
          </a:xfrm>
        </p:grpSpPr>
        <p:sp>
          <p:nvSpPr>
            <p:cNvPr id="20"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21" name="D" descr="D"/>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E"/>
          <p:cNvGrpSpPr/>
          <p:nvPr/>
        </p:nvGrpSpPr>
        <p:grpSpPr>
          <a:xfrm>
            <a:off x="3606734" y="4060262"/>
            <a:ext cx="486110" cy="486111"/>
            <a:chOff x="0" y="0"/>
            <a:chExt cx="691356" cy="691356"/>
          </a:xfrm>
        </p:grpSpPr>
        <p:sp>
          <p:nvSpPr>
            <p:cNvPr id="23"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4" name="E" descr="E"/>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L"/>
          <p:cNvGrpSpPr/>
          <p:nvPr/>
        </p:nvGrpSpPr>
        <p:grpSpPr>
          <a:xfrm>
            <a:off x="7627703" y="4060262"/>
            <a:ext cx="486111" cy="486111"/>
            <a:chOff x="0" y="0"/>
            <a:chExt cx="691356" cy="691356"/>
          </a:xfrm>
        </p:grpSpPr>
        <p:sp>
          <p:nvSpPr>
            <p:cNvPr id="26"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7" name="L" descr="L"/>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G"/>
          <p:cNvGrpSpPr/>
          <p:nvPr/>
        </p:nvGrpSpPr>
        <p:grpSpPr>
          <a:xfrm>
            <a:off x="8202128" y="4060262"/>
            <a:ext cx="486110" cy="486111"/>
            <a:chOff x="0" y="0"/>
            <a:chExt cx="691356" cy="691356"/>
          </a:xfrm>
        </p:grpSpPr>
        <p:sp>
          <p:nvSpPr>
            <p:cNvPr id="29"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30" name="G" descr="G"/>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A"/>
          <p:cNvGrpSpPr/>
          <p:nvPr/>
        </p:nvGrpSpPr>
        <p:grpSpPr>
          <a:xfrm>
            <a:off x="7053279" y="4920710"/>
            <a:ext cx="486110" cy="486111"/>
            <a:chOff x="0" y="0"/>
            <a:chExt cx="691356" cy="691356"/>
          </a:xfrm>
        </p:grpSpPr>
        <p:sp>
          <p:nvSpPr>
            <p:cNvPr id="32"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3" name="A" descr="A"/>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I"/>
          <p:cNvGrpSpPr/>
          <p:nvPr/>
        </p:nvGrpSpPr>
        <p:grpSpPr>
          <a:xfrm>
            <a:off x="4755583" y="4060262"/>
            <a:ext cx="486110" cy="486111"/>
            <a:chOff x="0" y="0"/>
            <a:chExt cx="691356" cy="691356"/>
          </a:xfrm>
        </p:grpSpPr>
        <p:sp>
          <p:nvSpPr>
            <p:cNvPr id="35"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6" name="I" descr="I"/>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J"/>
          <p:cNvGrpSpPr/>
          <p:nvPr/>
        </p:nvGrpSpPr>
        <p:grpSpPr>
          <a:xfrm>
            <a:off x="7053280" y="4060262"/>
            <a:ext cx="486110" cy="486111"/>
            <a:chOff x="0" y="0"/>
            <a:chExt cx="691356" cy="691356"/>
          </a:xfrm>
        </p:grpSpPr>
        <p:sp>
          <p:nvSpPr>
            <p:cNvPr id="38"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9" name="J" descr="J"/>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K"/>
          <p:cNvGrpSpPr/>
          <p:nvPr/>
        </p:nvGrpSpPr>
        <p:grpSpPr>
          <a:xfrm>
            <a:off x="5891090" y="4875556"/>
            <a:ext cx="486110" cy="486111"/>
            <a:chOff x="0" y="0"/>
            <a:chExt cx="691356" cy="691356"/>
          </a:xfrm>
        </p:grpSpPr>
        <p:sp>
          <p:nvSpPr>
            <p:cNvPr id="41"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42" name="K" descr="K"/>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3" name="F"/>
          <p:cNvGrpSpPr/>
          <p:nvPr/>
        </p:nvGrpSpPr>
        <p:grpSpPr>
          <a:xfrm>
            <a:off x="3606734" y="4920711"/>
            <a:ext cx="486110" cy="486111"/>
            <a:chOff x="0" y="0"/>
            <a:chExt cx="691356" cy="691356"/>
          </a:xfrm>
        </p:grpSpPr>
        <p:sp>
          <p:nvSpPr>
            <p:cNvPr id="44"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5" name="F" descr="F"/>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6"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7"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8"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Connection Line"/>
          <p:cNvSpPr/>
          <p:nvPr/>
        </p:nvSpPr>
        <p:spPr>
          <a:xfrm>
            <a:off x="48402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3" name="Connection Line"/>
          <p:cNvSpPr/>
          <p:nvPr/>
        </p:nvSpPr>
        <p:spPr>
          <a:xfrm>
            <a:off x="49831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4" name="Line"/>
          <p:cNvSpPr/>
          <p:nvPr/>
        </p:nvSpPr>
        <p:spPr>
          <a:xfrm flipH="1">
            <a:off x="5083934"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8" name="Connection Line"/>
          <p:cNvSpPr/>
          <p:nvPr/>
        </p:nvSpPr>
        <p:spPr>
          <a:xfrm>
            <a:off x="3691447"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9" name="Connection Line"/>
          <p:cNvSpPr/>
          <p:nvPr/>
        </p:nvSpPr>
        <p:spPr>
          <a:xfrm>
            <a:off x="3834322"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0" name="Line"/>
          <p:cNvSpPr/>
          <p:nvPr/>
        </p:nvSpPr>
        <p:spPr>
          <a:xfrm flipH="1">
            <a:off x="3935086" y="3791372"/>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4" name="Connection Line"/>
          <p:cNvSpPr/>
          <p:nvPr/>
        </p:nvSpPr>
        <p:spPr>
          <a:xfrm>
            <a:off x="713161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5" name="Connection Line"/>
          <p:cNvSpPr/>
          <p:nvPr/>
        </p:nvSpPr>
        <p:spPr>
          <a:xfrm>
            <a:off x="727448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6" name="Line"/>
          <p:cNvSpPr/>
          <p:nvPr/>
        </p:nvSpPr>
        <p:spPr>
          <a:xfrm flipH="1">
            <a:off x="7375249"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7" name="Connection Line"/>
          <p:cNvSpPr/>
          <p:nvPr/>
        </p:nvSpPr>
        <p:spPr>
          <a:xfrm>
            <a:off x="7716671"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8" name="Connection Line"/>
          <p:cNvSpPr/>
          <p:nvPr/>
        </p:nvSpPr>
        <p:spPr>
          <a:xfrm>
            <a:off x="7859546"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9" name="Line"/>
          <p:cNvSpPr/>
          <p:nvPr/>
        </p:nvSpPr>
        <p:spPr>
          <a:xfrm flipH="1">
            <a:off x="7960310"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0" name="Connection Line"/>
          <p:cNvSpPr/>
          <p:nvPr/>
        </p:nvSpPr>
        <p:spPr>
          <a:xfrm>
            <a:off x="827195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1" name="Connection Line"/>
          <p:cNvSpPr/>
          <p:nvPr/>
        </p:nvSpPr>
        <p:spPr>
          <a:xfrm>
            <a:off x="841482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2" name="Line"/>
          <p:cNvSpPr/>
          <p:nvPr/>
        </p:nvSpPr>
        <p:spPr>
          <a:xfrm flipH="1">
            <a:off x="8515591" y="3813615"/>
            <a:ext cx="70112"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5"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9" name="Connection Line"/>
          <p:cNvSpPr/>
          <p:nvPr/>
        </p:nvSpPr>
        <p:spPr>
          <a:xfrm>
            <a:off x="100164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0" name="Connection Line"/>
          <p:cNvSpPr/>
          <p:nvPr/>
        </p:nvSpPr>
        <p:spPr>
          <a:xfrm>
            <a:off x="101593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1" name="Line"/>
          <p:cNvSpPr/>
          <p:nvPr/>
        </p:nvSpPr>
        <p:spPr>
          <a:xfrm flipH="1">
            <a:off x="10260134"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2"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3"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3"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4"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Tree>
    <p:extLst>
      <p:ext uri="{BB962C8B-B14F-4D97-AF65-F5344CB8AC3E}">
        <p14:creationId xmlns:p14="http://schemas.microsoft.com/office/powerpoint/2010/main" val="36869504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8" name="Table"/>
          <p:cNvGraphicFramePr/>
          <p:nvPr>
            <p:extLst>
              <p:ext uri="{D42A27DB-BD31-4B8C-83A1-F6EECF244321}">
                <p14:modId xmlns:p14="http://schemas.microsoft.com/office/powerpoint/2010/main" val="175307180"/>
              </p:ext>
            </p:extLst>
          </p:nvPr>
        </p:nvGraphicFramePr>
        <p:xfrm>
          <a:off x="3813506" y="2298899"/>
          <a:ext cx="7349136" cy="541501"/>
        </p:xfrm>
        <a:graphic>
          <a:graphicData uri="http://schemas.openxmlformats.org/drawingml/2006/table">
            <a:tbl>
              <a:tblPr>
                <a:tableStyleId>{E8B1032C-EA38-4F05-BA0D-38AFFFC7BED3}</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7</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8</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19" name="Table"/>
          <p:cNvGraphicFramePr/>
          <p:nvPr/>
        </p:nvGraphicFramePr>
        <p:xfrm>
          <a:off x="3813505" y="1825625"/>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E</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F</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I</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D</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C</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A</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J</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L</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G</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K</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B</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H</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22" name="Table"/>
          <p:cNvGraphicFramePr/>
          <p:nvPr/>
        </p:nvGraphicFramePr>
        <p:xfrm>
          <a:off x="3813505" y="2727184"/>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2</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7</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9</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sp>
        <p:nvSpPr>
          <p:cNvPr id="2" name="Title 1"/>
          <p:cNvSpPr>
            <a:spLocks noGrp="1"/>
          </p:cNvSpPr>
          <p:nvPr>
            <p:ph type="title"/>
          </p:nvPr>
        </p:nvSpPr>
        <p:spPr/>
        <p:txBody>
          <a:bodyPr/>
          <a:lstStyle/>
          <a:p>
            <a:r>
              <a:rPr lang="tr-TR" dirty="0" err="1"/>
              <a:t>Union</a:t>
            </a:r>
            <a:r>
              <a:rPr lang="tr-TR" dirty="0"/>
              <a:t> İşlemi</a:t>
            </a:r>
          </a:p>
        </p:txBody>
      </p:sp>
      <p:sp>
        <p:nvSpPr>
          <p:cNvPr id="9" name="Union(C,K)…"/>
          <p:cNvSpPr/>
          <p:nvPr/>
        </p:nvSpPr>
        <p:spPr>
          <a:xfrm>
            <a:off x="1253343" y="2118567"/>
            <a:ext cx="1580294" cy="3765454"/>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nchor="ctr">
            <a:spAutoFit/>
          </a:bodyPr>
          <a:lstStyle/>
          <a:p>
            <a:pPr algn="l">
              <a:defRPr sz="2800"/>
            </a:pPr>
            <a:r>
              <a:rPr sz="2000" dirty="0">
                <a:latin typeface="Consolas" panose="020B0609020204030204" pitchFamily="49" charset="0"/>
                <a:cs typeface="Arial" panose="020B0604020202020204" pitchFamily="34" charset="0"/>
              </a:rPr>
              <a:t>Union(C,K)</a:t>
            </a:r>
          </a:p>
          <a:p>
            <a:pPr algn="l">
              <a:defRPr sz="2800"/>
            </a:pPr>
            <a:r>
              <a:rPr sz="2000" dirty="0">
                <a:latin typeface="Consolas" panose="020B0609020204030204" pitchFamily="49" charset="0"/>
                <a:cs typeface="Arial" panose="020B0604020202020204" pitchFamily="34" charset="0"/>
              </a:rPr>
              <a:t>Union(F,E)</a:t>
            </a:r>
          </a:p>
          <a:p>
            <a:pPr algn="l">
              <a:defRPr sz="2800"/>
            </a:pPr>
            <a:r>
              <a:rPr sz="2000" dirty="0">
                <a:latin typeface="Consolas" panose="020B0609020204030204" pitchFamily="49" charset="0"/>
                <a:cs typeface="Arial" panose="020B0604020202020204" pitchFamily="34" charset="0"/>
              </a:rPr>
              <a:t>Union(A,J)</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Union(C,D)</a:t>
            </a:r>
          </a:p>
          <a:p>
            <a:pPr algn="l">
              <a:defRPr sz="2800"/>
            </a:pPr>
            <a:r>
              <a:rPr sz="2000" dirty="0">
                <a:solidFill>
                  <a:srgbClr val="FF0000"/>
                </a:solidFill>
                <a:latin typeface="Consolas" panose="020B0609020204030204" pitchFamily="49" charset="0"/>
                <a:cs typeface="Arial" panose="020B0604020202020204" pitchFamily="34" charset="0"/>
              </a:rPr>
              <a:t>Union(D,I)</a:t>
            </a:r>
          </a:p>
          <a:p>
            <a:pPr algn="l">
              <a:defRPr sz="2800"/>
            </a:pPr>
            <a:r>
              <a:rPr sz="2000" dirty="0">
                <a:latin typeface="Consolas" panose="020B0609020204030204" pitchFamily="49" charset="0"/>
                <a:cs typeface="Arial" panose="020B0604020202020204" pitchFamily="34" charset="0"/>
              </a:rPr>
              <a:t>Union(L,F)</a:t>
            </a:r>
          </a:p>
          <a:p>
            <a:pPr algn="l">
              <a:defRPr sz="2800"/>
            </a:pPr>
            <a:r>
              <a:rPr sz="2000" dirty="0">
                <a:latin typeface="Consolas" panose="020B0609020204030204" pitchFamily="49" charset="0"/>
                <a:cs typeface="Arial" panose="020B0604020202020204" pitchFamily="34" charset="0"/>
              </a:rPr>
              <a:t>Union(C,A)</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Union(H,G)</a:t>
            </a:r>
          </a:p>
          <a:p>
            <a:pPr algn="l">
              <a:defRPr sz="2800"/>
            </a:pPr>
            <a:r>
              <a:rPr sz="2000" dirty="0">
                <a:latin typeface="Consolas" panose="020B0609020204030204" pitchFamily="49" charset="0"/>
                <a:cs typeface="Arial" panose="020B0604020202020204" pitchFamily="34" charset="0"/>
              </a:rPr>
              <a:t>Union(H,F)</a:t>
            </a:r>
          </a:p>
          <a:p>
            <a:pPr algn="l">
              <a:defRPr sz="2800"/>
            </a:pPr>
            <a:r>
              <a:rPr sz="2000" dirty="0">
                <a:latin typeface="Consolas" panose="020B0609020204030204" pitchFamily="49" charset="0"/>
                <a:cs typeface="Arial" panose="020B0604020202020204" pitchFamily="34" charset="0"/>
              </a:rPr>
              <a:t>Union(H,B)</a:t>
            </a:r>
          </a:p>
        </p:txBody>
      </p:sp>
      <p:grpSp>
        <p:nvGrpSpPr>
          <p:cNvPr id="10" name="H"/>
          <p:cNvGrpSpPr/>
          <p:nvPr/>
        </p:nvGrpSpPr>
        <p:grpSpPr>
          <a:xfrm>
            <a:off x="9925401" y="4060262"/>
            <a:ext cx="486110" cy="486111"/>
            <a:chOff x="0" y="0"/>
            <a:chExt cx="691356" cy="691356"/>
          </a:xfrm>
        </p:grpSpPr>
        <p:sp>
          <p:nvSpPr>
            <p:cNvPr id="11"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12" name="H" descr="H"/>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B"/>
          <p:cNvGrpSpPr/>
          <p:nvPr/>
        </p:nvGrpSpPr>
        <p:grpSpPr>
          <a:xfrm>
            <a:off x="7701269" y="4902851"/>
            <a:ext cx="486110" cy="486111"/>
            <a:chOff x="0" y="0"/>
            <a:chExt cx="691356" cy="691356"/>
          </a:xfrm>
        </p:grpSpPr>
        <p:sp>
          <p:nvSpPr>
            <p:cNvPr id="14"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5" name="B" descr="B"/>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C"/>
          <p:cNvGrpSpPr/>
          <p:nvPr/>
        </p:nvGrpSpPr>
        <p:grpSpPr>
          <a:xfrm>
            <a:off x="5904431" y="4060262"/>
            <a:ext cx="486110" cy="486111"/>
            <a:chOff x="0" y="0"/>
            <a:chExt cx="691356" cy="691356"/>
          </a:xfrm>
        </p:grpSpPr>
        <p:sp>
          <p:nvSpPr>
            <p:cNvPr id="17"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8" name="C" descr="C"/>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D"/>
          <p:cNvGrpSpPr/>
          <p:nvPr/>
        </p:nvGrpSpPr>
        <p:grpSpPr>
          <a:xfrm>
            <a:off x="5223834" y="4875556"/>
            <a:ext cx="486110" cy="486111"/>
            <a:chOff x="0" y="0"/>
            <a:chExt cx="691356" cy="691356"/>
          </a:xfrm>
        </p:grpSpPr>
        <p:sp>
          <p:nvSpPr>
            <p:cNvPr id="20"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21" name="D" descr="D"/>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E"/>
          <p:cNvGrpSpPr/>
          <p:nvPr/>
        </p:nvGrpSpPr>
        <p:grpSpPr>
          <a:xfrm>
            <a:off x="3606734" y="4060262"/>
            <a:ext cx="486110" cy="486111"/>
            <a:chOff x="0" y="0"/>
            <a:chExt cx="691356" cy="691356"/>
          </a:xfrm>
        </p:grpSpPr>
        <p:sp>
          <p:nvSpPr>
            <p:cNvPr id="23"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4" name="E" descr="E"/>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L"/>
          <p:cNvGrpSpPr/>
          <p:nvPr/>
        </p:nvGrpSpPr>
        <p:grpSpPr>
          <a:xfrm>
            <a:off x="7627703" y="4060262"/>
            <a:ext cx="486111" cy="486111"/>
            <a:chOff x="0" y="0"/>
            <a:chExt cx="691356" cy="691356"/>
          </a:xfrm>
        </p:grpSpPr>
        <p:sp>
          <p:nvSpPr>
            <p:cNvPr id="26"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7" name="L" descr="L"/>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G"/>
          <p:cNvGrpSpPr/>
          <p:nvPr/>
        </p:nvGrpSpPr>
        <p:grpSpPr>
          <a:xfrm>
            <a:off x="8202128" y="4060262"/>
            <a:ext cx="486110" cy="486111"/>
            <a:chOff x="0" y="0"/>
            <a:chExt cx="691356" cy="691356"/>
          </a:xfrm>
        </p:grpSpPr>
        <p:sp>
          <p:nvSpPr>
            <p:cNvPr id="29"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30" name="G" descr="G"/>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A"/>
          <p:cNvGrpSpPr/>
          <p:nvPr/>
        </p:nvGrpSpPr>
        <p:grpSpPr>
          <a:xfrm>
            <a:off x="7053279" y="4920710"/>
            <a:ext cx="486110" cy="486111"/>
            <a:chOff x="0" y="0"/>
            <a:chExt cx="691356" cy="691356"/>
          </a:xfrm>
        </p:grpSpPr>
        <p:sp>
          <p:nvSpPr>
            <p:cNvPr id="32"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3" name="A" descr="A"/>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I"/>
          <p:cNvGrpSpPr/>
          <p:nvPr/>
        </p:nvGrpSpPr>
        <p:grpSpPr>
          <a:xfrm>
            <a:off x="4755583" y="4060262"/>
            <a:ext cx="486110" cy="486111"/>
            <a:chOff x="0" y="0"/>
            <a:chExt cx="691356" cy="691356"/>
          </a:xfrm>
        </p:grpSpPr>
        <p:sp>
          <p:nvSpPr>
            <p:cNvPr id="35"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6" name="I" descr="I"/>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J"/>
          <p:cNvGrpSpPr/>
          <p:nvPr/>
        </p:nvGrpSpPr>
        <p:grpSpPr>
          <a:xfrm>
            <a:off x="7053280" y="4060262"/>
            <a:ext cx="486110" cy="486111"/>
            <a:chOff x="0" y="0"/>
            <a:chExt cx="691356" cy="691356"/>
          </a:xfrm>
        </p:grpSpPr>
        <p:sp>
          <p:nvSpPr>
            <p:cNvPr id="38"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9" name="J" descr="J"/>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K"/>
          <p:cNvGrpSpPr/>
          <p:nvPr/>
        </p:nvGrpSpPr>
        <p:grpSpPr>
          <a:xfrm>
            <a:off x="5891090" y="4875556"/>
            <a:ext cx="486110" cy="486111"/>
            <a:chOff x="0" y="0"/>
            <a:chExt cx="691356" cy="691356"/>
          </a:xfrm>
        </p:grpSpPr>
        <p:sp>
          <p:nvSpPr>
            <p:cNvPr id="41"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42" name="K" descr="K"/>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3" name="F"/>
          <p:cNvGrpSpPr/>
          <p:nvPr/>
        </p:nvGrpSpPr>
        <p:grpSpPr>
          <a:xfrm>
            <a:off x="3606734" y="4920711"/>
            <a:ext cx="486110" cy="486111"/>
            <a:chOff x="0" y="0"/>
            <a:chExt cx="691356" cy="691356"/>
          </a:xfrm>
        </p:grpSpPr>
        <p:sp>
          <p:nvSpPr>
            <p:cNvPr id="44"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5" name="F" descr="F"/>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6"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7"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8"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8" name="Connection Line"/>
          <p:cNvSpPr/>
          <p:nvPr/>
        </p:nvSpPr>
        <p:spPr>
          <a:xfrm>
            <a:off x="3691447"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9" name="Connection Line"/>
          <p:cNvSpPr/>
          <p:nvPr/>
        </p:nvSpPr>
        <p:spPr>
          <a:xfrm>
            <a:off x="3834322"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0" name="Line"/>
          <p:cNvSpPr/>
          <p:nvPr/>
        </p:nvSpPr>
        <p:spPr>
          <a:xfrm flipH="1">
            <a:off x="3935086" y="3791372"/>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4" name="Connection Line"/>
          <p:cNvSpPr/>
          <p:nvPr/>
        </p:nvSpPr>
        <p:spPr>
          <a:xfrm>
            <a:off x="713161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5" name="Connection Line"/>
          <p:cNvSpPr/>
          <p:nvPr/>
        </p:nvSpPr>
        <p:spPr>
          <a:xfrm>
            <a:off x="727448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6" name="Line"/>
          <p:cNvSpPr/>
          <p:nvPr/>
        </p:nvSpPr>
        <p:spPr>
          <a:xfrm flipH="1">
            <a:off x="7375249"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7" name="Connection Line"/>
          <p:cNvSpPr/>
          <p:nvPr/>
        </p:nvSpPr>
        <p:spPr>
          <a:xfrm>
            <a:off x="7716671"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8" name="Connection Line"/>
          <p:cNvSpPr/>
          <p:nvPr/>
        </p:nvSpPr>
        <p:spPr>
          <a:xfrm>
            <a:off x="7859546"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9" name="Line"/>
          <p:cNvSpPr/>
          <p:nvPr/>
        </p:nvSpPr>
        <p:spPr>
          <a:xfrm flipH="1">
            <a:off x="7960310"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0" name="Connection Line"/>
          <p:cNvSpPr/>
          <p:nvPr/>
        </p:nvSpPr>
        <p:spPr>
          <a:xfrm>
            <a:off x="827195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1" name="Connection Line"/>
          <p:cNvSpPr/>
          <p:nvPr/>
        </p:nvSpPr>
        <p:spPr>
          <a:xfrm>
            <a:off x="841482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2" name="Line"/>
          <p:cNvSpPr/>
          <p:nvPr/>
        </p:nvSpPr>
        <p:spPr>
          <a:xfrm flipH="1">
            <a:off x="8515591" y="3813615"/>
            <a:ext cx="70112"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5"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9" name="Connection Line"/>
          <p:cNvSpPr/>
          <p:nvPr/>
        </p:nvSpPr>
        <p:spPr>
          <a:xfrm>
            <a:off x="100164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0" name="Connection Line"/>
          <p:cNvSpPr/>
          <p:nvPr/>
        </p:nvSpPr>
        <p:spPr>
          <a:xfrm>
            <a:off x="101593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1" name="Line"/>
          <p:cNvSpPr/>
          <p:nvPr/>
        </p:nvSpPr>
        <p:spPr>
          <a:xfrm flipH="1">
            <a:off x="10260134"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2"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3"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3"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4"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6" name="Line"/>
          <p:cNvSpPr/>
          <p:nvPr/>
        </p:nvSpPr>
        <p:spPr>
          <a:xfrm flipV="1">
            <a:off x="5352743" y="4326341"/>
            <a:ext cx="481234" cy="12150"/>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Tree>
    <p:extLst>
      <p:ext uri="{BB962C8B-B14F-4D97-AF65-F5344CB8AC3E}">
        <p14:creationId xmlns:p14="http://schemas.microsoft.com/office/powerpoint/2010/main" val="7438535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8" name="Table"/>
          <p:cNvGraphicFramePr/>
          <p:nvPr>
            <p:extLst>
              <p:ext uri="{D42A27DB-BD31-4B8C-83A1-F6EECF244321}">
                <p14:modId xmlns:p14="http://schemas.microsoft.com/office/powerpoint/2010/main" val="462010747"/>
              </p:ext>
            </p:extLst>
          </p:nvPr>
        </p:nvGraphicFramePr>
        <p:xfrm>
          <a:off x="3813506" y="2298899"/>
          <a:ext cx="7349136" cy="541501"/>
        </p:xfrm>
        <a:graphic>
          <a:graphicData uri="http://schemas.openxmlformats.org/drawingml/2006/table">
            <a:tbl>
              <a:tblPr>
                <a:tableStyleId>{E8B1032C-EA38-4F05-BA0D-38AFFFC7BED3}</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b="0" dirty="0" smtClean="0">
                          <a:solidFill>
                            <a:srgbClr val="000000"/>
                          </a:solidFill>
                          <a:latin typeface="+mn-lt"/>
                          <a:ea typeface="+mn-ea"/>
                          <a:cs typeface="+mn-cs"/>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8</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19" name="Table"/>
          <p:cNvGraphicFramePr/>
          <p:nvPr/>
        </p:nvGraphicFramePr>
        <p:xfrm>
          <a:off x="3813505" y="1825625"/>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E</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F</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I</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D</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C</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A</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J</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L</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G</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K</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B</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H</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22" name="Table"/>
          <p:cNvGraphicFramePr/>
          <p:nvPr/>
        </p:nvGraphicFramePr>
        <p:xfrm>
          <a:off x="3813505" y="2727184"/>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2</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7</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9</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sp>
        <p:nvSpPr>
          <p:cNvPr id="2" name="Title 1"/>
          <p:cNvSpPr>
            <a:spLocks noGrp="1"/>
          </p:cNvSpPr>
          <p:nvPr>
            <p:ph type="title"/>
          </p:nvPr>
        </p:nvSpPr>
        <p:spPr/>
        <p:txBody>
          <a:bodyPr/>
          <a:lstStyle/>
          <a:p>
            <a:r>
              <a:rPr lang="tr-TR" dirty="0" err="1"/>
              <a:t>Union</a:t>
            </a:r>
            <a:r>
              <a:rPr lang="tr-TR" dirty="0"/>
              <a:t> İşlemi</a:t>
            </a:r>
          </a:p>
        </p:txBody>
      </p:sp>
      <p:sp>
        <p:nvSpPr>
          <p:cNvPr id="9" name="Union(C,K)…"/>
          <p:cNvSpPr/>
          <p:nvPr/>
        </p:nvSpPr>
        <p:spPr>
          <a:xfrm>
            <a:off x="1253343" y="2118567"/>
            <a:ext cx="1580294" cy="3765454"/>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nchor="ctr">
            <a:spAutoFit/>
          </a:bodyPr>
          <a:lstStyle/>
          <a:p>
            <a:pPr algn="l">
              <a:defRPr sz="2800"/>
            </a:pPr>
            <a:r>
              <a:rPr sz="2000" dirty="0">
                <a:latin typeface="Consolas" panose="020B0609020204030204" pitchFamily="49" charset="0"/>
                <a:cs typeface="Arial" panose="020B0604020202020204" pitchFamily="34" charset="0"/>
              </a:rPr>
              <a:t>Union(C,K)</a:t>
            </a:r>
          </a:p>
          <a:p>
            <a:pPr algn="l">
              <a:defRPr sz="2800"/>
            </a:pPr>
            <a:r>
              <a:rPr sz="2000" dirty="0">
                <a:latin typeface="Consolas" panose="020B0609020204030204" pitchFamily="49" charset="0"/>
                <a:cs typeface="Arial" panose="020B0604020202020204" pitchFamily="34" charset="0"/>
              </a:rPr>
              <a:t>Union(F,E)</a:t>
            </a:r>
          </a:p>
          <a:p>
            <a:pPr algn="l">
              <a:defRPr sz="2800"/>
            </a:pPr>
            <a:r>
              <a:rPr sz="2000" dirty="0">
                <a:latin typeface="Consolas" panose="020B0609020204030204" pitchFamily="49" charset="0"/>
                <a:cs typeface="Arial" panose="020B0604020202020204" pitchFamily="34" charset="0"/>
              </a:rPr>
              <a:t>Union(A,J)</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Union(C,D)</a:t>
            </a:r>
          </a:p>
          <a:p>
            <a:pPr algn="l">
              <a:defRPr sz="2800"/>
            </a:pPr>
            <a:r>
              <a:rPr sz="2000" dirty="0">
                <a:latin typeface="Consolas" panose="020B0609020204030204" pitchFamily="49" charset="0"/>
                <a:cs typeface="Arial" panose="020B0604020202020204" pitchFamily="34" charset="0"/>
              </a:rPr>
              <a:t>Union(D,I)</a:t>
            </a:r>
          </a:p>
          <a:p>
            <a:pPr algn="l">
              <a:defRPr sz="2800"/>
            </a:pPr>
            <a:r>
              <a:rPr sz="2000" dirty="0">
                <a:solidFill>
                  <a:srgbClr val="FF0000"/>
                </a:solidFill>
                <a:latin typeface="Consolas" panose="020B0609020204030204" pitchFamily="49" charset="0"/>
                <a:cs typeface="Arial" panose="020B0604020202020204" pitchFamily="34" charset="0"/>
              </a:rPr>
              <a:t>Union(L,F)</a:t>
            </a:r>
          </a:p>
          <a:p>
            <a:pPr algn="l">
              <a:defRPr sz="2800"/>
            </a:pPr>
            <a:r>
              <a:rPr sz="2000" dirty="0">
                <a:latin typeface="Consolas" panose="020B0609020204030204" pitchFamily="49" charset="0"/>
                <a:cs typeface="Arial" panose="020B0604020202020204" pitchFamily="34" charset="0"/>
              </a:rPr>
              <a:t>Union(C,A)</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Union(H,G)</a:t>
            </a:r>
          </a:p>
          <a:p>
            <a:pPr algn="l">
              <a:defRPr sz="2800"/>
            </a:pPr>
            <a:r>
              <a:rPr sz="2000" dirty="0">
                <a:latin typeface="Consolas" panose="020B0609020204030204" pitchFamily="49" charset="0"/>
                <a:cs typeface="Arial" panose="020B0604020202020204" pitchFamily="34" charset="0"/>
              </a:rPr>
              <a:t>Union(H,F)</a:t>
            </a:r>
          </a:p>
          <a:p>
            <a:pPr algn="l">
              <a:defRPr sz="2800"/>
            </a:pPr>
            <a:r>
              <a:rPr sz="2000" dirty="0">
                <a:latin typeface="Consolas" panose="020B0609020204030204" pitchFamily="49" charset="0"/>
                <a:cs typeface="Arial" panose="020B0604020202020204" pitchFamily="34" charset="0"/>
              </a:rPr>
              <a:t>Union(H,B)</a:t>
            </a:r>
          </a:p>
        </p:txBody>
      </p:sp>
      <p:grpSp>
        <p:nvGrpSpPr>
          <p:cNvPr id="10" name="H"/>
          <p:cNvGrpSpPr/>
          <p:nvPr/>
        </p:nvGrpSpPr>
        <p:grpSpPr>
          <a:xfrm>
            <a:off x="9925401" y="4060262"/>
            <a:ext cx="486110" cy="486111"/>
            <a:chOff x="0" y="0"/>
            <a:chExt cx="691356" cy="691356"/>
          </a:xfrm>
        </p:grpSpPr>
        <p:sp>
          <p:nvSpPr>
            <p:cNvPr id="11"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12" name="H" descr="H"/>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B"/>
          <p:cNvGrpSpPr/>
          <p:nvPr/>
        </p:nvGrpSpPr>
        <p:grpSpPr>
          <a:xfrm>
            <a:off x="7701269" y="4902851"/>
            <a:ext cx="486110" cy="486111"/>
            <a:chOff x="0" y="0"/>
            <a:chExt cx="691356" cy="691356"/>
          </a:xfrm>
        </p:grpSpPr>
        <p:sp>
          <p:nvSpPr>
            <p:cNvPr id="14"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5" name="B" descr="B"/>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C"/>
          <p:cNvGrpSpPr/>
          <p:nvPr/>
        </p:nvGrpSpPr>
        <p:grpSpPr>
          <a:xfrm>
            <a:off x="5904431" y="4060262"/>
            <a:ext cx="486110" cy="486111"/>
            <a:chOff x="0" y="0"/>
            <a:chExt cx="691356" cy="691356"/>
          </a:xfrm>
        </p:grpSpPr>
        <p:sp>
          <p:nvSpPr>
            <p:cNvPr id="17"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8" name="C" descr="C"/>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D"/>
          <p:cNvGrpSpPr/>
          <p:nvPr/>
        </p:nvGrpSpPr>
        <p:grpSpPr>
          <a:xfrm>
            <a:off x="5223834" y="4875556"/>
            <a:ext cx="486110" cy="486111"/>
            <a:chOff x="0" y="0"/>
            <a:chExt cx="691356" cy="691356"/>
          </a:xfrm>
        </p:grpSpPr>
        <p:sp>
          <p:nvSpPr>
            <p:cNvPr id="20"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21" name="D" descr="D"/>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E"/>
          <p:cNvGrpSpPr/>
          <p:nvPr/>
        </p:nvGrpSpPr>
        <p:grpSpPr>
          <a:xfrm>
            <a:off x="3606734" y="4060262"/>
            <a:ext cx="486110" cy="486111"/>
            <a:chOff x="0" y="0"/>
            <a:chExt cx="691356" cy="691356"/>
          </a:xfrm>
        </p:grpSpPr>
        <p:sp>
          <p:nvSpPr>
            <p:cNvPr id="23"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4" name="E" descr="E"/>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L"/>
          <p:cNvGrpSpPr/>
          <p:nvPr/>
        </p:nvGrpSpPr>
        <p:grpSpPr>
          <a:xfrm>
            <a:off x="4187826" y="4902851"/>
            <a:ext cx="486111" cy="486111"/>
            <a:chOff x="0" y="0"/>
            <a:chExt cx="691356" cy="691356"/>
          </a:xfrm>
        </p:grpSpPr>
        <p:sp>
          <p:nvSpPr>
            <p:cNvPr id="26"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7" name="L" descr="L"/>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G"/>
          <p:cNvGrpSpPr/>
          <p:nvPr/>
        </p:nvGrpSpPr>
        <p:grpSpPr>
          <a:xfrm>
            <a:off x="8202128" y="4060262"/>
            <a:ext cx="486110" cy="486111"/>
            <a:chOff x="0" y="0"/>
            <a:chExt cx="691356" cy="691356"/>
          </a:xfrm>
        </p:grpSpPr>
        <p:sp>
          <p:nvSpPr>
            <p:cNvPr id="29"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30" name="G" descr="G"/>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A"/>
          <p:cNvGrpSpPr/>
          <p:nvPr/>
        </p:nvGrpSpPr>
        <p:grpSpPr>
          <a:xfrm>
            <a:off x="7053279" y="4920710"/>
            <a:ext cx="486110" cy="486111"/>
            <a:chOff x="0" y="0"/>
            <a:chExt cx="691356" cy="691356"/>
          </a:xfrm>
        </p:grpSpPr>
        <p:sp>
          <p:nvSpPr>
            <p:cNvPr id="32"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3" name="A" descr="A"/>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I"/>
          <p:cNvGrpSpPr/>
          <p:nvPr/>
        </p:nvGrpSpPr>
        <p:grpSpPr>
          <a:xfrm>
            <a:off x="4755583" y="4060262"/>
            <a:ext cx="486110" cy="486111"/>
            <a:chOff x="0" y="0"/>
            <a:chExt cx="691356" cy="691356"/>
          </a:xfrm>
        </p:grpSpPr>
        <p:sp>
          <p:nvSpPr>
            <p:cNvPr id="35"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6" name="I" descr="I"/>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J"/>
          <p:cNvGrpSpPr/>
          <p:nvPr/>
        </p:nvGrpSpPr>
        <p:grpSpPr>
          <a:xfrm>
            <a:off x="7053280" y="4060262"/>
            <a:ext cx="486110" cy="486111"/>
            <a:chOff x="0" y="0"/>
            <a:chExt cx="691356" cy="691356"/>
          </a:xfrm>
        </p:grpSpPr>
        <p:sp>
          <p:nvSpPr>
            <p:cNvPr id="38"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9" name="J" descr="J"/>
            <p:cNvPicPr>
              <a:picLocks/>
            </p:cNvPicPr>
            <p:nvPr/>
          </p:nvPicPr>
          <p:blipFill>
            <a:blip r:embed="rId3">
              <a:duotone>
                <a:prstClr val="black"/>
                <a:schemeClr val="accent6">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K"/>
          <p:cNvGrpSpPr/>
          <p:nvPr/>
        </p:nvGrpSpPr>
        <p:grpSpPr>
          <a:xfrm>
            <a:off x="5891090" y="4875556"/>
            <a:ext cx="486110" cy="486111"/>
            <a:chOff x="0" y="0"/>
            <a:chExt cx="691356" cy="691356"/>
          </a:xfrm>
        </p:grpSpPr>
        <p:sp>
          <p:nvSpPr>
            <p:cNvPr id="41"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42" name="K" descr="K"/>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3" name="F"/>
          <p:cNvGrpSpPr/>
          <p:nvPr/>
        </p:nvGrpSpPr>
        <p:grpSpPr>
          <a:xfrm>
            <a:off x="3606734" y="4920711"/>
            <a:ext cx="486110" cy="486111"/>
            <a:chOff x="0" y="0"/>
            <a:chExt cx="691356" cy="691356"/>
          </a:xfrm>
        </p:grpSpPr>
        <p:sp>
          <p:nvSpPr>
            <p:cNvPr id="44"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5" name="F" descr="F"/>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6"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7"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8"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8" name="Connection Line"/>
          <p:cNvSpPr/>
          <p:nvPr/>
        </p:nvSpPr>
        <p:spPr>
          <a:xfrm>
            <a:off x="3691447"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9" name="Connection Line"/>
          <p:cNvSpPr/>
          <p:nvPr/>
        </p:nvSpPr>
        <p:spPr>
          <a:xfrm>
            <a:off x="3834322"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0" name="Line"/>
          <p:cNvSpPr/>
          <p:nvPr/>
        </p:nvSpPr>
        <p:spPr>
          <a:xfrm flipH="1">
            <a:off x="3935086" y="3791372"/>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4" name="Connection Line"/>
          <p:cNvSpPr/>
          <p:nvPr/>
        </p:nvSpPr>
        <p:spPr>
          <a:xfrm>
            <a:off x="713161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5" name="Connection Line"/>
          <p:cNvSpPr/>
          <p:nvPr/>
        </p:nvSpPr>
        <p:spPr>
          <a:xfrm>
            <a:off x="727448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6" name="Line"/>
          <p:cNvSpPr/>
          <p:nvPr/>
        </p:nvSpPr>
        <p:spPr>
          <a:xfrm flipH="1">
            <a:off x="7375249"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0" name="Connection Line"/>
          <p:cNvSpPr/>
          <p:nvPr/>
        </p:nvSpPr>
        <p:spPr>
          <a:xfrm>
            <a:off x="827195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1" name="Connection Line"/>
          <p:cNvSpPr/>
          <p:nvPr/>
        </p:nvSpPr>
        <p:spPr>
          <a:xfrm>
            <a:off x="841482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2" name="Line"/>
          <p:cNvSpPr/>
          <p:nvPr/>
        </p:nvSpPr>
        <p:spPr>
          <a:xfrm flipH="1">
            <a:off x="8515591" y="3813615"/>
            <a:ext cx="70112"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5"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9" name="Connection Line"/>
          <p:cNvSpPr/>
          <p:nvPr/>
        </p:nvSpPr>
        <p:spPr>
          <a:xfrm>
            <a:off x="100164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0" name="Connection Line"/>
          <p:cNvSpPr/>
          <p:nvPr/>
        </p:nvSpPr>
        <p:spPr>
          <a:xfrm>
            <a:off x="101593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1" name="Line"/>
          <p:cNvSpPr/>
          <p:nvPr/>
        </p:nvSpPr>
        <p:spPr>
          <a:xfrm flipH="1">
            <a:off x="10260134"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2"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3"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3"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4"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6" name="Line"/>
          <p:cNvSpPr/>
          <p:nvPr/>
        </p:nvSpPr>
        <p:spPr>
          <a:xfrm flipV="1">
            <a:off x="5352743" y="4326341"/>
            <a:ext cx="481234" cy="12150"/>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7" name="Line"/>
          <p:cNvSpPr/>
          <p:nvPr/>
        </p:nvSpPr>
        <p:spPr>
          <a:xfrm flipH="1" flipV="1">
            <a:off x="4070580"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Tree>
    <p:extLst>
      <p:ext uri="{BB962C8B-B14F-4D97-AF65-F5344CB8AC3E}">
        <p14:creationId xmlns:p14="http://schemas.microsoft.com/office/powerpoint/2010/main" val="303042409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8" name="Table"/>
          <p:cNvGraphicFramePr/>
          <p:nvPr>
            <p:extLst>
              <p:ext uri="{D42A27DB-BD31-4B8C-83A1-F6EECF244321}">
                <p14:modId xmlns:p14="http://schemas.microsoft.com/office/powerpoint/2010/main" val="3951514045"/>
              </p:ext>
            </p:extLst>
          </p:nvPr>
        </p:nvGraphicFramePr>
        <p:xfrm>
          <a:off x="3813506" y="2298899"/>
          <a:ext cx="7349136" cy="541501"/>
        </p:xfrm>
        <a:graphic>
          <a:graphicData uri="http://schemas.openxmlformats.org/drawingml/2006/table">
            <a:tbl>
              <a:tblPr>
                <a:tableStyleId>{E8B1032C-EA38-4F05-BA0D-38AFFFC7BED3}</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b="0" dirty="0" smtClean="0">
                          <a:solidFill>
                            <a:srgbClr val="000000"/>
                          </a:solidFill>
                          <a:latin typeface="+mn-lt"/>
                          <a:ea typeface="+mn-ea"/>
                          <a:cs typeface="+mn-cs"/>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8</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19" name="Table"/>
          <p:cNvGraphicFramePr/>
          <p:nvPr/>
        </p:nvGraphicFramePr>
        <p:xfrm>
          <a:off x="3813505" y="1825625"/>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E</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F</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I</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D</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C</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A</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J</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L</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G</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K</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B</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H</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22" name="Table"/>
          <p:cNvGraphicFramePr/>
          <p:nvPr/>
        </p:nvGraphicFramePr>
        <p:xfrm>
          <a:off x="3813505" y="2727184"/>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2</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7</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9</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10</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sp>
        <p:nvSpPr>
          <p:cNvPr id="2" name="Title 1"/>
          <p:cNvSpPr>
            <a:spLocks noGrp="1"/>
          </p:cNvSpPr>
          <p:nvPr>
            <p:ph type="title"/>
          </p:nvPr>
        </p:nvSpPr>
        <p:spPr/>
        <p:txBody>
          <a:bodyPr/>
          <a:lstStyle/>
          <a:p>
            <a:r>
              <a:rPr lang="tr-TR" dirty="0" err="1"/>
              <a:t>Union</a:t>
            </a:r>
            <a:r>
              <a:rPr lang="tr-TR" dirty="0"/>
              <a:t> İşlemi</a:t>
            </a:r>
          </a:p>
        </p:txBody>
      </p:sp>
      <p:sp>
        <p:nvSpPr>
          <p:cNvPr id="9" name="Union(C,K)…"/>
          <p:cNvSpPr/>
          <p:nvPr/>
        </p:nvSpPr>
        <p:spPr>
          <a:xfrm>
            <a:off x="1253343" y="2118567"/>
            <a:ext cx="1580294" cy="3765454"/>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nchor="ctr">
            <a:spAutoFit/>
          </a:bodyPr>
          <a:lstStyle/>
          <a:p>
            <a:pPr algn="l">
              <a:defRPr sz="2800"/>
            </a:pPr>
            <a:r>
              <a:rPr sz="2000" dirty="0">
                <a:latin typeface="Consolas" panose="020B0609020204030204" pitchFamily="49" charset="0"/>
                <a:cs typeface="Arial" panose="020B0604020202020204" pitchFamily="34" charset="0"/>
              </a:rPr>
              <a:t>Union(C,K)</a:t>
            </a:r>
          </a:p>
          <a:p>
            <a:pPr algn="l">
              <a:defRPr sz="2800"/>
            </a:pPr>
            <a:r>
              <a:rPr sz="2000" dirty="0">
                <a:latin typeface="Consolas" panose="020B0609020204030204" pitchFamily="49" charset="0"/>
                <a:cs typeface="Arial" panose="020B0604020202020204" pitchFamily="34" charset="0"/>
              </a:rPr>
              <a:t>Union(F,E)</a:t>
            </a:r>
          </a:p>
          <a:p>
            <a:pPr algn="l">
              <a:defRPr sz="2800"/>
            </a:pPr>
            <a:r>
              <a:rPr sz="2000" dirty="0">
                <a:latin typeface="Consolas" panose="020B0609020204030204" pitchFamily="49" charset="0"/>
                <a:cs typeface="Arial" panose="020B0604020202020204" pitchFamily="34" charset="0"/>
              </a:rPr>
              <a:t>Union(A,J)</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Union(C,D)</a:t>
            </a:r>
          </a:p>
          <a:p>
            <a:pPr algn="l">
              <a:defRPr sz="2800"/>
            </a:pPr>
            <a:r>
              <a:rPr sz="2000" dirty="0">
                <a:latin typeface="Consolas" panose="020B0609020204030204" pitchFamily="49" charset="0"/>
                <a:cs typeface="Arial" panose="020B0604020202020204" pitchFamily="34" charset="0"/>
              </a:rPr>
              <a:t>Union(D,I)</a:t>
            </a:r>
          </a:p>
          <a:p>
            <a:pPr algn="l">
              <a:defRPr sz="2800"/>
            </a:pPr>
            <a:r>
              <a:rPr sz="2000" dirty="0">
                <a:latin typeface="Consolas" panose="020B0609020204030204" pitchFamily="49" charset="0"/>
                <a:cs typeface="Arial" panose="020B0604020202020204" pitchFamily="34" charset="0"/>
              </a:rPr>
              <a:t>Union(L,F)</a:t>
            </a:r>
          </a:p>
          <a:p>
            <a:pPr algn="l">
              <a:defRPr sz="2800"/>
            </a:pPr>
            <a:r>
              <a:rPr sz="2000" dirty="0">
                <a:latin typeface="Consolas" panose="020B0609020204030204" pitchFamily="49" charset="0"/>
                <a:cs typeface="Arial" panose="020B0604020202020204" pitchFamily="34" charset="0"/>
              </a:rPr>
              <a:t>Union(C,A)</a:t>
            </a:r>
          </a:p>
          <a:p>
            <a:pPr algn="l">
              <a:defRPr sz="2800"/>
            </a:pPr>
            <a:r>
              <a:rPr sz="2000" dirty="0">
                <a:solidFill>
                  <a:srgbClr val="FF0000"/>
                </a:solidFill>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Union(H,G)</a:t>
            </a:r>
          </a:p>
          <a:p>
            <a:pPr algn="l">
              <a:defRPr sz="2800"/>
            </a:pPr>
            <a:r>
              <a:rPr sz="2000" dirty="0">
                <a:latin typeface="Consolas" panose="020B0609020204030204" pitchFamily="49" charset="0"/>
                <a:cs typeface="Arial" panose="020B0604020202020204" pitchFamily="34" charset="0"/>
              </a:rPr>
              <a:t>Union(H,F)</a:t>
            </a:r>
          </a:p>
          <a:p>
            <a:pPr algn="l">
              <a:defRPr sz="2800"/>
            </a:pPr>
            <a:r>
              <a:rPr sz="2000" dirty="0">
                <a:latin typeface="Consolas" panose="020B0609020204030204" pitchFamily="49" charset="0"/>
                <a:cs typeface="Arial" panose="020B0604020202020204" pitchFamily="34" charset="0"/>
              </a:rPr>
              <a:t>Union(H,B)</a:t>
            </a:r>
          </a:p>
        </p:txBody>
      </p:sp>
      <p:grpSp>
        <p:nvGrpSpPr>
          <p:cNvPr id="10" name="H"/>
          <p:cNvGrpSpPr/>
          <p:nvPr/>
        </p:nvGrpSpPr>
        <p:grpSpPr>
          <a:xfrm>
            <a:off x="9925401" y="4060262"/>
            <a:ext cx="486110" cy="486111"/>
            <a:chOff x="0" y="0"/>
            <a:chExt cx="691356" cy="691356"/>
          </a:xfrm>
        </p:grpSpPr>
        <p:sp>
          <p:nvSpPr>
            <p:cNvPr id="11"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12" name="H" descr="H"/>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B"/>
          <p:cNvGrpSpPr/>
          <p:nvPr/>
        </p:nvGrpSpPr>
        <p:grpSpPr>
          <a:xfrm>
            <a:off x="7701269" y="4902851"/>
            <a:ext cx="486110" cy="486111"/>
            <a:chOff x="0" y="0"/>
            <a:chExt cx="691356" cy="691356"/>
          </a:xfrm>
        </p:grpSpPr>
        <p:sp>
          <p:nvSpPr>
            <p:cNvPr id="14"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5" name="B" descr="B"/>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C"/>
          <p:cNvGrpSpPr/>
          <p:nvPr/>
        </p:nvGrpSpPr>
        <p:grpSpPr>
          <a:xfrm>
            <a:off x="5904431" y="4060262"/>
            <a:ext cx="486110" cy="486111"/>
            <a:chOff x="0" y="0"/>
            <a:chExt cx="691356" cy="691356"/>
          </a:xfrm>
        </p:grpSpPr>
        <p:sp>
          <p:nvSpPr>
            <p:cNvPr id="17"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8" name="C" descr="C"/>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D"/>
          <p:cNvGrpSpPr/>
          <p:nvPr/>
        </p:nvGrpSpPr>
        <p:grpSpPr>
          <a:xfrm>
            <a:off x="5223834" y="4875556"/>
            <a:ext cx="486110" cy="486111"/>
            <a:chOff x="0" y="0"/>
            <a:chExt cx="691356" cy="691356"/>
          </a:xfrm>
        </p:grpSpPr>
        <p:sp>
          <p:nvSpPr>
            <p:cNvPr id="20"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21" name="D" descr="D"/>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E"/>
          <p:cNvGrpSpPr/>
          <p:nvPr/>
        </p:nvGrpSpPr>
        <p:grpSpPr>
          <a:xfrm>
            <a:off x="3606734" y="4060262"/>
            <a:ext cx="486110" cy="486111"/>
            <a:chOff x="0" y="0"/>
            <a:chExt cx="691356" cy="691356"/>
          </a:xfrm>
        </p:grpSpPr>
        <p:sp>
          <p:nvSpPr>
            <p:cNvPr id="23"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4" name="E" descr="E"/>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L"/>
          <p:cNvGrpSpPr/>
          <p:nvPr/>
        </p:nvGrpSpPr>
        <p:grpSpPr>
          <a:xfrm>
            <a:off x="4187826" y="4902851"/>
            <a:ext cx="486111" cy="486111"/>
            <a:chOff x="0" y="0"/>
            <a:chExt cx="691356" cy="691356"/>
          </a:xfrm>
        </p:grpSpPr>
        <p:sp>
          <p:nvSpPr>
            <p:cNvPr id="26"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7" name="L" descr="L"/>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G"/>
          <p:cNvGrpSpPr/>
          <p:nvPr/>
        </p:nvGrpSpPr>
        <p:grpSpPr>
          <a:xfrm>
            <a:off x="8202128" y="4060262"/>
            <a:ext cx="486110" cy="486111"/>
            <a:chOff x="0" y="0"/>
            <a:chExt cx="691356" cy="691356"/>
          </a:xfrm>
        </p:grpSpPr>
        <p:sp>
          <p:nvSpPr>
            <p:cNvPr id="29"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30" name="G" descr="G"/>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A"/>
          <p:cNvGrpSpPr/>
          <p:nvPr/>
        </p:nvGrpSpPr>
        <p:grpSpPr>
          <a:xfrm>
            <a:off x="7053279" y="4920710"/>
            <a:ext cx="486110" cy="486111"/>
            <a:chOff x="0" y="0"/>
            <a:chExt cx="691356" cy="691356"/>
          </a:xfrm>
        </p:grpSpPr>
        <p:sp>
          <p:nvSpPr>
            <p:cNvPr id="32"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3" name="A" descr="A"/>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I"/>
          <p:cNvGrpSpPr/>
          <p:nvPr/>
        </p:nvGrpSpPr>
        <p:grpSpPr>
          <a:xfrm>
            <a:off x="4755583" y="4060262"/>
            <a:ext cx="486110" cy="486111"/>
            <a:chOff x="0" y="0"/>
            <a:chExt cx="691356" cy="691356"/>
          </a:xfrm>
        </p:grpSpPr>
        <p:sp>
          <p:nvSpPr>
            <p:cNvPr id="35"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6" name="I" descr="I"/>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J"/>
          <p:cNvGrpSpPr/>
          <p:nvPr/>
        </p:nvGrpSpPr>
        <p:grpSpPr>
          <a:xfrm>
            <a:off x="7053280" y="4060262"/>
            <a:ext cx="486110" cy="486111"/>
            <a:chOff x="0" y="0"/>
            <a:chExt cx="691356" cy="691356"/>
          </a:xfrm>
        </p:grpSpPr>
        <p:sp>
          <p:nvSpPr>
            <p:cNvPr id="38"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9" name="J" descr="J"/>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K"/>
          <p:cNvGrpSpPr/>
          <p:nvPr/>
        </p:nvGrpSpPr>
        <p:grpSpPr>
          <a:xfrm>
            <a:off x="5891090" y="4875556"/>
            <a:ext cx="486110" cy="486111"/>
            <a:chOff x="0" y="0"/>
            <a:chExt cx="691356" cy="691356"/>
          </a:xfrm>
        </p:grpSpPr>
        <p:sp>
          <p:nvSpPr>
            <p:cNvPr id="41"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42" name="K" descr="K"/>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3" name="F"/>
          <p:cNvGrpSpPr/>
          <p:nvPr/>
        </p:nvGrpSpPr>
        <p:grpSpPr>
          <a:xfrm>
            <a:off x="3606734" y="4920711"/>
            <a:ext cx="486110" cy="486111"/>
            <a:chOff x="0" y="0"/>
            <a:chExt cx="691356" cy="691356"/>
          </a:xfrm>
        </p:grpSpPr>
        <p:sp>
          <p:nvSpPr>
            <p:cNvPr id="44"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5" name="F" descr="F"/>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6"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7"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8"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8" name="Connection Line"/>
          <p:cNvSpPr/>
          <p:nvPr/>
        </p:nvSpPr>
        <p:spPr>
          <a:xfrm>
            <a:off x="3691447"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9" name="Connection Line"/>
          <p:cNvSpPr/>
          <p:nvPr/>
        </p:nvSpPr>
        <p:spPr>
          <a:xfrm>
            <a:off x="3834322"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0" name="Line"/>
          <p:cNvSpPr/>
          <p:nvPr/>
        </p:nvSpPr>
        <p:spPr>
          <a:xfrm flipH="1">
            <a:off x="3935086" y="3791372"/>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0" name="Connection Line"/>
          <p:cNvSpPr/>
          <p:nvPr/>
        </p:nvSpPr>
        <p:spPr>
          <a:xfrm>
            <a:off x="827195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1" name="Connection Line"/>
          <p:cNvSpPr/>
          <p:nvPr/>
        </p:nvSpPr>
        <p:spPr>
          <a:xfrm>
            <a:off x="841482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2" name="Line"/>
          <p:cNvSpPr/>
          <p:nvPr/>
        </p:nvSpPr>
        <p:spPr>
          <a:xfrm flipH="1">
            <a:off x="8515591" y="3813615"/>
            <a:ext cx="70112"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5"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9" name="Connection Line"/>
          <p:cNvSpPr/>
          <p:nvPr/>
        </p:nvSpPr>
        <p:spPr>
          <a:xfrm>
            <a:off x="10016494"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0" name="Connection Line"/>
          <p:cNvSpPr/>
          <p:nvPr/>
        </p:nvSpPr>
        <p:spPr>
          <a:xfrm>
            <a:off x="10159369" y="3663266"/>
            <a:ext cx="169557"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81" name="Line"/>
          <p:cNvSpPr/>
          <p:nvPr/>
        </p:nvSpPr>
        <p:spPr>
          <a:xfrm flipH="1">
            <a:off x="10260134" y="3813615"/>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2"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3"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3"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4"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6" name="Line"/>
          <p:cNvSpPr/>
          <p:nvPr/>
        </p:nvSpPr>
        <p:spPr>
          <a:xfrm>
            <a:off x="5352743" y="4338490"/>
            <a:ext cx="481234" cy="1497"/>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7" name="Line"/>
          <p:cNvSpPr/>
          <p:nvPr/>
        </p:nvSpPr>
        <p:spPr>
          <a:xfrm flipH="1" flipV="1">
            <a:off x="4070580"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7" name="Line"/>
          <p:cNvSpPr/>
          <p:nvPr/>
        </p:nvSpPr>
        <p:spPr>
          <a:xfrm flipH="1" flipV="1">
            <a:off x="6496714" y="4338488"/>
            <a:ext cx="468251" cy="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Tree>
    <p:extLst>
      <p:ext uri="{BB962C8B-B14F-4D97-AF65-F5344CB8AC3E}">
        <p14:creationId xmlns:p14="http://schemas.microsoft.com/office/powerpoint/2010/main" val="14691823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8" name="Table"/>
          <p:cNvGraphicFramePr/>
          <p:nvPr>
            <p:extLst>
              <p:ext uri="{D42A27DB-BD31-4B8C-83A1-F6EECF244321}">
                <p14:modId xmlns:p14="http://schemas.microsoft.com/office/powerpoint/2010/main" val="2568232468"/>
              </p:ext>
            </p:extLst>
          </p:nvPr>
        </p:nvGraphicFramePr>
        <p:xfrm>
          <a:off x="3813506" y="2298899"/>
          <a:ext cx="7349136" cy="541501"/>
        </p:xfrm>
        <a:graphic>
          <a:graphicData uri="http://schemas.openxmlformats.org/drawingml/2006/table">
            <a:tbl>
              <a:tblPr>
                <a:tableStyleId>{E8B1032C-EA38-4F05-BA0D-38AFFFC7BED3}</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b="0" dirty="0" smtClean="0">
                          <a:solidFill>
                            <a:srgbClr val="000000"/>
                          </a:solidFill>
                          <a:latin typeface="+mn-lt"/>
                          <a:ea typeface="+mn-ea"/>
                          <a:cs typeface="+mn-cs"/>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8</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8</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19" name="Table"/>
          <p:cNvGraphicFramePr/>
          <p:nvPr/>
        </p:nvGraphicFramePr>
        <p:xfrm>
          <a:off x="3813505" y="1825625"/>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E</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F</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I</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D</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C</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A</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J</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L</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G</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K</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B</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H</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22" name="Table"/>
          <p:cNvGraphicFramePr/>
          <p:nvPr/>
        </p:nvGraphicFramePr>
        <p:xfrm>
          <a:off x="3813505" y="2727184"/>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2</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7</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9</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sp>
        <p:nvSpPr>
          <p:cNvPr id="2" name="Title 1"/>
          <p:cNvSpPr>
            <a:spLocks noGrp="1"/>
          </p:cNvSpPr>
          <p:nvPr>
            <p:ph type="title"/>
          </p:nvPr>
        </p:nvSpPr>
        <p:spPr/>
        <p:txBody>
          <a:bodyPr/>
          <a:lstStyle/>
          <a:p>
            <a:r>
              <a:rPr lang="tr-TR" dirty="0" err="1"/>
              <a:t>Union</a:t>
            </a:r>
            <a:r>
              <a:rPr lang="tr-TR" dirty="0"/>
              <a:t> İşlemi</a:t>
            </a:r>
          </a:p>
        </p:txBody>
      </p:sp>
      <p:sp>
        <p:nvSpPr>
          <p:cNvPr id="9" name="Union(C,K)…"/>
          <p:cNvSpPr/>
          <p:nvPr/>
        </p:nvSpPr>
        <p:spPr>
          <a:xfrm>
            <a:off x="1253343" y="2118567"/>
            <a:ext cx="1580294" cy="3765454"/>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nchor="ctr">
            <a:spAutoFit/>
          </a:bodyPr>
          <a:lstStyle/>
          <a:p>
            <a:pPr algn="l">
              <a:defRPr sz="2800"/>
            </a:pPr>
            <a:r>
              <a:rPr sz="2000" dirty="0">
                <a:latin typeface="Consolas" panose="020B0609020204030204" pitchFamily="49" charset="0"/>
                <a:cs typeface="Arial" panose="020B0604020202020204" pitchFamily="34" charset="0"/>
              </a:rPr>
              <a:t>Union(C,K)</a:t>
            </a:r>
          </a:p>
          <a:p>
            <a:pPr algn="l">
              <a:defRPr sz="2800"/>
            </a:pPr>
            <a:r>
              <a:rPr sz="2000" dirty="0">
                <a:latin typeface="Consolas" panose="020B0609020204030204" pitchFamily="49" charset="0"/>
                <a:cs typeface="Arial" panose="020B0604020202020204" pitchFamily="34" charset="0"/>
              </a:rPr>
              <a:t>Union(F,E)</a:t>
            </a:r>
          </a:p>
          <a:p>
            <a:pPr algn="l">
              <a:defRPr sz="2800"/>
            </a:pPr>
            <a:r>
              <a:rPr sz="2000" dirty="0">
                <a:latin typeface="Consolas" panose="020B0609020204030204" pitchFamily="49" charset="0"/>
                <a:cs typeface="Arial" panose="020B0604020202020204" pitchFamily="34" charset="0"/>
              </a:rPr>
              <a:t>Union(A,J)</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Union(C,D)</a:t>
            </a:r>
          </a:p>
          <a:p>
            <a:pPr algn="l">
              <a:defRPr sz="2800"/>
            </a:pPr>
            <a:r>
              <a:rPr sz="2000" dirty="0">
                <a:latin typeface="Consolas" panose="020B0609020204030204" pitchFamily="49" charset="0"/>
                <a:cs typeface="Arial" panose="020B0604020202020204" pitchFamily="34" charset="0"/>
              </a:rPr>
              <a:t>Union(D,I)</a:t>
            </a:r>
          </a:p>
          <a:p>
            <a:pPr algn="l">
              <a:defRPr sz="2800"/>
            </a:pPr>
            <a:r>
              <a:rPr sz="2000" dirty="0">
                <a:latin typeface="Consolas" panose="020B0609020204030204" pitchFamily="49" charset="0"/>
                <a:cs typeface="Arial" panose="020B0604020202020204" pitchFamily="34" charset="0"/>
              </a:rPr>
              <a:t>Union(L,F)</a:t>
            </a:r>
          </a:p>
          <a:p>
            <a:pPr algn="l">
              <a:defRPr sz="2800"/>
            </a:pPr>
            <a:r>
              <a:rPr sz="2000" dirty="0">
                <a:latin typeface="Consolas" panose="020B0609020204030204" pitchFamily="49" charset="0"/>
                <a:cs typeface="Arial" panose="020B0604020202020204" pitchFamily="34" charset="0"/>
              </a:rPr>
              <a:t>Union(C,A)</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solidFill>
                  <a:srgbClr val="FF0000"/>
                </a:solidFill>
                <a:latin typeface="Consolas" panose="020B0609020204030204" pitchFamily="49" charset="0"/>
                <a:cs typeface="Arial" panose="020B0604020202020204" pitchFamily="34" charset="0"/>
              </a:rPr>
              <a:t>Union(H,G)</a:t>
            </a:r>
          </a:p>
          <a:p>
            <a:pPr algn="l">
              <a:defRPr sz="2800"/>
            </a:pPr>
            <a:r>
              <a:rPr sz="2000" dirty="0">
                <a:latin typeface="Consolas" panose="020B0609020204030204" pitchFamily="49" charset="0"/>
                <a:cs typeface="Arial" panose="020B0604020202020204" pitchFamily="34" charset="0"/>
              </a:rPr>
              <a:t>Union(H,F)</a:t>
            </a:r>
          </a:p>
          <a:p>
            <a:pPr algn="l">
              <a:defRPr sz="2800"/>
            </a:pPr>
            <a:r>
              <a:rPr sz="2000" dirty="0">
                <a:latin typeface="Consolas" panose="020B0609020204030204" pitchFamily="49" charset="0"/>
                <a:cs typeface="Arial" panose="020B0604020202020204" pitchFamily="34" charset="0"/>
              </a:rPr>
              <a:t>Union(H,B)</a:t>
            </a:r>
          </a:p>
        </p:txBody>
      </p:sp>
      <p:grpSp>
        <p:nvGrpSpPr>
          <p:cNvPr id="10" name="H"/>
          <p:cNvGrpSpPr/>
          <p:nvPr/>
        </p:nvGrpSpPr>
        <p:grpSpPr>
          <a:xfrm>
            <a:off x="8307592" y="4893415"/>
            <a:ext cx="486110" cy="486111"/>
            <a:chOff x="0" y="0"/>
            <a:chExt cx="691356" cy="691356"/>
          </a:xfrm>
        </p:grpSpPr>
        <p:sp>
          <p:nvSpPr>
            <p:cNvPr id="11"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12" name="H" descr="H"/>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B"/>
          <p:cNvGrpSpPr/>
          <p:nvPr/>
        </p:nvGrpSpPr>
        <p:grpSpPr>
          <a:xfrm>
            <a:off x="7701269" y="4902851"/>
            <a:ext cx="486110" cy="486111"/>
            <a:chOff x="0" y="0"/>
            <a:chExt cx="691356" cy="691356"/>
          </a:xfrm>
        </p:grpSpPr>
        <p:sp>
          <p:nvSpPr>
            <p:cNvPr id="14"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5" name="B" descr="B"/>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C"/>
          <p:cNvGrpSpPr/>
          <p:nvPr/>
        </p:nvGrpSpPr>
        <p:grpSpPr>
          <a:xfrm>
            <a:off x="5904431" y="4060262"/>
            <a:ext cx="486110" cy="486111"/>
            <a:chOff x="0" y="0"/>
            <a:chExt cx="691356" cy="691356"/>
          </a:xfrm>
        </p:grpSpPr>
        <p:sp>
          <p:nvSpPr>
            <p:cNvPr id="17"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8" name="C" descr="C"/>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D"/>
          <p:cNvGrpSpPr/>
          <p:nvPr/>
        </p:nvGrpSpPr>
        <p:grpSpPr>
          <a:xfrm>
            <a:off x="5223834" y="4875556"/>
            <a:ext cx="486110" cy="486111"/>
            <a:chOff x="0" y="0"/>
            <a:chExt cx="691356" cy="691356"/>
          </a:xfrm>
        </p:grpSpPr>
        <p:sp>
          <p:nvSpPr>
            <p:cNvPr id="20"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21" name="D" descr="D"/>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E"/>
          <p:cNvGrpSpPr/>
          <p:nvPr/>
        </p:nvGrpSpPr>
        <p:grpSpPr>
          <a:xfrm>
            <a:off x="3606734" y="4060262"/>
            <a:ext cx="486110" cy="486111"/>
            <a:chOff x="0" y="0"/>
            <a:chExt cx="691356" cy="691356"/>
          </a:xfrm>
        </p:grpSpPr>
        <p:sp>
          <p:nvSpPr>
            <p:cNvPr id="23"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4" name="E" descr="E"/>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L"/>
          <p:cNvGrpSpPr/>
          <p:nvPr/>
        </p:nvGrpSpPr>
        <p:grpSpPr>
          <a:xfrm>
            <a:off x="4187826" y="4902851"/>
            <a:ext cx="486111" cy="486111"/>
            <a:chOff x="0" y="0"/>
            <a:chExt cx="691356" cy="691356"/>
          </a:xfrm>
        </p:grpSpPr>
        <p:sp>
          <p:nvSpPr>
            <p:cNvPr id="26"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7" name="L" descr="L"/>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G"/>
          <p:cNvGrpSpPr/>
          <p:nvPr/>
        </p:nvGrpSpPr>
        <p:grpSpPr>
          <a:xfrm>
            <a:off x="8202128" y="4060262"/>
            <a:ext cx="486110" cy="486111"/>
            <a:chOff x="0" y="0"/>
            <a:chExt cx="691356" cy="691356"/>
          </a:xfrm>
        </p:grpSpPr>
        <p:sp>
          <p:nvSpPr>
            <p:cNvPr id="29"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30" name="G" descr="G"/>
            <p:cNvPicPr>
              <a:picLocks/>
            </p:cNvPicPr>
            <p:nvPr/>
          </p:nvPicPr>
          <p:blipFill>
            <a:blip r:embed="rId3">
              <a:duotone>
                <a:prstClr val="black"/>
                <a:schemeClr val="accent5">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A"/>
          <p:cNvGrpSpPr/>
          <p:nvPr/>
        </p:nvGrpSpPr>
        <p:grpSpPr>
          <a:xfrm>
            <a:off x="7053279" y="4920710"/>
            <a:ext cx="486110" cy="486111"/>
            <a:chOff x="0" y="0"/>
            <a:chExt cx="691356" cy="691356"/>
          </a:xfrm>
        </p:grpSpPr>
        <p:sp>
          <p:nvSpPr>
            <p:cNvPr id="32"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3" name="A" descr="A"/>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I"/>
          <p:cNvGrpSpPr/>
          <p:nvPr/>
        </p:nvGrpSpPr>
        <p:grpSpPr>
          <a:xfrm>
            <a:off x="4755583" y="4060262"/>
            <a:ext cx="486110" cy="486111"/>
            <a:chOff x="0" y="0"/>
            <a:chExt cx="691356" cy="691356"/>
          </a:xfrm>
        </p:grpSpPr>
        <p:sp>
          <p:nvSpPr>
            <p:cNvPr id="35"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6" name="I" descr="I"/>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J"/>
          <p:cNvGrpSpPr/>
          <p:nvPr/>
        </p:nvGrpSpPr>
        <p:grpSpPr>
          <a:xfrm>
            <a:off x="7053280" y="4060262"/>
            <a:ext cx="486110" cy="486111"/>
            <a:chOff x="0" y="0"/>
            <a:chExt cx="691356" cy="691356"/>
          </a:xfrm>
        </p:grpSpPr>
        <p:sp>
          <p:nvSpPr>
            <p:cNvPr id="38"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9" name="J" descr="J"/>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K"/>
          <p:cNvGrpSpPr/>
          <p:nvPr/>
        </p:nvGrpSpPr>
        <p:grpSpPr>
          <a:xfrm>
            <a:off x="5891090" y="4875556"/>
            <a:ext cx="486110" cy="486111"/>
            <a:chOff x="0" y="0"/>
            <a:chExt cx="691356" cy="691356"/>
          </a:xfrm>
        </p:grpSpPr>
        <p:sp>
          <p:nvSpPr>
            <p:cNvPr id="41"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42" name="K" descr="K"/>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3" name="F"/>
          <p:cNvGrpSpPr/>
          <p:nvPr/>
        </p:nvGrpSpPr>
        <p:grpSpPr>
          <a:xfrm>
            <a:off x="3606734" y="4920711"/>
            <a:ext cx="486110" cy="486111"/>
            <a:chOff x="0" y="0"/>
            <a:chExt cx="691356" cy="691356"/>
          </a:xfrm>
        </p:grpSpPr>
        <p:sp>
          <p:nvSpPr>
            <p:cNvPr id="44"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5" name="F" descr="F"/>
            <p:cNvPicPr>
              <a:picLocks/>
            </p:cNvPicPr>
            <p:nvPr/>
          </p:nvPicPr>
          <p:blipFill>
            <a:blip r:embed="rId3">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6"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7"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8"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8" name="Connection Line"/>
          <p:cNvSpPr/>
          <p:nvPr/>
        </p:nvSpPr>
        <p:spPr>
          <a:xfrm>
            <a:off x="3691447"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59" name="Connection Line"/>
          <p:cNvSpPr/>
          <p:nvPr/>
        </p:nvSpPr>
        <p:spPr>
          <a:xfrm>
            <a:off x="3834322" y="3641023"/>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60" name="Line"/>
          <p:cNvSpPr/>
          <p:nvPr/>
        </p:nvSpPr>
        <p:spPr>
          <a:xfrm flipH="1">
            <a:off x="3935086" y="3791372"/>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0" name="Connection Line"/>
          <p:cNvSpPr/>
          <p:nvPr/>
        </p:nvSpPr>
        <p:spPr>
          <a:xfrm>
            <a:off x="8271950"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1" name="Connection Line"/>
          <p:cNvSpPr/>
          <p:nvPr/>
        </p:nvSpPr>
        <p:spPr>
          <a:xfrm>
            <a:off x="8414825" y="3663266"/>
            <a:ext cx="169556" cy="330106"/>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72" name="Line"/>
          <p:cNvSpPr/>
          <p:nvPr/>
        </p:nvSpPr>
        <p:spPr>
          <a:xfrm flipH="1">
            <a:off x="8515591" y="3813615"/>
            <a:ext cx="70112"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5"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2"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3"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3"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4"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6" name="Line"/>
          <p:cNvSpPr/>
          <p:nvPr/>
        </p:nvSpPr>
        <p:spPr>
          <a:xfrm>
            <a:off x="5352743" y="4338490"/>
            <a:ext cx="481234" cy="1497"/>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7" name="Line"/>
          <p:cNvSpPr/>
          <p:nvPr/>
        </p:nvSpPr>
        <p:spPr>
          <a:xfrm flipH="1" flipV="1">
            <a:off x="4070580"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7" name="Line"/>
          <p:cNvSpPr/>
          <p:nvPr/>
        </p:nvSpPr>
        <p:spPr>
          <a:xfrm flipH="1" flipV="1">
            <a:off x="6496714" y="4338488"/>
            <a:ext cx="468251" cy="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8" name="Line"/>
          <p:cNvSpPr/>
          <p:nvPr/>
        </p:nvSpPr>
        <p:spPr>
          <a:xfrm flipH="1" flipV="1">
            <a:off x="8458521" y="4577438"/>
            <a:ext cx="0" cy="361128"/>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Tree>
    <p:extLst>
      <p:ext uri="{BB962C8B-B14F-4D97-AF65-F5344CB8AC3E}">
        <p14:creationId xmlns:p14="http://schemas.microsoft.com/office/powerpoint/2010/main" val="14234910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8" name="Table"/>
          <p:cNvGraphicFramePr/>
          <p:nvPr>
            <p:extLst>
              <p:ext uri="{D42A27DB-BD31-4B8C-83A1-F6EECF244321}">
                <p14:modId xmlns:p14="http://schemas.microsoft.com/office/powerpoint/2010/main" val="2214988919"/>
              </p:ext>
            </p:extLst>
          </p:nvPr>
        </p:nvGraphicFramePr>
        <p:xfrm>
          <a:off x="3813506" y="2298899"/>
          <a:ext cx="7349136" cy="541501"/>
        </p:xfrm>
        <a:graphic>
          <a:graphicData uri="http://schemas.openxmlformats.org/drawingml/2006/table">
            <a:tbl>
              <a:tblPr>
                <a:tableStyleId>{E8B1032C-EA38-4F05-BA0D-38AFFFC7BED3}</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b="0" dirty="0" smtClean="0">
                          <a:solidFill>
                            <a:srgbClr val="000000"/>
                          </a:solidFill>
                          <a:latin typeface="+mn-lt"/>
                          <a:ea typeface="+mn-ea"/>
                          <a:cs typeface="+mn-cs"/>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4</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6</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lang="tr-TR" sz="2000" dirty="0" smtClean="0">
                          <a:sym typeface="Helvetica"/>
                        </a:rPr>
                        <a:t>8</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19" name="Table"/>
          <p:cNvGraphicFramePr/>
          <p:nvPr/>
        </p:nvGraphicFramePr>
        <p:xfrm>
          <a:off x="3813505" y="1825625"/>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E</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F</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I</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D</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C</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A</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J</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L</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G</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K</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B</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H</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graphicFrame>
        <p:nvGraphicFramePr>
          <p:cNvPr id="2022" name="Table"/>
          <p:cNvGraphicFramePr/>
          <p:nvPr/>
        </p:nvGraphicFramePr>
        <p:xfrm>
          <a:off x="3813505" y="2727184"/>
          <a:ext cx="7349136" cy="541501"/>
        </p:xfrm>
        <a:graphic>
          <a:graphicData uri="http://schemas.openxmlformats.org/drawingml/2006/table">
            <a:tbl>
              <a:tblPr>
                <a:tableStyleId>{2D5ABB26-0587-4C30-8999-92F81FD0307C}</a:tableStyleId>
              </a:tblPr>
              <a:tblGrid>
                <a:gridCol w="612428"/>
                <a:gridCol w="612428"/>
                <a:gridCol w="612428"/>
                <a:gridCol w="612428"/>
                <a:gridCol w="612428"/>
                <a:gridCol w="612428"/>
                <a:gridCol w="612428"/>
                <a:gridCol w="612428"/>
                <a:gridCol w="612428"/>
                <a:gridCol w="612428"/>
                <a:gridCol w="612428"/>
                <a:gridCol w="612428"/>
              </a:tblGrid>
              <a:tr h="541501">
                <a:tc>
                  <a:txBody>
                    <a:bodyPr/>
                    <a:lstStyle/>
                    <a:p>
                      <a:pPr algn="ctr" defTabSz="914400">
                        <a:defRPr>
                          <a:solidFill>
                            <a:srgbClr val="000000"/>
                          </a:solidFill>
                        </a:defRPr>
                      </a:pPr>
                      <a:r>
                        <a:rPr sz="2000" dirty="0">
                          <a:sym typeface="Helvetica"/>
                        </a:rPr>
                        <a:t>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2</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3</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4</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5</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6</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7</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a:sym typeface="Helvetica"/>
                        </a:rPr>
                        <a:t>8</a:t>
                      </a:r>
                      <a:endParaRPr sz="2000" b="1">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9</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10</a:t>
                      </a:r>
                      <a:endParaRPr sz="2000" b="1" dirty="0">
                        <a:solidFill>
                          <a:srgbClr val="FFFFFF"/>
                        </a:solidFill>
                        <a:latin typeface="Helvetica"/>
                        <a:ea typeface="Helvetica"/>
                        <a:cs typeface="Helvetica"/>
                        <a:sym typeface="Helvetica"/>
                      </a:endParaRPr>
                    </a:p>
                  </a:txBody>
                  <a:tcPr marL="35719" marR="35719" marT="35719" marB="35719" anchor="ctr" horzOverflow="overflow"/>
                </a:tc>
                <a:tc>
                  <a:txBody>
                    <a:bodyPr/>
                    <a:lstStyle/>
                    <a:p>
                      <a:pPr algn="ctr" defTabSz="914400">
                        <a:defRPr>
                          <a:solidFill>
                            <a:srgbClr val="000000"/>
                          </a:solidFill>
                        </a:defRPr>
                      </a:pPr>
                      <a:r>
                        <a:rPr sz="2000" dirty="0">
                          <a:sym typeface="Helvetica"/>
                        </a:rPr>
                        <a:t>11</a:t>
                      </a:r>
                      <a:endParaRPr sz="2000" b="1" dirty="0">
                        <a:solidFill>
                          <a:srgbClr val="FFFFFF"/>
                        </a:solidFill>
                        <a:latin typeface="Helvetica"/>
                        <a:ea typeface="Helvetica"/>
                        <a:cs typeface="Helvetica"/>
                        <a:sym typeface="Helvetica"/>
                      </a:endParaRPr>
                    </a:p>
                  </a:txBody>
                  <a:tcPr marL="35719" marR="35719" marT="35719" marB="35719" anchor="ctr" horzOverflow="overflow"/>
                </a:tc>
              </a:tr>
            </a:tbl>
          </a:graphicData>
        </a:graphic>
      </p:graphicFrame>
      <p:sp>
        <p:nvSpPr>
          <p:cNvPr id="2" name="Title 1"/>
          <p:cNvSpPr>
            <a:spLocks noGrp="1"/>
          </p:cNvSpPr>
          <p:nvPr>
            <p:ph type="title"/>
          </p:nvPr>
        </p:nvSpPr>
        <p:spPr/>
        <p:txBody>
          <a:bodyPr/>
          <a:lstStyle/>
          <a:p>
            <a:r>
              <a:rPr lang="tr-TR" dirty="0" err="1"/>
              <a:t>Union</a:t>
            </a:r>
            <a:r>
              <a:rPr lang="tr-TR" dirty="0"/>
              <a:t> İşlemi</a:t>
            </a:r>
          </a:p>
        </p:txBody>
      </p:sp>
      <p:sp>
        <p:nvSpPr>
          <p:cNvPr id="9" name="Union(C,K)…"/>
          <p:cNvSpPr/>
          <p:nvPr/>
        </p:nvSpPr>
        <p:spPr>
          <a:xfrm>
            <a:off x="1253343" y="2118567"/>
            <a:ext cx="1580294" cy="3765454"/>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nchor="ctr">
            <a:spAutoFit/>
          </a:bodyPr>
          <a:lstStyle/>
          <a:p>
            <a:pPr algn="l">
              <a:defRPr sz="2800"/>
            </a:pPr>
            <a:r>
              <a:rPr sz="2000" dirty="0">
                <a:latin typeface="Consolas" panose="020B0609020204030204" pitchFamily="49" charset="0"/>
                <a:cs typeface="Arial" panose="020B0604020202020204" pitchFamily="34" charset="0"/>
              </a:rPr>
              <a:t>Union(C,K)</a:t>
            </a:r>
          </a:p>
          <a:p>
            <a:pPr algn="l">
              <a:defRPr sz="2800"/>
            </a:pPr>
            <a:r>
              <a:rPr sz="2000" dirty="0">
                <a:latin typeface="Consolas" panose="020B0609020204030204" pitchFamily="49" charset="0"/>
                <a:cs typeface="Arial" panose="020B0604020202020204" pitchFamily="34" charset="0"/>
              </a:rPr>
              <a:t>Union(F,E)</a:t>
            </a:r>
          </a:p>
          <a:p>
            <a:pPr algn="l">
              <a:defRPr sz="2800"/>
            </a:pPr>
            <a:r>
              <a:rPr sz="2000" dirty="0">
                <a:latin typeface="Consolas" panose="020B0609020204030204" pitchFamily="49" charset="0"/>
                <a:cs typeface="Arial" panose="020B0604020202020204" pitchFamily="34" charset="0"/>
              </a:rPr>
              <a:t>Union(A,J)</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Union(C,D)</a:t>
            </a:r>
          </a:p>
          <a:p>
            <a:pPr algn="l">
              <a:defRPr sz="2800"/>
            </a:pPr>
            <a:r>
              <a:rPr sz="2000" dirty="0">
                <a:latin typeface="Consolas" panose="020B0609020204030204" pitchFamily="49" charset="0"/>
                <a:cs typeface="Arial" panose="020B0604020202020204" pitchFamily="34" charset="0"/>
              </a:rPr>
              <a:t>Union(D,I)</a:t>
            </a:r>
          </a:p>
          <a:p>
            <a:pPr algn="l">
              <a:defRPr sz="2800"/>
            </a:pPr>
            <a:r>
              <a:rPr sz="2000" dirty="0">
                <a:latin typeface="Consolas" panose="020B0609020204030204" pitchFamily="49" charset="0"/>
                <a:cs typeface="Arial" panose="020B0604020202020204" pitchFamily="34" charset="0"/>
              </a:rPr>
              <a:t>Union(L,F)</a:t>
            </a:r>
          </a:p>
          <a:p>
            <a:pPr algn="l">
              <a:defRPr sz="2800"/>
            </a:pPr>
            <a:r>
              <a:rPr sz="2000" dirty="0">
                <a:latin typeface="Consolas" panose="020B0609020204030204" pitchFamily="49" charset="0"/>
                <a:cs typeface="Arial" panose="020B0604020202020204" pitchFamily="34" charset="0"/>
              </a:rPr>
              <a:t>Union(C,A)</a:t>
            </a:r>
          </a:p>
          <a:p>
            <a:pPr algn="l">
              <a:defRPr sz="2800"/>
            </a:pPr>
            <a:r>
              <a:rPr sz="2000" dirty="0">
                <a:latin typeface="Consolas" panose="020B0609020204030204" pitchFamily="49" charset="0"/>
                <a:cs typeface="Arial" panose="020B0604020202020204" pitchFamily="34" charset="0"/>
              </a:rPr>
              <a:t>Union(A,B)</a:t>
            </a:r>
          </a:p>
          <a:p>
            <a:pPr algn="l">
              <a:defRPr sz="2800"/>
            </a:pPr>
            <a:r>
              <a:rPr sz="2000" dirty="0">
                <a:latin typeface="Consolas" panose="020B0609020204030204" pitchFamily="49" charset="0"/>
                <a:cs typeface="Arial" panose="020B0604020202020204" pitchFamily="34" charset="0"/>
              </a:rPr>
              <a:t>Union(H,G)</a:t>
            </a:r>
          </a:p>
          <a:p>
            <a:pPr algn="l">
              <a:defRPr sz="2800"/>
            </a:pPr>
            <a:r>
              <a:rPr sz="2000" dirty="0">
                <a:latin typeface="Consolas" panose="020B0609020204030204" pitchFamily="49" charset="0"/>
                <a:cs typeface="Arial" panose="020B0604020202020204" pitchFamily="34" charset="0"/>
              </a:rPr>
              <a:t>Union(H,F)</a:t>
            </a:r>
          </a:p>
          <a:p>
            <a:pPr algn="l">
              <a:defRPr sz="2800"/>
            </a:pPr>
            <a:r>
              <a:rPr sz="2000" dirty="0">
                <a:solidFill>
                  <a:srgbClr val="FF0000"/>
                </a:solidFill>
                <a:latin typeface="Consolas" panose="020B0609020204030204" pitchFamily="49" charset="0"/>
                <a:cs typeface="Arial" panose="020B0604020202020204" pitchFamily="34" charset="0"/>
              </a:rPr>
              <a:t>Union(H,B)</a:t>
            </a:r>
          </a:p>
        </p:txBody>
      </p:sp>
      <p:grpSp>
        <p:nvGrpSpPr>
          <p:cNvPr id="10" name="H"/>
          <p:cNvGrpSpPr/>
          <p:nvPr/>
        </p:nvGrpSpPr>
        <p:grpSpPr>
          <a:xfrm>
            <a:off x="3052682" y="5797516"/>
            <a:ext cx="486110" cy="486111"/>
            <a:chOff x="0" y="0"/>
            <a:chExt cx="691356" cy="691356"/>
          </a:xfrm>
        </p:grpSpPr>
        <p:sp>
          <p:nvSpPr>
            <p:cNvPr id="11"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12" name="H" descr="H"/>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B"/>
          <p:cNvGrpSpPr/>
          <p:nvPr/>
        </p:nvGrpSpPr>
        <p:grpSpPr>
          <a:xfrm>
            <a:off x="7701269" y="4902851"/>
            <a:ext cx="486110" cy="486111"/>
            <a:chOff x="0" y="0"/>
            <a:chExt cx="691356" cy="691356"/>
          </a:xfrm>
        </p:grpSpPr>
        <p:sp>
          <p:nvSpPr>
            <p:cNvPr id="14"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5" name="B" descr="B"/>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C"/>
          <p:cNvGrpSpPr/>
          <p:nvPr/>
        </p:nvGrpSpPr>
        <p:grpSpPr>
          <a:xfrm>
            <a:off x="5904431" y="4060262"/>
            <a:ext cx="486110" cy="486111"/>
            <a:chOff x="0" y="0"/>
            <a:chExt cx="691356" cy="691356"/>
          </a:xfrm>
        </p:grpSpPr>
        <p:sp>
          <p:nvSpPr>
            <p:cNvPr id="17"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8" name="C" descr="C"/>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D"/>
          <p:cNvGrpSpPr/>
          <p:nvPr/>
        </p:nvGrpSpPr>
        <p:grpSpPr>
          <a:xfrm>
            <a:off x="5223834" y="4875556"/>
            <a:ext cx="486110" cy="486111"/>
            <a:chOff x="0" y="0"/>
            <a:chExt cx="691356" cy="691356"/>
          </a:xfrm>
        </p:grpSpPr>
        <p:sp>
          <p:nvSpPr>
            <p:cNvPr id="20"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21" name="D" descr="D"/>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E"/>
          <p:cNvGrpSpPr/>
          <p:nvPr/>
        </p:nvGrpSpPr>
        <p:grpSpPr>
          <a:xfrm>
            <a:off x="3606734" y="4060262"/>
            <a:ext cx="486110" cy="486111"/>
            <a:chOff x="0" y="0"/>
            <a:chExt cx="691356" cy="691356"/>
          </a:xfrm>
        </p:grpSpPr>
        <p:sp>
          <p:nvSpPr>
            <p:cNvPr id="23"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4" name="E" descr="E"/>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L"/>
          <p:cNvGrpSpPr/>
          <p:nvPr/>
        </p:nvGrpSpPr>
        <p:grpSpPr>
          <a:xfrm>
            <a:off x="4187826" y="4902851"/>
            <a:ext cx="486111" cy="486111"/>
            <a:chOff x="0" y="0"/>
            <a:chExt cx="691356" cy="691356"/>
          </a:xfrm>
        </p:grpSpPr>
        <p:sp>
          <p:nvSpPr>
            <p:cNvPr id="26"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7" name="L" descr="L"/>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G"/>
          <p:cNvGrpSpPr/>
          <p:nvPr/>
        </p:nvGrpSpPr>
        <p:grpSpPr>
          <a:xfrm>
            <a:off x="3029106" y="4950715"/>
            <a:ext cx="486110" cy="486111"/>
            <a:chOff x="0" y="0"/>
            <a:chExt cx="691356" cy="691356"/>
          </a:xfrm>
        </p:grpSpPr>
        <p:sp>
          <p:nvSpPr>
            <p:cNvPr id="29"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30" name="G" descr="G"/>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A"/>
          <p:cNvGrpSpPr/>
          <p:nvPr/>
        </p:nvGrpSpPr>
        <p:grpSpPr>
          <a:xfrm>
            <a:off x="7053279" y="4920710"/>
            <a:ext cx="486110" cy="486111"/>
            <a:chOff x="0" y="0"/>
            <a:chExt cx="691356" cy="691356"/>
          </a:xfrm>
        </p:grpSpPr>
        <p:sp>
          <p:nvSpPr>
            <p:cNvPr id="32"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3" name="A" descr="A"/>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I"/>
          <p:cNvGrpSpPr/>
          <p:nvPr/>
        </p:nvGrpSpPr>
        <p:grpSpPr>
          <a:xfrm>
            <a:off x="4755583" y="4060262"/>
            <a:ext cx="486110" cy="486111"/>
            <a:chOff x="0" y="0"/>
            <a:chExt cx="691356" cy="691356"/>
          </a:xfrm>
        </p:grpSpPr>
        <p:sp>
          <p:nvSpPr>
            <p:cNvPr id="35"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6" name="I" descr="I"/>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J"/>
          <p:cNvGrpSpPr/>
          <p:nvPr/>
        </p:nvGrpSpPr>
        <p:grpSpPr>
          <a:xfrm>
            <a:off x="7053280" y="4060262"/>
            <a:ext cx="486110" cy="486111"/>
            <a:chOff x="0" y="0"/>
            <a:chExt cx="691356" cy="691356"/>
          </a:xfrm>
        </p:grpSpPr>
        <p:sp>
          <p:nvSpPr>
            <p:cNvPr id="38"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9" name="J" descr="J"/>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K"/>
          <p:cNvGrpSpPr/>
          <p:nvPr/>
        </p:nvGrpSpPr>
        <p:grpSpPr>
          <a:xfrm>
            <a:off x="5891090" y="4875556"/>
            <a:ext cx="486110" cy="486111"/>
            <a:chOff x="0" y="0"/>
            <a:chExt cx="691356" cy="691356"/>
          </a:xfrm>
        </p:grpSpPr>
        <p:sp>
          <p:nvSpPr>
            <p:cNvPr id="41"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42" name="K" descr="K"/>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3" name="F"/>
          <p:cNvGrpSpPr/>
          <p:nvPr/>
        </p:nvGrpSpPr>
        <p:grpSpPr>
          <a:xfrm>
            <a:off x="3606734" y="4920711"/>
            <a:ext cx="486110" cy="486111"/>
            <a:chOff x="0" y="0"/>
            <a:chExt cx="691356" cy="691356"/>
          </a:xfrm>
        </p:grpSpPr>
        <p:sp>
          <p:nvSpPr>
            <p:cNvPr id="44"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5" name="F" descr="F"/>
            <p:cNvPicPr>
              <a:picLocks/>
            </p:cNvPicPr>
            <p:nvPr/>
          </p:nvPicPr>
          <p:blipFill>
            <a:blip r:embed="rId3">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6"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7"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8"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5"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2"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83"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3"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4"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6" name="Line"/>
          <p:cNvSpPr/>
          <p:nvPr/>
        </p:nvSpPr>
        <p:spPr>
          <a:xfrm>
            <a:off x="5352743" y="4338490"/>
            <a:ext cx="481234" cy="1497"/>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77" name="Line"/>
          <p:cNvSpPr/>
          <p:nvPr/>
        </p:nvSpPr>
        <p:spPr>
          <a:xfrm flipH="1" flipV="1">
            <a:off x="4070580"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7" name="Line"/>
          <p:cNvSpPr/>
          <p:nvPr/>
        </p:nvSpPr>
        <p:spPr>
          <a:xfrm flipH="1" flipV="1">
            <a:off x="6496714" y="4338488"/>
            <a:ext cx="468251" cy="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8" name="Line"/>
          <p:cNvSpPr/>
          <p:nvPr/>
        </p:nvSpPr>
        <p:spPr>
          <a:xfrm flipH="1" flipV="1">
            <a:off x="3285499" y="5467891"/>
            <a:ext cx="0" cy="361128"/>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69" name="Line"/>
          <p:cNvSpPr/>
          <p:nvPr/>
        </p:nvSpPr>
        <p:spPr>
          <a:xfrm flipV="1">
            <a:off x="3266781" y="4597576"/>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cxnSp>
        <p:nvCxnSpPr>
          <p:cNvPr id="5" name="Curved Connector 4"/>
          <p:cNvCxnSpPr>
            <a:stCxn id="23" idx="0"/>
            <a:endCxn id="17" idx="1"/>
          </p:cNvCxnSpPr>
          <p:nvPr/>
        </p:nvCxnSpPr>
        <p:spPr>
          <a:xfrm rot="16200000" flipH="1">
            <a:off x="4883017" y="3038851"/>
            <a:ext cx="72000" cy="2138459"/>
          </a:xfrm>
          <a:prstGeom prst="curvedConnector3">
            <a:avLst>
              <a:gd name="adj1" fmla="val -346579"/>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9880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Union</a:t>
            </a:r>
            <a:r>
              <a:rPr lang="tr-TR" dirty="0"/>
              <a:t> İşlemi</a:t>
            </a:r>
          </a:p>
        </p:txBody>
      </p:sp>
      <p:sp>
        <p:nvSpPr>
          <p:cNvPr id="3" name="Content Placeholder 2"/>
          <p:cNvSpPr>
            <a:spLocks noGrp="1"/>
          </p:cNvSpPr>
          <p:nvPr>
            <p:ph idx="1"/>
          </p:nvPr>
        </p:nvSpPr>
        <p:spPr/>
        <p:txBody>
          <a:bodyPr/>
          <a:lstStyle/>
          <a:p>
            <a:r>
              <a:rPr lang="tr-TR" dirty="0"/>
              <a:t>H ve B'nin aynı gruba ait olup olmadığını kontrol etmek beş adım </a:t>
            </a:r>
            <a:r>
              <a:rPr lang="tr-TR" dirty="0" smtClean="0"/>
              <a:t>alır.</a:t>
            </a:r>
          </a:p>
          <a:p>
            <a:r>
              <a:rPr lang="tr-TR" dirty="0"/>
              <a:t>En kötü durumda, bu süreç çok daha uzun sürebilir</a:t>
            </a:r>
            <a:r>
              <a:rPr lang="tr-TR" dirty="0" smtClean="0"/>
              <a:t>.</a:t>
            </a:r>
          </a:p>
          <a:p>
            <a:r>
              <a:rPr lang="el-GR" dirty="0"/>
              <a:t>α(</a:t>
            </a:r>
            <a:r>
              <a:rPr lang="tr-TR" dirty="0"/>
              <a:t>n) zaman </a:t>
            </a:r>
            <a:r>
              <a:rPr lang="tr-TR" dirty="0" smtClean="0"/>
              <a:t>karmaşıklığı için iyileştirme yapılmalı.</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94</a:t>
            </a:fld>
            <a:endParaRPr lang="en-US" dirty="0"/>
          </a:p>
        </p:txBody>
      </p:sp>
      <p:grpSp>
        <p:nvGrpSpPr>
          <p:cNvPr id="7" name="H"/>
          <p:cNvGrpSpPr/>
          <p:nvPr/>
        </p:nvGrpSpPr>
        <p:grpSpPr>
          <a:xfrm>
            <a:off x="3052682" y="5797516"/>
            <a:ext cx="486110" cy="486111"/>
            <a:chOff x="0" y="0"/>
            <a:chExt cx="691356" cy="691356"/>
          </a:xfrm>
        </p:grpSpPr>
        <p:sp>
          <p:nvSpPr>
            <p:cNvPr id="8"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9" name="H" descr="H"/>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0" name="B"/>
          <p:cNvGrpSpPr/>
          <p:nvPr/>
        </p:nvGrpSpPr>
        <p:grpSpPr>
          <a:xfrm>
            <a:off x="7701269" y="4902851"/>
            <a:ext cx="486110" cy="486111"/>
            <a:chOff x="0" y="0"/>
            <a:chExt cx="691356" cy="691356"/>
          </a:xfrm>
        </p:grpSpPr>
        <p:sp>
          <p:nvSpPr>
            <p:cNvPr id="11"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2" name="B" descr="B"/>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C"/>
          <p:cNvGrpSpPr/>
          <p:nvPr/>
        </p:nvGrpSpPr>
        <p:grpSpPr>
          <a:xfrm>
            <a:off x="5904431" y="4060262"/>
            <a:ext cx="486110" cy="486111"/>
            <a:chOff x="0" y="0"/>
            <a:chExt cx="691356" cy="691356"/>
          </a:xfrm>
        </p:grpSpPr>
        <p:sp>
          <p:nvSpPr>
            <p:cNvPr id="14"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5" name="C" descr="C"/>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D"/>
          <p:cNvGrpSpPr/>
          <p:nvPr/>
        </p:nvGrpSpPr>
        <p:grpSpPr>
          <a:xfrm>
            <a:off x="5223834" y="4875556"/>
            <a:ext cx="486110" cy="486111"/>
            <a:chOff x="0" y="0"/>
            <a:chExt cx="691356" cy="691356"/>
          </a:xfrm>
        </p:grpSpPr>
        <p:sp>
          <p:nvSpPr>
            <p:cNvPr id="17"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18" name="D" descr="D"/>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E"/>
          <p:cNvGrpSpPr/>
          <p:nvPr/>
        </p:nvGrpSpPr>
        <p:grpSpPr>
          <a:xfrm>
            <a:off x="3606734" y="4060262"/>
            <a:ext cx="486110" cy="486111"/>
            <a:chOff x="0" y="0"/>
            <a:chExt cx="691356" cy="691356"/>
          </a:xfrm>
        </p:grpSpPr>
        <p:sp>
          <p:nvSpPr>
            <p:cNvPr id="20"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1" name="E" descr="E"/>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L"/>
          <p:cNvGrpSpPr/>
          <p:nvPr/>
        </p:nvGrpSpPr>
        <p:grpSpPr>
          <a:xfrm>
            <a:off x="4187826" y="4902851"/>
            <a:ext cx="486111" cy="486111"/>
            <a:chOff x="0" y="0"/>
            <a:chExt cx="691356" cy="691356"/>
          </a:xfrm>
        </p:grpSpPr>
        <p:sp>
          <p:nvSpPr>
            <p:cNvPr id="23"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4" name="L" descr="L"/>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G"/>
          <p:cNvGrpSpPr/>
          <p:nvPr/>
        </p:nvGrpSpPr>
        <p:grpSpPr>
          <a:xfrm>
            <a:off x="3029106" y="4950715"/>
            <a:ext cx="486110" cy="486111"/>
            <a:chOff x="0" y="0"/>
            <a:chExt cx="691356" cy="691356"/>
          </a:xfrm>
        </p:grpSpPr>
        <p:sp>
          <p:nvSpPr>
            <p:cNvPr id="26"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27" name="G" descr="G"/>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A"/>
          <p:cNvGrpSpPr/>
          <p:nvPr/>
        </p:nvGrpSpPr>
        <p:grpSpPr>
          <a:xfrm>
            <a:off x="7053279" y="4920710"/>
            <a:ext cx="486110" cy="486111"/>
            <a:chOff x="0" y="0"/>
            <a:chExt cx="691356" cy="691356"/>
          </a:xfrm>
        </p:grpSpPr>
        <p:sp>
          <p:nvSpPr>
            <p:cNvPr id="29"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0" name="A" descr="A"/>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I"/>
          <p:cNvGrpSpPr/>
          <p:nvPr/>
        </p:nvGrpSpPr>
        <p:grpSpPr>
          <a:xfrm>
            <a:off x="4755583" y="4060262"/>
            <a:ext cx="486110" cy="486111"/>
            <a:chOff x="0" y="0"/>
            <a:chExt cx="691356" cy="691356"/>
          </a:xfrm>
        </p:grpSpPr>
        <p:sp>
          <p:nvSpPr>
            <p:cNvPr id="32"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3" name="I" descr="I"/>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J"/>
          <p:cNvGrpSpPr/>
          <p:nvPr/>
        </p:nvGrpSpPr>
        <p:grpSpPr>
          <a:xfrm>
            <a:off x="7053280" y="4060262"/>
            <a:ext cx="486110" cy="486111"/>
            <a:chOff x="0" y="0"/>
            <a:chExt cx="691356" cy="691356"/>
          </a:xfrm>
        </p:grpSpPr>
        <p:sp>
          <p:nvSpPr>
            <p:cNvPr id="35"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6" name="J" descr="J"/>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K"/>
          <p:cNvGrpSpPr/>
          <p:nvPr/>
        </p:nvGrpSpPr>
        <p:grpSpPr>
          <a:xfrm>
            <a:off x="5891090" y="4875556"/>
            <a:ext cx="486110" cy="486111"/>
            <a:chOff x="0" y="0"/>
            <a:chExt cx="691356" cy="691356"/>
          </a:xfrm>
        </p:grpSpPr>
        <p:sp>
          <p:nvSpPr>
            <p:cNvPr id="38"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39" name="K" descr="K"/>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F"/>
          <p:cNvGrpSpPr/>
          <p:nvPr/>
        </p:nvGrpSpPr>
        <p:grpSpPr>
          <a:xfrm>
            <a:off x="3606734" y="4920711"/>
            <a:ext cx="486110" cy="486111"/>
            <a:chOff x="0" y="0"/>
            <a:chExt cx="691356" cy="691356"/>
          </a:xfrm>
        </p:grpSpPr>
        <p:sp>
          <p:nvSpPr>
            <p:cNvPr id="41"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2" name="F" descr="F"/>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3"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4"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5"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6"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7"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8"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0"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1" name="Line"/>
          <p:cNvSpPr/>
          <p:nvPr/>
        </p:nvSpPr>
        <p:spPr>
          <a:xfrm>
            <a:off x="5352743" y="4338490"/>
            <a:ext cx="481234" cy="1497"/>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Line"/>
          <p:cNvSpPr/>
          <p:nvPr/>
        </p:nvSpPr>
        <p:spPr>
          <a:xfrm flipH="1" flipV="1">
            <a:off x="4070580"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3" name="Line"/>
          <p:cNvSpPr/>
          <p:nvPr/>
        </p:nvSpPr>
        <p:spPr>
          <a:xfrm flipH="1" flipV="1">
            <a:off x="6496714" y="4338488"/>
            <a:ext cx="468251" cy="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4" name="Line"/>
          <p:cNvSpPr/>
          <p:nvPr/>
        </p:nvSpPr>
        <p:spPr>
          <a:xfrm flipH="1" flipV="1">
            <a:off x="3285499" y="5467891"/>
            <a:ext cx="0" cy="361128"/>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5" name="Line"/>
          <p:cNvSpPr/>
          <p:nvPr/>
        </p:nvSpPr>
        <p:spPr>
          <a:xfrm flipV="1">
            <a:off x="3266781" y="4597576"/>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cxnSp>
        <p:nvCxnSpPr>
          <p:cNvPr id="56" name="Curved Connector 55"/>
          <p:cNvCxnSpPr>
            <a:stCxn id="20" idx="0"/>
            <a:endCxn id="14" idx="1"/>
          </p:cNvCxnSpPr>
          <p:nvPr/>
        </p:nvCxnSpPr>
        <p:spPr>
          <a:xfrm rot="16200000" flipH="1">
            <a:off x="4883017" y="3038851"/>
            <a:ext cx="72000" cy="2138459"/>
          </a:xfrm>
          <a:prstGeom prst="curvedConnector3">
            <a:avLst>
              <a:gd name="adj1" fmla="val -346579"/>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2569205"/>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Union</a:t>
            </a:r>
            <a:r>
              <a:rPr lang="tr-TR" dirty="0"/>
              <a:t> İşlemi</a:t>
            </a:r>
          </a:p>
        </p:txBody>
      </p:sp>
      <p:sp>
        <p:nvSpPr>
          <p:cNvPr id="3" name="Content Placeholder 2"/>
          <p:cNvSpPr>
            <a:spLocks noGrp="1"/>
          </p:cNvSpPr>
          <p:nvPr>
            <p:ph idx="1"/>
          </p:nvPr>
        </p:nvSpPr>
        <p:spPr/>
        <p:txBody>
          <a:bodyPr/>
          <a:lstStyle/>
          <a:p>
            <a:r>
              <a:rPr lang="tr-TR" dirty="0"/>
              <a:t>H ve B'nin aynı gruba ait olup olmadığını kontrol etmek beş adım </a:t>
            </a:r>
            <a:r>
              <a:rPr lang="tr-TR" dirty="0" smtClean="0"/>
              <a:t>alır.</a:t>
            </a:r>
          </a:p>
          <a:p>
            <a:r>
              <a:rPr lang="tr-TR" dirty="0"/>
              <a:t>En kötü durumda, bu süreç çok daha uzun sürebilir</a:t>
            </a:r>
            <a:r>
              <a:rPr lang="tr-TR" dirty="0" smtClean="0"/>
              <a:t>.</a:t>
            </a:r>
          </a:p>
          <a:p>
            <a:r>
              <a:rPr lang="el-GR" dirty="0"/>
              <a:t>α(</a:t>
            </a:r>
            <a:r>
              <a:rPr lang="tr-TR" dirty="0"/>
              <a:t>n) zaman </a:t>
            </a:r>
            <a:r>
              <a:rPr lang="tr-TR" dirty="0" smtClean="0"/>
              <a:t>karmaşıklığı için iyileştirme yapılmalı.</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95</a:t>
            </a:fld>
            <a:endParaRPr lang="en-US" dirty="0"/>
          </a:p>
        </p:txBody>
      </p:sp>
      <p:grpSp>
        <p:nvGrpSpPr>
          <p:cNvPr id="7" name="H"/>
          <p:cNvGrpSpPr/>
          <p:nvPr/>
        </p:nvGrpSpPr>
        <p:grpSpPr>
          <a:xfrm>
            <a:off x="3052682" y="5797516"/>
            <a:ext cx="486110" cy="486111"/>
            <a:chOff x="0" y="0"/>
            <a:chExt cx="691356" cy="691356"/>
          </a:xfrm>
        </p:grpSpPr>
        <p:sp>
          <p:nvSpPr>
            <p:cNvPr id="8"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9" name="H" descr="H"/>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0" name="B"/>
          <p:cNvGrpSpPr/>
          <p:nvPr/>
        </p:nvGrpSpPr>
        <p:grpSpPr>
          <a:xfrm>
            <a:off x="7701269" y="4902851"/>
            <a:ext cx="486110" cy="486111"/>
            <a:chOff x="0" y="0"/>
            <a:chExt cx="691356" cy="691356"/>
          </a:xfrm>
        </p:grpSpPr>
        <p:sp>
          <p:nvSpPr>
            <p:cNvPr id="11"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2" name="B" descr="B"/>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C"/>
          <p:cNvGrpSpPr/>
          <p:nvPr/>
        </p:nvGrpSpPr>
        <p:grpSpPr>
          <a:xfrm>
            <a:off x="5904431" y="4060262"/>
            <a:ext cx="486110" cy="486111"/>
            <a:chOff x="0" y="0"/>
            <a:chExt cx="691356" cy="691356"/>
          </a:xfrm>
        </p:grpSpPr>
        <p:sp>
          <p:nvSpPr>
            <p:cNvPr id="14"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5" name="C" descr="C"/>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D"/>
          <p:cNvGrpSpPr/>
          <p:nvPr/>
        </p:nvGrpSpPr>
        <p:grpSpPr>
          <a:xfrm>
            <a:off x="5223834" y="4875556"/>
            <a:ext cx="486110" cy="486111"/>
            <a:chOff x="0" y="0"/>
            <a:chExt cx="691356" cy="691356"/>
          </a:xfrm>
        </p:grpSpPr>
        <p:sp>
          <p:nvSpPr>
            <p:cNvPr id="17"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18" name="D" descr="D"/>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E"/>
          <p:cNvGrpSpPr/>
          <p:nvPr/>
        </p:nvGrpSpPr>
        <p:grpSpPr>
          <a:xfrm>
            <a:off x="3606734" y="4060262"/>
            <a:ext cx="486110" cy="486111"/>
            <a:chOff x="0" y="0"/>
            <a:chExt cx="691356" cy="691356"/>
          </a:xfrm>
        </p:grpSpPr>
        <p:sp>
          <p:nvSpPr>
            <p:cNvPr id="20"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1" name="E" descr="E"/>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L"/>
          <p:cNvGrpSpPr/>
          <p:nvPr/>
        </p:nvGrpSpPr>
        <p:grpSpPr>
          <a:xfrm>
            <a:off x="4187826" y="4902851"/>
            <a:ext cx="486111" cy="486111"/>
            <a:chOff x="0" y="0"/>
            <a:chExt cx="691356" cy="691356"/>
          </a:xfrm>
        </p:grpSpPr>
        <p:sp>
          <p:nvSpPr>
            <p:cNvPr id="23"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4" name="L" descr="L"/>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G"/>
          <p:cNvGrpSpPr/>
          <p:nvPr/>
        </p:nvGrpSpPr>
        <p:grpSpPr>
          <a:xfrm>
            <a:off x="3029106" y="4950715"/>
            <a:ext cx="486110" cy="486111"/>
            <a:chOff x="0" y="0"/>
            <a:chExt cx="691356" cy="691356"/>
          </a:xfrm>
        </p:grpSpPr>
        <p:sp>
          <p:nvSpPr>
            <p:cNvPr id="26"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27" name="G" descr="G"/>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A"/>
          <p:cNvGrpSpPr/>
          <p:nvPr/>
        </p:nvGrpSpPr>
        <p:grpSpPr>
          <a:xfrm>
            <a:off x="7053279" y="4920710"/>
            <a:ext cx="486110" cy="486111"/>
            <a:chOff x="0" y="0"/>
            <a:chExt cx="691356" cy="691356"/>
          </a:xfrm>
        </p:grpSpPr>
        <p:sp>
          <p:nvSpPr>
            <p:cNvPr id="29"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0" name="A" descr="A"/>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I"/>
          <p:cNvGrpSpPr/>
          <p:nvPr/>
        </p:nvGrpSpPr>
        <p:grpSpPr>
          <a:xfrm>
            <a:off x="4755583" y="4060262"/>
            <a:ext cx="486110" cy="486111"/>
            <a:chOff x="0" y="0"/>
            <a:chExt cx="691356" cy="691356"/>
          </a:xfrm>
        </p:grpSpPr>
        <p:sp>
          <p:nvSpPr>
            <p:cNvPr id="32"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3" name="I" descr="I"/>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J"/>
          <p:cNvGrpSpPr/>
          <p:nvPr/>
        </p:nvGrpSpPr>
        <p:grpSpPr>
          <a:xfrm>
            <a:off x="7053280" y="4060262"/>
            <a:ext cx="486110" cy="486111"/>
            <a:chOff x="0" y="0"/>
            <a:chExt cx="691356" cy="691356"/>
          </a:xfrm>
        </p:grpSpPr>
        <p:sp>
          <p:nvSpPr>
            <p:cNvPr id="35"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6" name="J" descr="J"/>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K"/>
          <p:cNvGrpSpPr/>
          <p:nvPr/>
        </p:nvGrpSpPr>
        <p:grpSpPr>
          <a:xfrm>
            <a:off x="5891090" y="4875556"/>
            <a:ext cx="486110" cy="486111"/>
            <a:chOff x="0" y="0"/>
            <a:chExt cx="691356" cy="691356"/>
          </a:xfrm>
        </p:grpSpPr>
        <p:sp>
          <p:nvSpPr>
            <p:cNvPr id="38"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39" name="K" descr="K"/>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F"/>
          <p:cNvGrpSpPr/>
          <p:nvPr/>
        </p:nvGrpSpPr>
        <p:grpSpPr>
          <a:xfrm>
            <a:off x="3606734" y="4920711"/>
            <a:ext cx="486110" cy="486111"/>
            <a:chOff x="0" y="0"/>
            <a:chExt cx="691356" cy="691356"/>
          </a:xfrm>
        </p:grpSpPr>
        <p:sp>
          <p:nvSpPr>
            <p:cNvPr id="41"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2" name="F" descr="F"/>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3"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4"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5"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6"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7"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8"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0"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1" name="Line"/>
          <p:cNvSpPr/>
          <p:nvPr/>
        </p:nvSpPr>
        <p:spPr>
          <a:xfrm>
            <a:off x="5352743" y="4338490"/>
            <a:ext cx="481234" cy="1497"/>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Line"/>
          <p:cNvSpPr/>
          <p:nvPr/>
        </p:nvSpPr>
        <p:spPr>
          <a:xfrm flipH="1" flipV="1">
            <a:off x="4070580"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3" name="Line"/>
          <p:cNvSpPr/>
          <p:nvPr/>
        </p:nvSpPr>
        <p:spPr>
          <a:xfrm flipH="1" flipV="1">
            <a:off x="6496714" y="4338488"/>
            <a:ext cx="468251" cy="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4" name="Line"/>
          <p:cNvSpPr/>
          <p:nvPr/>
        </p:nvSpPr>
        <p:spPr>
          <a:xfrm flipH="1" flipV="1">
            <a:off x="3285499" y="5467891"/>
            <a:ext cx="0" cy="361128"/>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5" name="Line"/>
          <p:cNvSpPr/>
          <p:nvPr/>
        </p:nvSpPr>
        <p:spPr>
          <a:xfrm flipV="1">
            <a:off x="3266781" y="4597576"/>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cxnSp>
        <p:nvCxnSpPr>
          <p:cNvPr id="56" name="Curved Connector 55"/>
          <p:cNvCxnSpPr>
            <a:stCxn id="20" idx="0"/>
            <a:endCxn id="14" idx="1"/>
          </p:cNvCxnSpPr>
          <p:nvPr/>
        </p:nvCxnSpPr>
        <p:spPr>
          <a:xfrm rot="16200000" flipH="1">
            <a:off x="4883017" y="3038851"/>
            <a:ext cx="72000" cy="2138459"/>
          </a:xfrm>
          <a:prstGeom prst="curvedConnector3">
            <a:avLst>
              <a:gd name="adj1" fmla="val -346579"/>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220627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Union</a:t>
            </a:r>
            <a:r>
              <a:rPr lang="tr-TR" dirty="0"/>
              <a:t> İşlemi</a:t>
            </a:r>
          </a:p>
        </p:txBody>
      </p:sp>
      <p:sp>
        <p:nvSpPr>
          <p:cNvPr id="3" name="Content Placeholder 2"/>
          <p:cNvSpPr>
            <a:spLocks noGrp="1"/>
          </p:cNvSpPr>
          <p:nvPr>
            <p:ph idx="1"/>
          </p:nvPr>
        </p:nvSpPr>
        <p:spPr/>
        <p:txBody>
          <a:bodyPr/>
          <a:lstStyle/>
          <a:p>
            <a:r>
              <a:rPr lang="tr-TR" dirty="0"/>
              <a:t>H ve B'nin aynı gruba ait olup olmadığını kontrol etmek beş adım </a:t>
            </a:r>
            <a:r>
              <a:rPr lang="tr-TR" dirty="0" smtClean="0"/>
              <a:t>alır.</a:t>
            </a:r>
          </a:p>
          <a:p>
            <a:r>
              <a:rPr lang="tr-TR" dirty="0"/>
              <a:t>En kötü durumda, bu süreç çok daha uzun sürebilir</a:t>
            </a:r>
            <a:r>
              <a:rPr lang="tr-TR" dirty="0" smtClean="0"/>
              <a:t>.</a:t>
            </a:r>
          </a:p>
          <a:p>
            <a:r>
              <a:rPr lang="el-GR" dirty="0"/>
              <a:t>α(</a:t>
            </a:r>
            <a:r>
              <a:rPr lang="tr-TR" dirty="0"/>
              <a:t>n) zaman </a:t>
            </a:r>
            <a:r>
              <a:rPr lang="tr-TR" dirty="0" smtClean="0"/>
              <a:t>karmaşıklığı için iyileştirme yapılmalı.</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96</a:t>
            </a:fld>
            <a:endParaRPr lang="en-US" dirty="0"/>
          </a:p>
        </p:txBody>
      </p:sp>
      <p:grpSp>
        <p:nvGrpSpPr>
          <p:cNvPr id="7" name="H"/>
          <p:cNvGrpSpPr/>
          <p:nvPr/>
        </p:nvGrpSpPr>
        <p:grpSpPr>
          <a:xfrm>
            <a:off x="3052682" y="5797516"/>
            <a:ext cx="486110" cy="486111"/>
            <a:chOff x="0" y="0"/>
            <a:chExt cx="691356" cy="691356"/>
          </a:xfrm>
        </p:grpSpPr>
        <p:sp>
          <p:nvSpPr>
            <p:cNvPr id="8"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9" name="H" descr="H"/>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0" name="B"/>
          <p:cNvGrpSpPr/>
          <p:nvPr/>
        </p:nvGrpSpPr>
        <p:grpSpPr>
          <a:xfrm>
            <a:off x="7701269" y="4902851"/>
            <a:ext cx="486110" cy="486111"/>
            <a:chOff x="0" y="0"/>
            <a:chExt cx="691356" cy="691356"/>
          </a:xfrm>
        </p:grpSpPr>
        <p:sp>
          <p:nvSpPr>
            <p:cNvPr id="11"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2" name="B" descr="B"/>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C"/>
          <p:cNvGrpSpPr/>
          <p:nvPr/>
        </p:nvGrpSpPr>
        <p:grpSpPr>
          <a:xfrm>
            <a:off x="5904431" y="4060262"/>
            <a:ext cx="486110" cy="486111"/>
            <a:chOff x="0" y="0"/>
            <a:chExt cx="691356" cy="691356"/>
          </a:xfrm>
        </p:grpSpPr>
        <p:sp>
          <p:nvSpPr>
            <p:cNvPr id="14"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5" name="C" descr="C"/>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D"/>
          <p:cNvGrpSpPr/>
          <p:nvPr/>
        </p:nvGrpSpPr>
        <p:grpSpPr>
          <a:xfrm>
            <a:off x="5223834" y="4875556"/>
            <a:ext cx="486110" cy="486111"/>
            <a:chOff x="0" y="0"/>
            <a:chExt cx="691356" cy="691356"/>
          </a:xfrm>
        </p:grpSpPr>
        <p:sp>
          <p:nvSpPr>
            <p:cNvPr id="17"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18" name="D" descr="D"/>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E"/>
          <p:cNvGrpSpPr/>
          <p:nvPr/>
        </p:nvGrpSpPr>
        <p:grpSpPr>
          <a:xfrm>
            <a:off x="3606734" y="4060262"/>
            <a:ext cx="486110" cy="486111"/>
            <a:chOff x="0" y="0"/>
            <a:chExt cx="691356" cy="691356"/>
          </a:xfrm>
        </p:grpSpPr>
        <p:sp>
          <p:nvSpPr>
            <p:cNvPr id="20"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1" name="E" descr="E"/>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L"/>
          <p:cNvGrpSpPr/>
          <p:nvPr/>
        </p:nvGrpSpPr>
        <p:grpSpPr>
          <a:xfrm>
            <a:off x="4187826" y="4902851"/>
            <a:ext cx="486111" cy="486111"/>
            <a:chOff x="0" y="0"/>
            <a:chExt cx="691356" cy="691356"/>
          </a:xfrm>
        </p:grpSpPr>
        <p:sp>
          <p:nvSpPr>
            <p:cNvPr id="23"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4" name="L" descr="L"/>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G"/>
          <p:cNvGrpSpPr/>
          <p:nvPr/>
        </p:nvGrpSpPr>
        <p:grpSpPr>
          <a:xfrm>
            <a:off x="3029106" y="4950715"/>
            <a:ext cx="486110" cy="486111"/>
            <a:chOff x="0" y="0"/>
            <a:chExt cx="691356" cy="691356"/>
          </a:xfrm>
        </p:grpSpPr>
        <p:sp>
          <p:nvSpPr>
            <p:cNvPr id="26"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27" name="G" descr="G"/>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A"/>
          <p:cNvGrpSpPr/>
          <p:nvPr/>
        </p:nvGrpSpPr>
        <p:grpSpPr>
          <a:xfrm>
            <a:off x="7053279" y="4920710"/>
            <a:ext cx="486110" cy="486111"/>
            <a:chOff x="0" y="0"/>
            <a:chExt cx="691356" cy="691356"/>
          </a:xfrm>
        </p:grpSpPr>
        <p:sp>
          <p:nvSpPr>
            <p:cNvPr id="29"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0" name="A" descr="A"/>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I"/>
          <p:cNvGrpSpPr/>
          <p:nvPr/>
        </p:nvGrpSpPr>
        <p:grpSpPr>
          <a:xfrm>
            <a:off x="4755583" y="4060262"/>
            <a:ext cx="486110" cy="486111"/>
            <a:chOff x="0" y="0"/>
            <a:chExt cx="691356" cy="691356"/>
          </a:xfrm>
        </p:grpSpPr>
        <p:sp>
          <p:nvSpPr>
            <p:cNvPr id="32"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3" name="I" descr="I"/>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J"/>
          <p:cNvGrpSpPr/>
          <p:nvPr/>
        </p:nvGrpSpPr>
        <p:grpSpPr>
          <a:xfrm>
            <a:off x="7053280" y="4060262"/>
            <a:ext cx="486110" cy="486111"/>
            <a:chOff x="0" y="0"/>
            <a:chExt cx="691356" cy="691356"/>
          </a:xfrm>
        </p:grpSpPr>
        <p:sp>
          <p:nvSpPr>
            <p:cNvPr id="35"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6" name="J" descr="J"/>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K"/>
          <p:cNvGrpSpPr/>
          <p:nvPr/>
        </p:nvGrpSpPr>
        <p:grpSpPr>
          <a:xfrm>
            <a:off x="5891090" y="4875556"/>
            <a:ext cx="486110" cy="486111"/>
            <a:chOff x="0" y="0"/>
            <a:chExt cx="691356" cy="691356"/>
          </a:xfrm>
        </p:grpSpPr>
        <p:sp>
          <p:nvSpPr>
            <p:cNvPr id="38"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39" name="K" descr="K"/>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F"/>
          <p:cNvGrpSpPr/>
          <p:nvPr/>
        </p:nvGrpSpPr>
        <p:grpSpPr>
          <a:xfrm>
            <a:off x="3606734" y="4920711"/>
            <a:ext cx="486110" cy="486111"/>
            <a:chOff x="0" y="0"/>
            <a:chExt cx="691356" cy="691356"/>
          </a:xfrm>
        </p:grpSpPr>
        <p:sp>
          <p:nvSpPr>
            <p:cNvPr id="41"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2" name="F" descr="F"/>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3"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4"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5"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6"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7"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8"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0"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1" name="Line"/>
          <p:cNvSpPr/>
          <p:nvPr/>
        </p:nvSpPr>
        <p:spPr>
          <a:xfrm>
            <a:off x="5352743" y="4338490"/>
            <a:ext cx="481234" cy="1497"/>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Line"/>
          <p:cNvSpPr/>
          <p:nvPr/>
        </p:nvSpPr>
        <p:spPr>
          <a:xfrm flipH="1" flipV="1">
            <a:off x="4070580"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3" name="Line"/>
          <p:cNvSpPr/>
          <p:nvPr/>
        </p:nvSpPr>
        <p:spPr>
          <a:xfrm flipH="1" flipV="1">
            <a:off x="6496714" y="4338488"/>
            <a:ext cx="468251" cy="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4" name="Line"/>
          <p:cNvSpPr/>
          <p:nvPr/>
        </p:nvSpPr>
        <p:spPr>
          <a:xfrm flipH="1" flipV="1">
            <a:off x="3285499" y="5467891"/>
            <a:ext cx="0" cy="361128"/>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5" name="Line"/>
          <p:cNvSpPr/>
          <p:nvPr/>
        </p:nvSpPr>
        <p:spPr>
          <a:xfrm flipV="1">
            <a:off x="3266781" y="4597576"/>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cxnSp>
        <p:nvCxnSpPr>
          <p:cNvPr id="56" name="Curved Connector 55"/>
          <p:cNvCxnSpPr>
            <a:stCxn id="20" idx="0"/>
            <a:endCxn id="14" idx="1"/>
          </p:cNvCxnSpPr>
          <p:nvPr/>
        </p:nvCxnSpPr>
        <p:spPr>
          <a:xfrm rot="16200000" flipH="1">
            <a:off x="4883017" y="3038851"/>
            <a:ext cx="72000" cy="2138459"/>
          </a:xfrm>
          <a:prstGeom prst="curvedConnector3">
            <a:avLst>
              <a:gd name="adj1" fmla="val -346579"/>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970308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Union</a:t>
            </a:r>
            <a:r>
              <a:rPr lang="tr-TR" dirty="0"/>
              <a:t> İşlemi</a:t>
            </a:r>
          </a:p>
        </p:txBody>
      </p:sp>
      <p:sp>
        <p:nvSpPr>
          <p:cNvPr id="3" name="Content Placeholder 2"/>
          <p:cNvSpPr>
            <a:spLocks noGrp="1"/>
          </p:cNvSpPr>
          <p:nvPr>
            <p:ph idx="1"/>
          </p:nvPr>
        </p:nvSpPr>
        <p:spPr/>
        <p:txBody>
          <a:bodyPr/>
          <a:lstStyle/>
          <a:p>
            <a:r>
              <a:rPr lang="tr-TR" dirty="0"/>
              <a:t>H ve B'nin aynı gruba ait olup olmadığını kontrol etmek beş adım </a:t>
            </a:r>
            <a:r>
              <a:rPr lang="tr-TR" dirty="0" smtClean="0"/>
              <a:t>alır.</a:t>
            </a:r>
          </a:p>
          <a:p>
            <a:r>
              <a:rPr lang="tr-TR" dirty="0"/>
              <a:t>En kötü durumda, bu süreç çok daha uzun sürebilir</a:t>
            </a:r>
            <a:r>
              <a:rPr lang="tr-TR" dirty="0" smtClean="0"/>
              <a:t>.</a:t>
            </a:r>
          </a:p>
          <a:p>
            <a:r>
              <a:rPr lang="el-GR" dirty="0"/>
              <a:t>α(</a:t>
            </a:r>
            <a:r>
              <a:rPr lang="tr-TR" dirty="0"/>
              <a:t>n) zaman </a:t>
            </a:r>
            <a:r>
              <a:rPr lang="tr-TR" dirty="0" smtClean="0"/>
              <a:t>karmaşıklığı için iyileştirme yapılmalı.</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97</a:t>
            </a:fld>
            <a:endParaRPr lang="en-US" dirty="0"/>
          </a:p>
        </p:txBody>
      </p:sp>
      <p:grpSp>
        <p:nvGrpSpPr>
          <p:cNvPr id="7" name="H"/>
          <p:cNvGrpSpPr/>
          <p:nvPr/>
        </p:nvGrpSpPr>
        <p:grpSpPr>
          <a:xfrm>
            <a:off x="3052682" y="5797516"/>
            <a:ext cx="486110" cy="486111"/>
            <a:chOff x="0" y="0"/>
            <a:chExt cx="691356" cy="691356"/>
          </a:xfrm>
        </p:grpSpPr>
        <p:sp>
          <p:nvSpPr>
            <p:cNvPr id="8"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9" name="H" descr="H"/>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0" name="B"/>
          <p:cNvGrpSpPr/>
          <p:nvPr/>
        </p:nvGrpSpPr>
        <p:grpSpPr>
          <a:xfrm>
            <a:off x="7701269" y="4902851"/>
            <a:ext cx="486110" cy="486111"/>
            <a:chOff x="0" y="0"/>
            <a:chExt cx="691356" cy="691356"/>
          </a:xfrm>
        </p:grpSpPr>
        <p:sp>
          <p:nvSpPr>
            <p:cNvPr id="11"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2" name="B" descr="B"/>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C"/>
          <p:cNvGrpSpPr/>
          <p:nvPr/>
        </p:nvGrpSpPr>
        <p:grpSpPr>
          <a:xfrm>
            <a:off x="5904431" y="4060262"/>
            <a:ext cx="486110" cy="486111"/>
            <a:chOff x="0" y="0"/>
            <a:chExt cx="691356" cy="691356"/>
          </a:xfrm>
        </p:grpSpPr>
        <p:sp>
          <p:nvSpPr>
            <p:cNvPr id="14"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5" name="C" descr="C"/>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D"/>
          <p:cNvGrpSpPr/>
          <p:nvPr/>
        </p:nvGrpSpPr>
        <p:grpSpPr>
          <a:xfrm>
            <a:off x="5223834" y="4875556"/>
            <a:ext cx="486110" cy="486111"/>
            <a:chOff x="0" y="0"/>
            <a:chExt cx="691356" cy="691356"/>
          </a:xfrm>
        </p:grpSpPr>
        <p:sp>
          <p:nvSpPr>
            <p:cNvPr id="17"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18" name="D" descr="D"/>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E"/>
          <p:cNvGrpSpPr/>
          <p:nvPr/>
        </p:nvGrpSpPr>
        <p:grpSpPr>
          <a:xfrm>
            <a:off x="3606734" y="4060262"/>
            <a:ext cx="486110" cy="486111"/>
            <a:chOff x="0" y="0"/>
            <a:chExt cx="691356" cy="691356"/>
          </a:xfrm>
        </p:grpSpPr>
        <p:sp>
          <p:nvSpPr>
            <p:cNvPr id="20"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1" name="E" descr="E"/>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L"/>
          <p:cNvGrpSpPr/>
          <p:nvPr/>
        </p:nvGrpSpPr>
        <p:grpSpPr>
          <a:xfrm>
            <a:off x="4187826" y="4902851"/>
            <a:ext cx="486111" cy="486111"/>
            <a:chOff x="0" y="0"/>
            <a:chExt cx="691356" cy="691356"/>
          </a:xfrm>
        </p:grpSpPr>
        <p:sp>
          <p:nvSpPr>
            <p:cNvPr id="23"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4" name="L" descr="L"/>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G"/>
          <p:cNvGrpSpPr/>
          <p:nvPr/>
        </p:nvGrpSpPr>
        <p:grpSpPr>
          <a:xfrm>
            <a:off x="3029106" y="4950715"/>
            <a:ext cx="486110" cy="486111"/>
            <a:chOff x="0" y="0"/>
            <a:chExt cx="691356" cy="691356"/>
          </a:xfrm>
        </p:grpSpPr>
        <p:sp>
          <p:nvSpPr>
            <p:cNvPr id="26"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27" name="G" descr="G"/>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A"/>
          <p:cNvGrpSpPr/>
          <p:nvPr/>
        </p:nvGrpSpPr>
        <p:grpSpPr>
          <a:xfrm>
            <a:off x="7053279" y="4920710"/>
            <a:ext cx="486110" cy="486111"/>
            <a:chOff x="0" y="0"/>
            <a:chExt cx="691356" cy="691356"/>
          </a:xfrm>
        </p:grpSpPr>
        <p:sp>
          <p:nvSpPr>
            <p:cNvPr id="29"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0" name="A" descr="A"/>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I"/>
          <p:cNvGrpSpPr/>
          <p:nvPr/>
        </p:nvGrpSpPr>
        <p:grpSpPr>
          <a:xfrm>
            <a:off x="4755583" y="4060262"/>
            <a:ext cx="486110" cy="486111"/>
            <a:chOff x="0" y="0"/>
            <a:chExt cx="691356" cy="691356"/>
          </a:xfrm>
        </p:grpSpPr>
        <p:sp>
          <p:nvSpPr>
            <p:cNvPr id="32"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3" name="I" descr="I"/>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J"/>
          <p:cNvGrpSpPr/>
          <p:nvPr/>
        </p:nvGrpSpPr>
        <p:grpSpPr>
          <a:xfrm>
            <a:off x="7053280" y="4060262"/>
            <a:ext cx="486110" cy="486111"/>
            <a:chOff x="0" y="0"/>
            <a:chExt cx="691356" cy="691356"/>
          </a:xfrm>
        </p:grpSpPr>
        <p:sp>
          <p:nvSpPr>
            <p:cNvPr id="35"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6" name="J" descr="J"/>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K"/>
          <p:cNvGrpSpPr/>
          <p:nvPr/>
        </p:nvGrpSpPr>
        <p:grpSpPr>
          <a:xfrm>
            <a:off x="5891090" y="4875556"/>
            <a:ext cx="486110" cy="486111"/>
            <a:chOff x="0" y="0"/>
            <a:chExt cx="691356" cy="691356"/>
          </a:xfrm>
        </p:grpSpPr>
        <p:sp>
          <p:nvSpPr>
            <p:cNvPr id="38"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39" name="K" descr="K"/>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F"/>
          <p:cNvGrpSpPr/>
          <p:nvPr/>
        </p:nvGrpSpPr>
        <p:grpSpPr>
          <a:xfrm>
            <a:off x="3606734" y="4920711"/>
            <a:ext cx="486110" cy="486111"/>
            <a:chOff x="0" y="0"/>
            <a:chExt cx="691356" cy="691356"/>
          </a:xfrm>
        </p:grpSpPr>
        <p:sp>
          <p:nvSpPr>
            <p:cNvPr id="41"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2" name="F" descr="F"/>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3"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4"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5"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6"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7"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8"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0"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1" name="Line"/>
          <p:cNvSpPr/>
          <p:nvPr/>
        </p:nvSpPr>
        <p:spPr>
          <a:xfrm>
            <a:off x="5352743" y="4338490"/>
            <a:ext cx="481234" cy="1497"/>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Line"/>
          <p:cNvSpPr/>
          <p:nvPr/>
        </p:nvSpPr>
        <p:spPr>
          <a:xfrm flipH="1" flipV="1">
            <a:off x="4070580"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3" name="Line"/>
          <p:cNvSpPr/>
          <p:nvPr/>
        </p:nvSpPr>
        <p:spPr>
          <a:xfrm flipH="1" flipV="1">
            <a:off x="6496714" y="4338488"/>
            <a:ext cx="468251" cy="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4" name="Line"/>
          <p:cNvSpPr/>
          <p:nvPr/>
        </p:nvSpPr>
        <p:spPr>
          <a:xfrm flipH="1" flipV="1">
            <a:off x="3285499" y="5467891"/>
            <a:ext cx="0" cy="361128"/>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5" name="Line"/>
          <p:cNvSpPr/>
          <p:nvPr/>
        </p:nvSpPr>
        <p:spPr>
          <a:xfrm flipV="1">
            <a:off x="3266781" y="4597576"/>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cxnSp>
        <p:nvCxnSpPr>
          <p:cNvPr id="56" name="Curved Connector 55"/>
          <p:cNvCxnSpPr>
            <a:stCxn id="20" idx="0"/>
            <a:endCxn id="14" idx="1"/>
          </p:cNvCxnSpPr>
          <p:nvPr/>
        </p:nvCxnSpPr>
        <p:spPr>
          <a:xfrm rot="16200000" flipH="1">
            <a:off x="4883017" y="3038851"/>
            <a:ext cx="72000" cy="2138459"/>
          </a:xfrm>
          <a:prstGeom prst="curvedConnector3">
            <a:avLst>
              <a:gd name="adj1" fmla="val -346579"/>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500021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Union</a:t>
            </a:r>
            <a:r>
              <a:rPr lang="tr-TR" dirty="0"/>
              <a:t> İşlemi</a:t>
            </a:r>
          </a:p>
        </p:txBody>
      </p:sp>
      <p:sp>
        <p:nvSpPr>
          <p:cNvPr id="3" name="Content Placeholder 2"/>
          <p:cNvSpPr>
            <a:spLocks noGrp="1"/>
          </p:cNvSpPr>
          <p:nvPr>
            <p:ph idx="1"/>
          </p:nvPr>
        </p:nvSpPr>
        <p:spPr/>
        <p:txBody>
          <a:bodyPr/>
          <a:lstStyle/>
          <a:p>
            <a:r>
              <a:rPr lang="tr-TR" dirty="0"/>
              <a:t>H ve B'nin aynı gruba ait olup olmadığını kontrol etmek beş adım </a:t>
            </a:r>
            <a:r>
              <a:rPr lang="tr-TR" dirty="0" smtClean="0"/>
              <a:t>alır.</a:t>
            </a:r>
          </a:p>
          <a:p>
            <a:r>
              <a:rPr lang="tr-TR" dirty="0"/>
              <a:t>En kötü durumda, bu süreç çok daha uzun sürebilir</a:t>
            </a:r>
            <a:r>
              <a:rPr lang="tr-TR" dirty="0" smtClean="0"/>
              <a:t>.</a:t>
            </a:r>
          </a:p>
          <a:p>
            <a:r>
              <a:rPr lang="el-GR" dirty="0"/>
              <a:t>α(</a:t>
            </a:r>
            <a:r>
              <a:rPr lang="tr-TR" dirty="0"/>
              <a:t>n) zaman </a:t>
            </a:r>
            <a:r>
              <a:rPr lang="tr-TR" dirty="0" smtClean="0"/>
              <a:t>karmaşıklığı için iyileştirme yapılmalı.</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98</a:t>
            </a:fld>
            <a:endParaRPr lang="en-US" dirty="0"/>
          </a:p>
        </p:txBody>
      </p:sp>
      <p:grpSp>
        <p:nvGrpSpPr>
          <p:cNvPr id="7" name="H"/>
          <p:cNvGrpSpPr/>
          <p:nvPr/>
        </p:nvGrpSpPr>
        <p:grpSpPr>
          <a:xfrm>
            <a:off x="3052682" y="5797516"/>
            <a:ext cx="486110" cy="486111"/>
            <a:chOff x="0" y="0"/>
            <a:chExt cx="691356" cy="691356"/>
          </a:xfrm>
        </p:grpSpPr>
        <p:sp>
          <p:nvSpPr>
            <p:cNvPr id="8"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9" name="H" descr="H"/>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0" name="B"/>
          <p:cNvGrpSpPr/>
          <p:nvPr/>
        </p:nvGrpSpPr>
        <p:grpSpPr>
          <a:xfrm>
            <a:off x="7701269" y="4902851"/>
            <a:ext cx="486110" cy="486111"/>
            <a:chOff x="0" y="0"/>
            <a:chExt cx="691356" cy="691356"/>
          </a:xfrm>
        </p:grpSpPr>
        <p:sp>
          <p:nvSpPr>
            <p:cNvPr id="11"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2" name="B" descr="B"/>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C"/>
          <p:cNvGrpSpPr/>
          <p:nvPr/>
        </p:nvGrpSpPr>
        <p:grpSpPr>
          <a:xfrm>
            <a:off x="5904431" y="4060262"/>
            <a:ext cx="486110" cy="486111"/>
            <a:chOff x="0" y="0"/>
            <a:chExt cx="691356" cy="691356"/>
          </a:xfrm>
        </p:grpSpPr>
        <p:sp>
          <p:nvSpPr>
            <p:cNvPr id="14"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5" name="C" descr="C"/>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D"/>
          <p:cNvGrpSpPr/>
          <p:nvPr/>
        </p:nvGrpSpPr>
        <p:grpSpPr>
          <a:xfrm>
            <a:off x="5223834" y="4875556"/>
            <a:ext cx="486110" cy="486111"/>
            <a:chOff x="0" y="0"/>
            <a:chExt cx="691356" cy="691356"/>
          </a:xfrm>
        </p:grpSpPr>
        <p:sp>
          <p:nvSpPr>
            <p:cNvPr id="17"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18" name="D" descr="D"/>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E"/>
          <p:cNvGrpSpPr/>
          <p:nvPr/>
        </p:nvGrpSpPr>
        <p:grpSpPr>
          <a:xfrm>
            <a:off x="3606734" y="4060262"/>
            <a:ext cx="486110" cy="486111"/>
            <a:chOff x="0" y="0"/>
            <a:chExt cx="691356" cy="691356"/>
          </a:xfrm>
        </p:grpSpPr>
        <p:sp>
          <p:nvSpPr>
            <p:cNvPr id="20"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1" name="E" descr="E"/>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L"/>
          <p:cNvGrpSpPr/>
          <p:nvPr/>
        </p:nvGrpSpPr>
        <p:grpSpPr>
          <a:xfrm>
            <a:off x="4187826" y="4902851"/>
            <a:ext cx="486111" cy="486111"/>
            <a:chOff x="0" y="0"/>
            <a:chExt cx="691356" cy="691356"/>
          </a:xfrm>
        </p:grpSpPr>
        <p:sp>
          <p:nvSpPr>
            <p:cNvPr id="23"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4" name="L" descr="L"/>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G"/>
          <p:cNvGrpSpPr/>
          <p:nvPr/>
        </p:nvGrpSpPr>
        <p:grpSpPr>
          <a:xfrm>
            <a:off x="3029106" y="4950715"/>
            <a:ext cx="486110" cy="486111"/>
            <a:chOff x="0" y="0"/>
            <a:chExt cx="691356" cy="691356"/>
          </a:xfrm>
        </p:grpSpPr>
        <p:sp>
          <p:nvSpPr>
            <p:cNvPr id="26"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27" name="G" descr="G"/>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A"/>
          <p:cNvGrpSpPr/>
          <p:nvPr/>
        </p:nvGrpSpPr>
        <p:grpSpPr>
          <a:xfrm>
            <a:off x="7053279" y="4920710"/>
            <a:ext cx="486110" cy="486111"/>
            <a:chOff x="0" y="0"/>
            <a:chExt cx="691356" cy="691356"/>
          </a:xfrm>
        </p:grpSpPr>
        <p:sp>
          <p:nvSpPr>
            <p:cNvPr id="29"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0" name="A" descr="A"/>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I"/>
          <p:cNvGrpSpPr/>
          <p:nvPr/>
        </p:nvGrpSpPr>
        <p:grpSpPr>
          <a:xfrm>
            <a:off x="4755583" y="4060262"/>
            <a:ext cx="486110" cy="486111"/>
            <a:chOff x="0" y="0"/>
            <a:chExt cx="691356" cy="691356"/>
          </a:xfrm>
        </p:grpSpPr>
        <p:sp>
          <p:nvSpPr>
            <p:cNvPr id="32"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3" name="I" descr="I"/>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J"/>
          <p:cNvGrpSpPr/>
          <p:nvPr/>
        </p:nvGrpSpPr>
        <p:grpSpPr>
          <a:xfrm>
            <a:off x="7053280" y="4060262"/>
            <a:ext cx="486110" cy="486111"/>
            <a:chOff x="0" y="0"/>
            <a:chExt cx="691356" cy="691356"/>
          </a:xfrm>
        </p:grpSpPr>
        <p:sp>
          <p:nvSpPr>
            <p:cNvPr id="35"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6" name="J" descr="J"/>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K"/>
          <p:cNvGrpSpPr/>
          <p:nvPr/>
        </p:nvGrpSpPr>
        <p:grpSpPr>
          <a:xfrm>
            <a:off x="5891090" y="4875556"/>
            <a:ext cx="486110" cy="486111"/>
            <a:chOff x="0" y="0"/>
            <a:chExt cx="691356" cy="691356"/>
          </a:xfrm>
        </p:grpSpPr>
        <p:sp>
          <p:nvSpPr>
            <p:cNvPr id="38"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39" name="K" descr="K"/>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F"/>
          <p:cNvGrpSpPr/>
          <p:nvPr/>
        </p:nvGrpSpPr>
        <p:grpSpPr>
          <a:xfrm>
            <a:off x="3606734" y="4920711"/>
            <a:ext cx="486110" cy="486111"/>
            <a:chOff x="0" y="0"/>
            <a:chExt cx="691356" cy="691356"/>
          </a:xfrm>
        </p:grpSpPr>
        <p:sp>
          <p:nvSpPr>
            <p:cNvPr id="41"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2" name="F" descr="F"/>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3"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4"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5"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6"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7"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8"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0"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1" name="Line"/>
          <p:cNvSpPr/>
          <p:nvPr/>
        </p:nvSpPr>
        <p:spPr>
          <a:xfrm>
            <a:off x="5352743" y="4338490"/>
            <a:ext cx="481234" cy="1497"/>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Line"/>
          <p:cNvSpPr/>
          <p:nvPr/>
        </p:nvSpPr>
        <p:spPr>
          <a:xfrm flipH="1" flipV="1">
            <a:off x="4070580"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3" name="Line"/>
          <p:cNvSpPr/>
          <p:nvPr/>
        </p:nvSpPr>
        <p:spPr>
          <a:xfrm flipH="1" flipV="1">
            <a:off x="6496714" y="4338488"/>
            <a:ext cx="468251" cy="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4" name="Line"/>
          <p:cNvSpPr/>
          <p:nvPr/>
        </p:nvSpPr>
        <p:spPr>
          <a:xfrm flipH="1" flipV="1">
            <a:off x="3285499" y="5467891"/>
            <a:ext cx="0" cy="361128"/>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5" name="Line"/>
          <p:cNvSpPr/>
          <p:nvPr/>
        </p:nvSpPr>
        <p:spPr>
          <a:xfrm flipV="1">
            <a:off x="3266781" y="4597576"/>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cxnSp>
        <p:nvCxnSpPr>
          <p:cNvPr id="56" name="Curved Connector 55"/>
          <p:cNvCxnSpPr>
            <a:stCxn id="20" idx="0"/>
            <a:endCxn id="14" idx="1"/>
          </p:cNvCxnSpPr>
          <p:nvPr/>
        </p:nvCxnSpPr>
        <p:spPr>
          <a:xfrm rot="16200000" flipH="1">
            <a:off x="4883017" y="3038851"/>
            <a:ext cx="72000" cy="2138459"/>
          </a:xfrm>
          <a:prstGeom prst="curvedConnector3">
            <a:avLst>
              <a:gd name="adj1" fmla="val -346579"/>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1933301"/>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Union</a:t>
            </a:r>
            <a:r>
              <a:rPr lang="tr-TR" dirty="0"/>
              <a:t> İşlemi</a:t>
            </a:r>
          </a:p>
        </p:txBody>
      </p:sp>
      <p:sp>
        <p:nvSpPr>
          <p:cNvPr id="3" name="Content Placeholder 2"/>
          <p:cNvSpPr>
            <a:spLocks noGrp="1"/>
          </p:cNvSpPr>
          <p:nvPr>
            <p:ph idx="1"/>
          </p:nvPr>
        </p:nvSpPr>
        <p:spPr/>
        <p:txBody>
          <a:bodyPr/>
          <a:lstStyle/>
          <a:p>
            <a:r>
              <a:rPr lang="tr-TR" dirty="0"/>
              <a:t>H ve B'nin aynı gruba ait olup olmadığını kontrol etmek beş adım </a:t>
            </a:r>
            <a:r>
              <a:rPr lang="tr-TR" dirty="0" smtClean="0"/>
              <a:t>alır.</a:t>
            </a:r>
          </a:p>
          <a:p>
            <a:r>
              <a:rPr lang="tr-TR" dirty="0"/>
              <a:t>En kötü durumda, bu süreç çok daha uzun sürebilir</a:t>
            </a:r>
            <a:r>
              <a:rPr lang="tr-TR" dirty="0" smtClean="0"/>
              <a:t>.</a:t>
            </a:r>
          </a:p>
          <a:p>
            <a:r>
              <a:rPr lang="el-GR" dirty="0"/>
              <a:t>α(</a:t>
            </a:r>
            <a:r>
              <a:rPr lang="tr-TR" dirty="0"/>
              <a:t>n) zaman </a:t>
            </a:r>
            <a:r>
              <a:rPr lang="tr-TR" dirty="0" smtClean="0"/>
              <a:t>karmaşıklığı için iyileştirme yapılmalı.</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99</a:t>
            </a:fld>
            <a:endParaRPr lang="en-US" dirty="0"/>
          </a:p>
        </p:txBody>
      </p:sp>
      <p:grpSp>
        <p:nvGrpSpPr>
          <p:cNvPr id="7" name="H"/>
          <p:cNvGrpSpPr/>
          <p:nvPr/>
        </p:nvGrpSpPr>
        <p:grpSpPr>
          <a:xfrm>
            <a:off x="3052682" y="5797516"/>
            <a:ext cx="486110" cy="486111"/>
            <a:chOff x="0" y="0"/>
            <a:chExt cx="691356" cy="691356"/>
          </a:xfrm>
        </p:grpSpPr>
        <p:sp>
          <p:nvSpPr>
            <p:cNvPr id="8"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9" name="H" descr="H"/>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0" name="B"/>
          <p:cNvGrpSpPr/>
          <p:nvPr/>
        </p:nvGrpSpPr>
        <p:grpSpPr>
          <a:xfrm>
            <a:off x="7701269" y="4902851"/>
            <a:ext cx="486110" cy="486111"/>
            <a:chOff x="0" y="0"/>
            <a:chExt cx="691356" cy="691356"/>
          </a:xfrm>
        </p:grpSpPr>
        <p:sp>
          <p:nvSpPr>
            <p:cNvPr id="11"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2" name="B" descr="B"/>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C"/>
          <p:cNvGrpSpPr/>
          <p:nvPr/>
        </p:nvGrpSpPr>
        <p:grpSpPr>
          <a:xfrm>
            <a:off x="5904431" y="4060262"/>
            <a:ext cx="486110" cy="486111"/>
            <a:chOff x="0" y="0"/>
            <a:chExt cx="691356" cy="691356"/>
          </a:xfrm>
        </p:grpSpPr>
        <p:sp>
          <p:nvSpPr>
            <p:cNvPr id="14"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5" name="C" descr="C"/>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D"/>
          <p:cNvGrpSpPr/>
          <p:nvPr/>
        </p:nvGrpSpPr>
        <p:grpSpPr>
          <a:xfrm>
            <a:off x="5223834" y="4875556"/>
            <a:ext cx="486110" cy="486111"/>
            <a:chOff x="0" y="0"/>
            <a:chExt cx="691356" cy="691356"/>
          </a:xfrm>
        </p:grpSpPr>
        <p:sp>
          <p:nvSpPr>
            <p:cNvPr id="17"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18" name="D" descr="D"/>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E"/>
          <p:cNvGrpSpPr/>
          <p:nvPr/>
        </p:nvGrpSpPr>
        <p:grpSpPr>
          <a:xfrm>
            <a:off x="3606734" y="4060262"/>
            <a:ext cx="486110" cy="486111"/>
            <a:chOff x="0" y="0"/>
            <a:chExt cx="691356" cy="691356"/>
          </a:xfrm>
        </p:grpSpPr>
        <p:sp>
          <p:nvSpPr>
            <p:cNvPr id="20"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1" name="E" descr="E"/>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L"/>
          <p:cNvGrpSpPr/>
          <p:nvPr/>
        </p:nvGrpSpPr>
        <p:grpSpPr>
          <a:xfrm>
            <a:off x="4187826" y="4902851"/>
            <a:ext cx="486111" cy="486111"/>
            <a:chOff x="0" y="0"/>
            <a:chExt cx="691356" cy="691356"/>
          </a:xfrm>
        </p:grpSpPr>
        <p:sp>
          <p:nvSpPr>
            <p:cNvPr id="23"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4" name="L" descr="L"/>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G"/>
          <p:cNvGrpSpPr/>
          <p:nvPr/>
        </p:nvGrpSpPr>
        <p:grpSpPr>
          <a:xfrm>
            <a:off x="3029106" y="4950715"/>
            <a:ext cx="486110" cy="486111"/>
            <a:chOff x="0" y="0"/>
            <a:chExt cx="691356" cy="691356"/>
          </a:xfrm>
        </p:grpSpPr>
        <p:sp>
          <p:nvSpPr>
            <p:cNvPr id="26"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27" name="G" descr="G"/>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A"/>
          <p:cNvGrpSpPr/>
          <p:nvPr/>
        </p:nvGrpSpPr>
        <p:grpSpPr>
          <a:xfrm>
            <a:off x="7053279" y="4920710"/>
            <a:ext cx="486110" cy="486111"/>
            <a:chOff x="0" y="0"/>
            <a:chExt cx="691356" cy="691356"/>
          </a:xfrm>
        </p:grpSpPr>
        <p:sp>
          <p:nvSpPr>
            <p:cNvPr id="29"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0" name="A" descr="A"/>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I"/>
          <p:cNvGrpSpPr/>
          <p:nvPr/>
        </p:nvGrpSpPr>
        <p:grpSpPr>
          <a:xfrm>
            <a:off x="4755583" y="4060262"/>
            <a:ext cx="486110" cy="486111"/>
            <a:chOff x="0" y="0"/>
            <a:chExt cx="691356" cy="691356"/>
          </a:xfrm>
        </p:grpSpPr>
        <p:sp>
          <p:nvSpPr>
            <p:cNvPr id="32"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3" name="I" descr="I"/>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J"/>
          <p:cNvGrpSpPr/>
          <p:nvPr/>
        </p:nvGrpSpPr>
        <p:grpSpPr>
          <a:xfrm>
            <a:off x="7053280" y="4060262"/>
            <a:ext cx="486110" cy="486111"/>
            <a:chOff x="0" y="0"/>
            <a:chExt cx="691356" cy="691356"/>
          </a:xfrm>
        </p:grpSpPr>
        <p:sp>
          <p:nvSpPr>
            <p:cNvPr id="35"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6" name="J" descr="J"/>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K"/>
          <p:cNvGrpSpPr/>
          <p:nvPr/>
        </p:nvGrpSpPr>
        <p:grpSpPr>
          <a:xfrm>
            <a:off x="5891090" y="4875556"/>
            <a:ext cx="486110" cy="486111"/>
            <a:chOff x="0" y="0"/>
            <a:chExt cx="691356" cy="691356"/>
          </a:xfrm>
        </p:grpSpPr>
        <p:sp>
          <p:nvSpPr>
            <p:cNvPr id="38"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39" name="K" descr="K"/>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F"/>
          <p:cNvGrpSpPr/>
          <p:nvPr/>
        </p:nvGrpSpPr>
        <p:grpSpPr>
          <a:xfrm>
            <a:off x="3606734" y="4920711"/>
            <a:ext cx="486110" cy="486111"/>
            <a:chOff x="0" y="0"/>
            <a:chExt cx="691356" cy="691356"/>
          </a:xfrm>
        </p:grpSpPr>
        <p:sp>
          <p:nvSpPr>
            <p:cNvPr id="41"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2" name="F" descr="F"/>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3"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4"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5"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6"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7"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8"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0"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1" name="Line"/>
          <p:cNvSpPr/>
          <p:nvPr/>
        </p:nvSpPr>
        <p:spPr>
          <a:xfrm>
            <a:off x="5352743" y="4338490"/>
            <a:ext cx="481234" cy="1497"/>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Line"/>
          <p:cNvSpPr/>
          <p:nvPr/>
        </p:nvSpPr>
        <p:spPr>
          <a:xfrm flipH="1" flipV="1">
            <a:off x="4070580"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3" name="Line"/>
          <p:cNvSpPr/>
          <p:nvPr/>
        </p:nvSpPr>
        <p:spPr>
          <a:xfrm flipH="1" flipV="1">
            <a:off x="6496714" y="4338488"/>
            <a:ext cx="468251" cy="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4" name="Line"/>
          <p:cNvSpPr/>
          <p:nvPr/>
        </p:nvSpPr>
        <p:spPr>
          <a:xfrm flipH="1" flipV="1">
            <a:off x="3285499" y="5467891"/>
            <a:ext cx="0" cy="361128"/>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5" name="Line"/>
          <p:cNvSpPr/>
          <p:nvPr/>
        </p:nvSpPr>
        <p:spPr>
          <a:xfrm flipV="1">
            <a:off x="3266781" y="4597576"/>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cxnSp>
        <p:nvCxnSpPr>
          <p:cNvPr id="56" name="Curved Connector 55"/>
          <p:cNvCxnSpPr>
            <a:stCxn id="20" idx="0"/>
            <a:endCxn id="14" idx="1"/>
          </p:cNvCxnSpPr>
          <p:nvPr/>
        </p:nvCxnSpPr>
        <p:spPr>
          <a:xfrm rot="16200000" flipH="1">
            <a:off x="4883017" y="3038851"/>
            <a:ext cx="72000" cy="2138459"/>
          </a:xfrm>
          <a:prstGeom prst="curvedConnector3">
            <a:avLst>
              <a:gd name="adj1" fmla="val -346579"/>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409230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Union</a:t>
            </a:r>
            <a:r>
              <a:rPr lang="tr-TR" dirty="0"/>
              <a:t> İşlemi</a:t>
            </a:r>
          </a:p>
        </p:txBody>
      </p:sp>
      <p:sp>
        <p:nvSpPr>
          <p:cNvPr id="3" name="Content Placeholder 2"/>
          <p:cNvSpPr>
            <a:spLocks noGrp="1"/>
          </p:cNvSpPr>
          <p:nvPr>
            <p:ph idx="1"/>
          </p:nvPr>
        </p:nvSpPr>
        <p:spPr/>
        <p:txBody>
          <a:bodyPr/>
          <a:lstStyle/>
          <a:p>
            <a:r>
              <a:rPr lang="tr-TR" dirty="0"/>
              <a:t>H ve B'nin aynı gruba ait olup olmadığını kontrol etmek beş adım </a:t>
            </a:r>
            <a:r>
              <a:rPr lang="tr-TR" dirty="0" smtClean="0"/>
              <a:t>alır.</a:t>
            </a:r>
          </a:p>
          <a:p>
            <a:r>
              <a:rPr lang="tr-TR" dirty="0"/>
              <a:t>En kötü durumda, bu süreç çok daha uzun sürebilir</a:t>
            </a:r>
            <a:r>
              <a:rPr lang="tr-TR" dirty="0" smtClean="0"/>
              <a:t>.</a:t>
            </a:r>
          </a:p>
          <a:p>
            <a:r>
              <a:rPr lang="el-GR" dirty="0"/>
              <a:t>α(</a:t>
            </a:r>
            <a:r>
              <a:rPr lang="tr-TR" dirty="0"/>
              <a:t>n) zaman </a:t>
            </a:r>
            <a:r>
              <a:rPr lang="tr-TR" dirty="0" smtClean="0"/>
              <a:t>karmaşıklığı için iyileştirme yapılmalı.</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100</a:t>
            </a:fld>
            <a:endParaRPr lang="en-US" dirty="0"/>
          </a:p>
        </p:txBody>
      </p:sp>
      <p:grpSp>
        <p:nvGrpSpPr>
          <p:cNvPr id="7" name="H"/>
          <p:cNvGrpSpPr/>
          <p:nvPr/>
        </p:nvGrpSpPr>
        <p:grpSpPr>
          <a:xfrm>
            <a:off x="3052682" y="5797516"/>
            <a:ext cx="486110" cy="486111"/>
            <a:chOff x="0" y="0"/>
            <a:chExt cx="691356" cy="691356"/>
          </a:xfrm>
        </p:grpSpPr>
        <p:sp>
          <p:nvSpPr>
            <p:cNvPr id="8"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9" name="H" descr="H"/>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0" name="B"/>
          <p:cNvGrpSpPr/>
          <p:nvPr/>
        </p:nvGrpSpPr>
        <p:grpSpPr>
          <a:xfrm>
            <a:off x="7701269" y="4902851"/>
            <a:ext cx="486110" cy="486111"/>
            <a:chOff x="0" y="0"/>
            <a:chExt cx="691356" cy="691356"/>
          </a:xfrm>
        </p:grpSpPr>
        <p:sp>
          <p:nvSpPr>
            <p:cNvPr id="11"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2" name="B" descr="B"/>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C"/>
          <p:cNvGrpSpPr/>
          <p:nvPr/>
        </p:nvGrpSpPr>
        <p:grpSpPr>
          <a:xfrm>
            <a:off x="5904431" y="4060262"/>
            <a:ext cx="486110" cy="486111"/>
            <a:chOff x="0" y="0"/>
            <a:chExt cx="691356" cy="691356"/>
          </a:xfrm>
        </p:grpSpPr>
        <p:sp>
          <p:nvSpPr>
            <p:cNvPr id="14"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5" name="C" descr="C"/>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D"/>
          <p:cNvGrpSpPr/>
          <p:nvPr/>
        </p:nvGrpSpPr>
        <p:grpSpPr>
          <a:xfrm>
            <a:off x="5223834" y="4875556"/>
            <a:ext cx="486110" cy="486111"/>
            <a:chOff x="0" y="0"/>
            <a:chExt cx="691356" cy="691356"/>
          </a:xfrm>
        </p:grpSpPr>
        <p:sp>
          <p:nvSpPr>
            <p:cNvPr id="17"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18" name="D" descr="D"/>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E"/>
          <p:cNvGrpSpPr/>
          <p:nvPr/>
        </p:nvGrpSpPr>
        <p:grpSpPr>
          <a:xfrm>
            <a:off x="3606734" y="4060262"/>
            <a:ext cx="486110" cy="486111"/>
            <a:chOff x="0" y="0"/>
            <a:chExt cx="691356" cy="691356"/>
          </a:xfrm>
        </p:grpSpPr>
        <p:sp>
          <p:nvSpPr>
            <p:cNvPr id="20"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1" name="E" descr="E"/>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L"/>
          <p:cNvGrpSpPr/>
          <p:nvPr/>
        </p:nvGrpSpPr>
        <p:grpSpPr>
          <a:xfrm>
            <a:off x="4187826" y="4902851"/>
            <a:ext cx="486111" cy="486111"/>
            <a:chOff x="0" y="0"/>
            <a:chExt cx="691356" cy="691356"/>
          </a:xfrm>
        </p:grpSpPr>
        <p:sp>
          <p:nvSpPr>
            <p:cNvPr id="23"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4" name="L" descr="L"/>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G"/>
          <p:cNvGrpSpPr/>
          <p:nvPr/>
        </p:nvGrpSpPr>
        <p:grpSpPr>
          <a:xfrm>
            <a:off x="3029106" y="4950715"/>
            <a:ext cx="486110" cy="486111"/>
            <a:chOff x="0" y="0"/>
            <a:chExt cx="691356" cy="691356"/>
          </a:xfrm>
        </p:grpSpPr>
        <p:sp>
          <p:nvSpPr>
            <p:cNvPr id="26"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27" name="G" descr="G"/>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A"/>
          <p:cNvGrpSpPr/>
          <p:nvPr/>
        </p:nvGrpSpPr>
        <p:grpSpPr>
          <a:xfrm>
            <a:off x="7053279" y="4920710"/>
            <a:ext cx="486110" cy="486111"/>
            <a:chOff x="0" y="0"/>
            <a:chExt cx="691356" cy="691356"/>
          </a:xfrm>
        </p:grpSpPr>
        <p:sp>
          <p:nvSpPr>
            <p:cNvPr id="29"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0" name="A" descr="A"/>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I"/>
          <p:cNvGrpSpPr/>
          <p:nvPr/>
        </p:nvGrpSpPr>
        <p:grpSpPr>
          <a:xfrm>
            <a:off x="4755583" y="4060262"/>
            <a:ext cx="486110" cy="486111"/>
            <a:chOff x="0" y="0"/>
            <a:chExt cx="691356" cy="691356"/>
          </a:xfrm>
        </p:grpSpPr>
        <p:sp>
          <p:nvSpPr>
            <p:cNvPr id="32"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3" name="I" descr="I"/>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J"/>
          <p:cNvGrpSpPr/>
          <p:nvPr/>
        </p:nvGrpSpPr>
        <p:grpSpPr>
          <a:xfrm>
            <a:off x="7053280" y="4060262"/>
            <a:ext cx="486110" cy="486111"/>
            <a:chOff x="0" y="0"/>
            <a:chExt cx="691356" cy="691356"/>
          </a:xfrm>
        </p:grpSpPr>
        <p:sp>
          <p:nvSpPr>
            <p:cNvPr id="35"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6" name="J" descr="J"/>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K"/>
          <p:cNvGrpSpPr/>
          <p:nvPr/>
        </p:nvGrpSpPr>
        <p:grpSpPr>
          <a:xfrm>
            <a:off x="5891090" y="4875556"/>
            <a:ext cx="486110" cy="486111"/>
            <a:chOff x="0" y="0"/>
            <a:chExt cx="691356" cy="691356"/>
          </a:xfrm>
        </p:grpSpPr>
        <p:sp>
          <p:nvSpPr>
            <p:cNvPr id="38"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39" name="K" descr="K"/>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F"/>
          <p:cNvGrpSpPr/>
          <p:nvPr/>
        </p:nvGrpSpPr>
        <p:grpSpPr>
          <a:xfrm>
            <a:off x="3606734" y="4920711"/>
            <a:ext cx="486110" cy="486111"/>
            <a:chOff x="0" y="0"/>
            <a:chExt cx="691356" cy="691356"/>
          </a:xfrm>
        </p:grpSpPr>
        <p:sp>
          <p:nvSpPr>
            <p:cNvPr id="41"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2" name="F" descr="F"/>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3"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4"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5"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6"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7"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8"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0"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1" name="Line"/>
          <p:cNvSpPr/>
          <p:nvPr/>
        </p:nvSpPr>
        <p:spPr>
          <a:xfrm>
            <a:off x="5352743" y="4338490"/>
            <a:ext cx="481234" cy="1497"/>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Line"/>
          <p:cNvSpPr/>
          <p:nvPr/>
        </p:nvSpPr>
        <p:spPr>
          <a:xfrm flipH="1" flipV="1">
            <a:off x="4070580"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3" name="Line"/>
          <p:cNvSpPr/>
          <p:nvPr/>
        </p:nvSpPr>
        <p:spPr>
          <a:xfrm flipH="1" flipV="1">
            <a:off x="6496714" y="4338488"/>
            <a:ext cx="468251" cy="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4" name="Line"/>
          <p:cNvSpPr/>
          <p:nvPr/>
        </p:nvSpPr>
        <p:spPr>
          <a:xfrm flipH="1" flipV="1">
            <a:off x="3285499" y="5467891"/>
            <a:ext cx="0" cy="361128"/>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5" name="Line"/>
          <p:cNvSpPr/>
          <p:nvPr/>
        </p:nvSpPr>
        <p:spPr>
          <a:xfrm flipV="1">
            <a:off x="3266781" y="4597576"/>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cxnSp>
        <p:nvCxnSpPr>
          <p:cNvPr id="56" name="Curved Connector 55"/>
          <p:cNvCxnSpPr>
            <a:stCxn id="20" idx="0"/>
            <a:endCxn id="14" idx="1"/>
          </p:cNvCxnSpPr>
          <p:nvPr/>
        </p:nvCxnSpPr>
        <p:spPr>
          <a:xfrm rot="16200000" flipH="1">
            <a:off x="4883017" y="3038851"/>
            <a:ext cx="72000" cy="2138459"/>
          </a:xfrm>
          <a:prstGeom prst="curvedConnector3">
            <a:avLst>
              <a:gd name="adj1" fmla="val -346579"/>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5409784"/>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Union</a:t>
            </a:r>
            <a:r>
              <a:rPr lang="tr-TR" dirty="0"/>
              <a:t> İşlemi</a:t>
            </a:r>
          </a:p>
        </p:txBody>
      </p:sp>
      <p:sp>
        <p:nvSpPr>
          <p:cNvPr id="3" name="Content Placeholder 2"/>
          <p:cNvSpPr>
            <a:spLocks noGrp="1"/>
          </p:cNvSpPr>
          <p:nvPr>
            <p:ph idx="1"/>
          </p:nvPr>
        </p:nvSpPr>
        <p:spPr/>
        <p:txBody>
          <a:bodyPr/>
          <a:lstStyle/>
          <a:p>
            <a:r>
              <a:rPr lang="tr-TR" dirty="0"/>
              <a:t>H ve B'nin aynı gruba ait olup olmadığını kontrol etmek beş adım </a:t>
            </a:r>
            <a:r>
              <a:rPr lang="tr-TR" dirty="0" smtClean="0"/>
              <a:t>alır.</a:t>
            </a:r>
          </a:p>
          <a:p>
            <a:r>
              <a:rPr lang="tr-TR" dirty="0"/>
              <a:t>En kötü durumda, bu süreç çok daha uzun sürebilir</a:t>
            </a:r>
            <a:r>
              <a:rPr lang="tr-TR" dirty="0" smtClean="0"/>
              <a:t>.</a:t>
            </a:r>
          </a:p>
          <a:p>
            <a:r>
              <a:rPr lang="el-GR" dirty="0"/>
              <a:t>α(</a:t>
            </a:r>
            <a:r>
              <a:rPr lang="tr-TR" dirty="0"/>
              <a:t>n) zaman </a:t>
            </a:r>
            <a:r>
              <a:rPr lang="tr-TR" dirty="0" smtClean="0"/>
              <a:t>karmaşıklığı için iyileştirme yapılmalı.</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101</a:t>
            </a:fld>
            <a:endParaRPr lang="en-US" dirty="0"/>
          </a:p>
        </p:txBody>
      </p:sp>
      <p:grpSp>
        <p:nvGrpSpPr>
          <p:cNvPr id="7" name="H"/>
          <p:cNvGrpSpPr/>
          <p:nvPr/>
        </p:nvGrpSpPr>
        <p:grpSpPr>
          <a:xfrm>
            <a:off x="3052682" y="5797516"/>
            <a:ext cx="486110" cy="486111"/>
            <a:chOff x="0" y="0"/>
            <a:chExt cx="691356" cy="691356"/>
          </a:xfrm>
        </p:grpSpPr>
        <p:sp>
          <p:nvSpPr>
            <p:cNvPr id="8"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9" name="H" descr="H"/>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0" name="B"/>
          <p:cNvGrpSpPr/>
          <p:nvPr/>
        </p:nvGrpSpPr>
        <p:grpSpPr>
          <a:xfrm>
            <a:off x="7701269" y="4902851"/>
            <a:ext cx="486110" cy="486111"/>
            <a:chOff x="0" y="0"/>
            <a:chExt cx="691356" cy="691356"/>
          </a:xfrm>
        </p:grpSpPr>
        <p:sp>
          <p:nvSpPr>
            <p:cNvPr id="11"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2" name="B" descr="B"/>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C"/>
          <p:cNvGrpSpPr/>
          <p:nvPr/>
        </p:nvGrpSpPr>
        <p:grpSpPr>
          <a:xfrm>
            <a:off x="5904431" y="4060262"/>
            <a:ext cx="486110" cy="486111"/>
            <a:chOff x="0" y="0"/>
            <a:chExt cx="691356" cy="691356"/>
          </a:xfrm>
        </p:grpSpPr>
        <p:sp>
          <p:nvSpPr>
            <p:cNvPr id="14"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5" name="C" descr="C"/>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D"/>
          <p:cNvGrpSpPr/>
          <p:nvPr/>
        </p:nvGrpSpPr>
        <p:grpSpPr>
          <a:xfrm>
            <a:off x="5223834" y="4875556"/>
            <a:ext cx="486110" cy="486111"/>
            <a:chOff x="0" y="0"/>
            <a:chExt cx="691356" cy="691356"/>
          </a:xfrm>
        </p:grpSpPr>
        <p:sp>
          <p:nvSpPr>
            <p:cNvPr id="17"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18" name="D" descr="D"/>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E"/>
          <p:cNvGrpSpPr/>
          <p:nvPr/>
        </p:nvGrpSpPr>
        <p:grpSpPr>
          <a:xfrm>
            <a:off x="3606734" y="4060262"/>
            <a:ext cx="486110" cy="486111"/>
            <a:chOff x="0" y="0"/>
            <a:chExt cx="691356" cy="691356"/>
          </a:xfrm>
        </p:grpSpPr>
        <p:sp>
          <p:nvSpPr>
            <p:cNvPr id="20"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1" name="E" descr="E"/>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L"/>
          <p:cNvGrpSpPr/>
          <p:nvPr/>
        </p:nvGrpSpPr>
        <p:grpSpPr>
          <a:xfrm>
            <a:off x="4187826" y="4902851"/>
            <a:ext cx="486111" cy="486111"/>
            <a:chOff x="0" y="0"/>
            <a:chExt cx="691356" cy="691356"/>
          </a:xfrm>
        </p:grpSpPr>
        <p:sp>
          <p:nvSpPr>
            <p:cNvPr id="23"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4" name="L" descr="L"/>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G"/>
          <p:cNvGrpSpPr/>
          <p:nvPr/>
        </p:nvGrpSpPr>
        <p:grpSpPr>
          <a:xfrm>
            <a:off x="3029106" y="4950715"/>
            <a:ext cx="486110" cy="486111"/>
            <a:chOff x="0" y="0"/>
            <a:chExt cx="691356" cy="691356"/>
          </a:xfrm>
        </p:grpSpPr>
        <p:sp>
          <p:nvSpPr>
            <p:cNvPr id="26"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27" name="G" descr="G"/>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A"/>
          <p:cNvGrpSpPr/>
          <p:nvPr/>
        </p:nvGrpSpPr>
        <p:grpSpPr>
          <a:xfrm>
            <a:off x="7053279" y="4920710"/>
            <a:ext cx="486110" cy="486111"/>
            <a:chOff x="0" y="0"/>
            <a:chExt cx="691356" cy="691356"/>
          </a:xfrm>
        </p:grpSpPr>
        <p:sp>
          <p:nvSpPr>
            <p:cNvPr id="29"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0" name="A" descr="A"/>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I"/>
          <p:cNvGrpSpPr/>
          <p:nvPr/>
        </p:nvGrpSpPr>
        <p:grpSpPr>
          <a:xfrm>
            <a:off x="4755583" y="4060262"/>
            <a:ext cx="486110" cy="486111"/>
            <a:chOff x="0" y="0"/>
            <a:chExt cx="691356" cy="691356"/>
          </a:xfrm>
        </p:grpSpPr>
        <p:sp>
          <p:nvSpPr>
            <p:cNvPr id="32"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3" name="I" descr="I"/>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J"/>
          <p:cNvGrpSpPr/>
          <p:nvPr/>
        </p:nvGrpSpPr>
        <p:grpSpPr>
          <a:xfrm>
            <a:off x="7053280" y="4060262"/>
            <a:ext cx="486110" cy="486111"/>
            <a:chOff x="0" y="0"/>
            <a:chExt cx="691356" cy="691356"/>
          </a:xfrm>
        </p:grpSpPr>
        <p:sp>
          <p:nvSpPr>
            <p:cNvPr id="35"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6" name="J" descr="J"/>
            <p:cNvPicPr>
              <a:picLocks/>
            </p:cNvPicPr>
            <p:nvPr/>
          </p:nvPicPr>
          <p:blipFill>
            <a:blip r:embed="rId2">
              <a:duotone>
                <a:prstClr val="black"/>
                <a:schemeClr val="accent4">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K"/>
          <p:cNvGrpSpPr/>
          <p:nvPr/>
        </p:nvGrpSpPr>
        <p:grpSpPr>
          <a:xfrm>
            <a:off x="5891090" y="4875556"/>
            <a:ext cx="486110" cy="486111"/>
            <a:chOff x="0" y="0"/>
            <a:chExt cx="691356" cy="691356"/>
          </a:xfrm>
        </p:grpSpPr>
        <p:sp>
          <p:nvSpPr>
            <p:cNvPr id="38"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39" name="K" descr="K"/>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F"/>
          <p:cNvGrpSpPr/>
          <p:nvPr/>
        </p:nvGrpSpPr>
        <p:grpSpPr>
          <a:xfrm>
            <a:off x="3606734" y="4920711"/>
            <a:ext cx="486110" cy="486111"/>
            <a:chOff x="0" y="0"/>
            <a:chExt cx="691356" cy="691356"/>
          </a:xfrm>
        </p:grpSpPr>
        <p:sp>
          <p:nvSpPr>
            <p:cNvPr id="41"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2" name="F" descr="F"/>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3"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4"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5"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6"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7"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8"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0"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1" name="Line"/>
          <p:cNvSpPr/>
          <p:nvPr/>
        </p:nvSpPr>
        <p:spPr>
          <a:xfrm>
            <a:off x="5352743" y="4338490"/>
            <a:ext cx="481234" cy="1497"/>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Line"/>
          <p:cNvSpPr/>
          <p:nvPr/>
        </p:nvSpPr>
        <p:spPr>
          <a:xfrm flipH="1" flipV="1">
            <a:off x="4070580"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3" name="Line"/>
          <p:cNvSpPr/>
          <p:nvPr/>
        </p:nvSpPr>
        <p:spPr>
          <a:xfrm flipH="1" flipV="1">
            <a:off x="6496714" y="4338488"/>
            <a:ext cx="468251" cy="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4" name="Line"/>
          <p:cNvSpPr/>
          <p:nvPr/>
        </p:nvSpPr>
        <p:spPr>
          <a:xfrm flipH="1" flipV="1">
            <a:off x="3285499" y="5467891"/>
            <a:ext cx="0" cy="361128"/>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5" name="Line"/>
          <p:cNvSpPr/>
          <p:nvPr/>
        </p:nvSpPr>
        <p:spPr>
          <a:xfrm flipV="1">
            <a:off x="3266781" y="4597576"/>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cxnSp>
        <p:nvCxnSpPr>
          <p:cNvPr id="56" name="Curved Connector 55"/>
          <p:cNvCxnSpPr>
            <a:stCxn id="20" idx="0"/>
            <a:endCxn id="14" idx="1"/>
          </p:cNvCxnSpPr>
          <p:nvPr/>
        </p:nvCxnSpPr>
        <p:spPr>
          <a:xfrm rot="16200000" flipH="1">
            <a:off x="4883017" y="3038851"/>
            <a:ext cx="72000" cy="2138459"/>
          </a:xfrm>
          <a:prstGeom prst="curvedConnector3">
            <a:avLst>
              <a:gd name="adj1" fmla="val -346579"/>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842801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Union</a:t>
            </a:r>
            <a:r>
              <a:rPr lang="tr-TR" dirty="0"/>
              <a:t> İşlemi</a:t>
            </a:r>
          </a:p>
        </p:txBody>
      </p:sp>
      <p:sp>
        <p:nvSpPr>
          <p:cNvPr id="3" name="Content Placeholder 2"/>
          <p:cNvSpPr>
            <a:spLocks noGrp="1"/>
          </p:cNvSpPr>
          <p:nvPr>
            <p:ph idx="1"/>
          </p:nvPr>
        </p:nvSpPr>
        <p:spPr/>
        <p:txBody>
          <a:bodyPr/>
          <a:lstStyle/>
          <a:p>
            <a:r>
              <a:rPr lang="tr-TR" dirty="0"/>
              <a:t>H ve B'nin aynı gruba ait olup olmadığını kontrol etmek beş adım </a:t>
            </a:r>
            <a:r>
              <a:rPr lang="tr-TR" dirty="0" smtClean="0"/>
              <a:t>alır.</a:t>
            </a:r>
          </a:p>
          <a:p>
            <a:r>
              <a:rPr lang="tr-TR" dirty="0"/>
              <a:t>En kötü durumda, bu süreç çok daha uzun sürebilir</a:t>
            </a:r>
            <a:r>
              <a:rPr lang="tr-TR" dirty="0" smtClean="0"/>
              <a:t>.</a:t>
            </a:r>
          </a:p>
          <a:p>
            <a:r>
              <a:rPr lang="el-GR" dirty="0"/>
              <a:t>α(</a:t>
            </a:r>
            <a:r>
              <a:rPr lang="tr-TR" dirty="0"/>
              <a:t>n) zaman </a:t>
            </a:r>
            <a:r>
              <a:rPr lang="tr-TR" dirty="0" smtClean="0"/>
              <a:t>karmaşıklığı için iyileştirme yapılmalı.</a:t>
            </a: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102</a:t>
            </a:fld>
            <a:endParaRPr lang="en-US" dirty="0"/>
          </a:p>
        </p:txBody>
      </p:sp>
      <p:grpSp>
        <p:nvGrpSpPr>
          <p:cNvPr id="7" name="H"/>
          <p:cNvGrpSpPr/>
          <p:nvPr/>
        </p:nvGrpSpPr>
        <p:grpSpPr>
          <a:xfrm>
            <a:off x="3052682" y="5797516"/>
            <a:ext cx="486110" cy="486111"/>
            <a:chOff x="0" y="0"/>
            <a:chExt cx="691356" cy="691356"/>
          </a:xfrm>
        </p:grpSpPr>
        <p:sp>
          <p:nvSpPr>
            <p:cNvPr id="8" name="H"/>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H</a:t>
              </a:r>
            </a:p>
          </p:txBody>
        </p:sp>
        <p:pic>
          <p:nvPicPr>
            <p:cNvPr id="9" name="H" descr="H"/>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0" name="B"/>
          <p:cNvGrpSpPr/>
          <p:nvPr/>
        </p:nvGrpSpPr>
        <p:grpSpPr>
          <a:xfrm>
            <a:off x="7701269" y="4902851"/>
            <a:ext cx="486110" cy="486111"/>
            <a:chOff x="0" y="0"/>
            <a:chExt cx="691356" cy="691356"/>
          </a:xfrm>
        </p:grpSpPr>
        <p:sp>
          <p:nvSpPr>
            <p:cNvPr id="11" name="B"/>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B</a:t>
              </a:r>
            </a:p>
          </p:txBody>
        </p:sp>
        <p:pic>
          <p:nvPicPr>
            <p:cNvPr id="12" name="B" descr="B"/>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3" name="C"/>
          <p:cNvGrpSpPr/>
          <p:nvPr/>
        </p:nvGrpSpPr>
        <p:grpSpPr>
          <a:xfrm>
            <a:off x="5904431" y="4060262"/>
            <a:ext cx="486110" cy="486111"/>
            <a:chOff x="0" y="0"/>
            <a:chExt cx="691356" cy="691356"/>
          </a:xfrm>
        </p:grpSpPr>
        <p:sp>
          <p:nvSpPr>
            <p:cNvPr id="14" name="C"/>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C</a:t>
              </a:r>
            </a:p>
          </p:txBody>
        </p:sp>
        <p:pic>
          <p:nvPicPr>
            <p:cNvPr id="15" name="C" descr="C"/>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6" name="D"/>
          <p:cNvGrpSpPr/>
          <p:nvPr/>
        </p:nvGrpSpPr>
        <p:grpSpPr>
          <a:xfrm>
            <a:off x="5223834" y="4875556"/>
            <a:ext cx="486110" cy="486111"/>
            <a:chOff x="0" y="0"/>
            <a:chExt cx="691356" cy="691356"/>
          </a:xfrm>
        </p:grpSpPr>
        <p:sp>
          <p:nvSpPr>
            <p:cNvPr id="17" name="D"/>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D</a:t>
              </a:r>
            </a:p>
          </p:txBody>
        </p:sp>
        <p:pic>
          <p:nvPicPr>
            <p:cNvPr id="18" name="D" descr="D"/>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19" name="E"/>
          <p:cNvGrpSpPr/>
          <p:nvPr/>
        </p:nvGrpSpPr>
        <p:grpSpPr>
          <a:xfrm>
            <a:off x="3606734" y="4060262"/>
            <a:ext cx="486110" cy="486111"/>
            <a:chOff x="0" y="0"/>
            <a:chExt cx="691356" cy="691356"/>
          </a:xfrm>
        </p:grpSpPr>
        <p:sp>
          <p:nvSpPr>
            <p:cNvPr id="20" name="E"/>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E</a:t>
              </a:r>
            </a:p>
          </p:txBody>
        </p:sp>
        <p:pic>
          <p:nvPicPr>
            <p:cNvPr id="21" name="E" descr="E"/>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2" name="L"/>
          <p:cNvGrpSpPr/>
          <p:nvPr/>
        </p:nvGrpSpPr>
        <p:grpSpPr>
          <a:xfrm>
            <a:off x="4187826" y="4902851"/>
            <a:ext cx="486111" cy="486111"/>
            <a:chOff x="0" y="0"/>
            <a:chExt cx="691356" cy="691356"/>
          </a:xfrm>
        </p:grpSpPr>
        <p:sp>
          <p:nvSpPr>
            <p:cNvPr id="23" name="L"/>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L</a:t>
              </a:r>
            </a:p>
          </p:txBody>
        </p:sp>
        <p:pic>
          <p:nvPicPr>
            <p:cNvPr id="24" name="L" descr="L"/>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5" name="G"/>
          <p:cNvGrpSpPr/>
          <p:nvPr/>
        </p:nvGrpSpPr>
        <p:grpSpPr>
          <a:xfrm>
            <a:off x="3029106" y="4950715"/>
            <a:ext cx="486110" cy="486111"/>
            <a:chOff x="0" y="0"/>
            <a:chExt cx="691356" cy="691356"/>
          </a:xfrm>
        </p:grpSpPr>
        <p:sp>
          <p:nvSpPr>
            <p:cNvPr id="26" name="G"/>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G</a:t>
              </a:r>
            </a:p>
          </p:txBody>
        </p:sp>
        <p:pic>
          <p:nvPicPr>
            <p:cNvPr id="27" name="G" descr="G"/>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28" name="A"/>
          <p:cNvGrpSpPr/>
          <p:nvPr/>
        </p:nvGrpSpPr>
        <p:grpSpPr>
          <a:xfrm>
            <a:off x="7053279" y="4920710"/>
            <a:ext cx="486110" cy="486111"/>
            <a:chOff x="0" y="0"/>
            <a:chExt cx="691356" cy="691356"/>
          </a:xfrm>
        </p:grpSpPr>
        <p:sp>
          <p:nvSpPr>
            <p:cNvPr id="29" name="A"/>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A</a:t>
              </a:r>
            </a:p>
          </p:txBody>
        </p:sp>
        <p:pic>
          <p:nvPicPr>
            <p:cNvPr id="30" name="A" descr="A"/>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1" name="I"/>
          <p:cNvGrpSpPr/>
          <p:nvPr/>
        </p:nvGrpSpPr>
        <p:grpSpPr>
          <a:xfrm>
            <a:off x="4755583" y="4060262"/>
            <a:ext cx="486110" cy="486111"/>
            <a:chOff x="0" y="0"/>
            <a:chExt cx="691356" cy="691356"/>
          </a:xfrm>
        </p:grpSpPr>
        <p:sp>
          <p:nvSpPr>
            <p:cNvPr id="32" name="I"/>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I</a:t>
              </a:r>
            </a:p>
          </p:txBody>
        </p:sp>
        <p:pic>
          <p:nvPicPr>
            <p:cNvPr id="33" name="I" descr="I"/>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4" name="J"/>
          <p:cNvGrpSpPr/>
          <p:nvPr/>
        </p:nvGrpSpPr>
        <p:grpSpPr>
          <a:xfrm>
            <a:off x="7053280" y="4060262"/>
            <a:ext cx="486110" cy="486111"/>
            <a:chOff x="0" y="0"/>
            <a:chExt cx="691356" cy="691356"/>
          </a:xfrm>
        </p:grpSpPr>
        <p:sp>
          <p:nvSpPr>
            <p:cNvPr id="35" name="J"/>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J</a:t>
              </a:r>
            </a:p>
          </p:txBody>
        </p:sp>
        <p:pic>
          <p:nvPicPr>
            <p:cNvPr id="36" name="J" descr="J"/>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37" name="K"/>
          <p:cNvGrpSpPr/>
          <p:nvPr/>
        </p:nvGrpSpPr>
        <p:grpSpPr>
          <a:xfrm>
            <a:off x="5891090" y="4875556"/>
            <a:ext cx="486110" cy="486111"/>
            <a:chOff x="0" y="0"/>
            <a:chExt cx="691356" cy="691356"/>
          </a:xfrm>
        </p:grpSpPr>
        <p:sp>
          <p:nvSpPr>
            <p:cNvPr id="38" name="K"/>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K</a:t>
              </a:r>
            </a:p>
          </p:txBody>
        </p:sp>
        <p:pic>
          <p:nvPicPr>
            <p:cNvPr id="39" name="K" descr="K"/>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grpSp>
        <p:nvGrpSpPr>
          <p:cNvPr id="40" name="F"/>
          <p:cNvGrpSpPr/>
          <p:nvPr/>
        </p:nvGrpSpPr>
        <p:grpSpPr>
          <a:xfrm>
            <a:off x="3606734" y="4920711"/>
            <a:ext cx="486110" cy="486111"/>
            <a:chOff x="0" y="0"/>
            <a:chExt cx="691356" cy="691356"/>
          </a:xfrm>
        </p:grpSpPr>
        <p:sp>
          <p:nvSpPr>
            <p:cNvPr id="41" name="F"/>
            <p:cNvSpPr/>
            <p:nvPr/>
          </p:nvSpPr>
          <p:spPr>
            <a:xfrm>
              <a:off x="25400" y="25400"/>
              <a:ext cx="640557" cy="640557"/>
            </a:xfrm>
            <a:prstGeom prst="ellipse">
              <a:avLst/>
            </a:prstGeom>
            <a:noFill/>
            <a:ln>
              <a:noFill/>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600" b="1">
                  <a:latin typeface="Helvetica"/>
                  <a:ea typeface="Helvetica"/>
                  <a:cs typeface="Helvetica"/>
                  <a:sym typeface="Helvetica"/>
                </a:defRPr>
              </a:lvl1pPr>
            </a:lstStyle>
            <a:p>
              <a:r>
                <a:rPr sz="1828"/>
                <a:t>F</a:t>
              </a:r>
            </a:p>
          </p:txBody>
        </p:sp>
        <p:pic>
          <p:nvPicPr>
            <p:cNvPr id="42" name="F" descr="F"/>
            <p:cNvPicPr>
              <a:picLocks/>
            </p:cNvPicPr>
            <p:nvPr/>
          </p:nvPicPr>
          <p:blipFill>
            <a:blip r:embed="rId2">
              <a:duotone>
                <a:prstClr val="black"/>
                <a:schemeClr val="accent2">
                  <a:tint val="45000"/>
                  <a:satMod val="400000"/>
                </a:schemeClr>
              </a:duotone>
              <a:extLst/>
            </a:blip>
            <a:stretch>
              <a:fillRect/>
            </a:stretch>
          </p:blipFill>
          <p:spPr>
            <a:xfrm>
              <a:off x="-1" y="-1"/>
              <a:ext cx="691358" cy="6913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grpSp>
      <p:sp>
        <p:nvSpPr>
          <p:cNvPr id="43" name="Connection Line"/>
          <p:cNvSpPr/>
          <p:nvPr/>
        </p:nvSpPr>
        <p:spPr>
          <a:xfrm>
            <a:off x="5991270"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16942" y="0"/>
                </a:moveTo>
                <a:cubicBezTo>
                  <a:pt x="-920" y="399"/>
                  <a:pt x="-4658" y="7599"/>
                  <a:pt x="5727"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4" name="Connection Line"/>
          <p:cNvSpPr/>
          <p:nvPr/>
        </p:nvSpPr>
        <p:spPr>
          <a:xfrm>
            <a:off x="6134145" y="3685509"/>
            <a:ext cx="169557" cy="330105"/>
          </a:xfrm>
          <a:custGeom>
            <a:avLst/>
            <a:gdLst/>
            <a:ahLst/>
            <a:cxnLst>
              <a:cxn ang="0">
                <a:pos x="wd2" y="hd2"/>
              </a:cxn>
              <a:cxn ang="5400000">
                <a:pos x="wd2" y="hd2"/>
              </a:cxn>
              <a:cxn ang="10800000">
                <a:pos x="wd2" y="hd2"/>
              </a:cxn>
              <a:cxn ang="16200000">
                <a:pos x="wd2" y="hd2"/>
              </a:cxn>
            </a:cxnLst>
            <a:rect l="0" t="0" r="r" b="b"/>
            <a:pathLst>
              <a:path w="16942" h="21600" extrusionOk="0">
                <a:moveTo>
                  <a:pt x="0" y="0"/>
                </a:moveTo>
                <a:cubicBezTo>
                  <a:pt x="17862" y="399"/>
                  <a:pt x="21600" y="7599"/>
                  <a:pt x="11215" y="21600"/>
                </a:cubicBezTo>
              </a:path>
            </a:pathLst>
          </a:custGeom>
          <a:ln w="25400"/>
        </p:spPr>
        <p:style>
          <a:lnRef idx="1">
            <a:schemeClr val="accent1"/>
          </a:lnRef>
          <a:fillRef idx="0">
            <a:schemeClr val="accent1"/>
          </a:fillRef>
          <a:effectRef idx="0">
            <a:schemeClr val="accent1"/>
          </a:effectRef>
          <a:fontRef idx="minor">
            <a:schemeClr val="tx1"/>
          </a:fontRef>
        </p:style>
        <p:txBody>
          <a:bodyPr/>
          <a:lstStyle/>
          <a:p>
            <a:endParaRPr sz="1266"/>
          </a:p>
        </p:txBody>
      </p:sp>
      <p:sp>
        <p:nvSpPr>
          <p:cNvPr id="45" name="Line"/>
          <p:cNvSpPr/>
          <p:nvPr/>
        </p:nvSpPr>
        <p:spPr>
          <a:xfrm flipH="1">
            <a:off x="6234910" y="3835857"/>
            <a:ext cx="70113" cy="23204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6" name="Line"/>
          <p:cNvSpPr/>
          <p:nvPr/>
        </p:nvSpPr>
        <p:spPr>
          <a:xfrm flipH="1" flipV="1">
            <a:off x="6134145" y="4555810"/>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7" name="Line"/>
          <p:cNvSpPr/>
          <p:nvPr/>
        </p:nvSpPr>
        <p:spPr>
          <a:xfrm flipH="1" flipV="1">
            <a:off x="3834322" y="4601515"/>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8" name="Line"/>
          <p:cNvSpPr/>
          <p:nvPr/>
        </p:nvSpPr>
        <p:spPr>
          <a:xfrm flipH="1" flipV="1">
            <a:off x="7296333" y="4573668"/>
            <a:ext cx="0" cy="36490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49" name="Line"/>
          <p:cNvSpPr/>
          <p:nvPr/>
        </p:nvSpPr>
        <p:spPr>
          <a:xfrm flipH="1" flipV="1">
            <a:off x="7393352"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0" name="Line"/>
          <p:cNvSpPr/>
          <p:nvPr/>
        </p:nvSpPr>
        <p:spPr>
          <a:xfrm flipV="1">
            <a:off x="5584275" y="4555810"/>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1" name="Line"/>
          <p:cNvSpPr/>
          <p:nvPr/>
        </p:nvSpPr>
        <p:spPr>
          <a:xfrm>
            <a:off x="5352743" y="4338490"/>
            <a:ext cx="481234" cy="1497"/>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2" name="Line"/>
          <p:cNvSpPr/>
          <p:nvPr/>
        </p:nvSpPr>
        <p:spPr>
          <a:xfrm flipH="1" flipV="1">
            <a:off x="4070580" y="4601514"/>
            <a:ext cx="353373" cy="337053"/>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3" name="Line"/>
          <p:cNvSpPr/>
          <p:nvPr/>
        </p:nvSpPr>
        <p:spPr>
          <a:xfrm flipH="1" flipV="1">
            <a:off x="6496714" y="4338488"/>
            <a:ext cx="468251" cy="1"/>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4" name="Line"/>
          <p:cNvSpPr/>
          <p:nvPr/>
        </p:nvSpPr>
        <p:spPr>
          <a:xfrm flipH="1" flipV="1">
            <a:off x="3285499" y="5467891"/>
            <a:ext cx="0" cy="361128"/>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sp>
        <p:nvSpPr>
          <p:cNvPr id="55" name="Line"/>
          <p:cNvSpPr/>
          <p:nvPr/>
        </p:nvSpPr>
        <p:spPr>
          <a:xfrm flipV="1">
            <a:off x="3266781" y="4597576"/>
            <a:ext cx="350864" cy="33760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txBody>
          <a:bodyPr lIns="35719" tIns="35719" rIns="35719" bIns="35719" anchor="ctr"/>
          <a:lstStyle/>
          <a:p>
            <a:pPr>
              <a:defRPr sz="2600">
                <a:latin typeface="+mn-lt"/>
                <a:ea typeface="+mn-ea"/>
                <a:cs typeface="+mn-cs"/>
                <a:sym typeface="Helvetica Light"/>
              </a:defRPr>
            </a:pPr>
            <a:endParaRPr sz="1828"/>
          </a:p>
        </p:txBody>
      </p:sp>
      <p:cxnSp>
        <p:nvCxnSpPr>
          <p:cNvPr id="56" name="Curved Connector 55"/>
          <p:cNvCxnSpPr>
            <a:stCxn id="20" idx="0"/>
            <a:endCxn id="14" idx="1"/>
          </p:cNvCxnSpPr>
          <p:nvPr/>
        </p:nvCxnSpPr>
        <p:spPr>
          <a:xfrm rot="16200000" flipH="1">
            <a:off x="4883017" y="3038851"/>
            <a:ext cx="72000" cy="2138459"/>
          </a:xfrm>
          <a:prstGeom prst="curvedConnector3">
            <a:avLst>
              <a:gd name="adj1" fmla="val -346579"/>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5783"/>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lstStyle/>
          <a:p>
            <a:endParaRPr lang="tr-TR"/>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103</a:t>
            </a:fld>
            <a:endParaRPr lang="en-US" dirty="0"/>
          </a:p>
        </p:txBody>
      </p:sp>
    </p:spTree>
    <p:extLst>
      <p:ext uri="{BB962C8B-B14F-4D97-AF65-F5344CB8AC3E}">
        <p14:creationId xmlns:p14="http://schemas.microsoft.com/office/powerpoint/2010/main" val="232091771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Yol Kısaltma (</a:t>
            </a:r>
            <a:r>
              <a:rPr lang="tr-TR" dirty="0" err="1" smtClean="0"/>
              <a:t>path</a:t>
            </a:r>
            <a:r>
              <a:rPr lang="tr-TR" dirty="0" smtClean="0"/>
              <a:t> </a:t>
            </a:r>
            <a:r>
              <a:rPr lang="tr-TR" dirty="0" err="1" smtClean="0"/>
              <a:t>compression</a:t>
            </a:r>
            <a:r>
              <a:rPr lang="tr-TR" dirty="0" smtClean="0"/>
              <a:t>)</a:t>
            </a:r>
            <a:endParaRPr lang="tr-TR" dirty="0"/>
          </a:p>
        </p:txBody>
      </p:sp>
      <p:sp>
        <p:nvSpPr>
          <p:cNvPr id="3" name="Content Placeholder 2"/>
          <p:cNvSpPr>
            <a:spLocks noGrp="1"/>
          </p:cNvSpPr>
          <p:nvPr>
            <p:ph idx="1"/>
          </p:nvPr>
        </p:nvSpPr>
        <p:spPr/>
        <p:txBody>
          <a:bodyPr/>
          <a:lstStyle/>
          <a:p>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104</a:t>
            </a:fld>
            <a:endParaRPr lang="en-US" dirty="0"/>
          </a:p>
        </p:txBody>
      </p:sp>
      <p:sp>
        <p:nvSpPr>
          <p:cNvPr id="7" name="Oval 4"/>
          <p:cNvSpPr>
            <a:spLocks noChangeArrowheads="1"/>
          </p:cNvSpPr>
          <p:nvPr/>
        </p:nvSpPr>
        <p:spPr bwMode="auto">
          <a:xfrm>
            <a:off x="2105167" y="25214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1</a:t>
            </a:r>
          </a:p>
        </p:txBody>
      </p:sp>
      <p:sp>
        <p:nvSpPr>
          <p:cNvPr id="8" name="Oval 5"/>
          <p:cNvSpPr>
            <a:spLocks noChangeArrowheads="1"/>
          </p:cNvSpPr>
          <p:nvPr/>
        </p:nvSpPr>
        <p:spPr bwMode="auto">
          <a:xfrm>
            <a:off x="2409967" y="34358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2</a:t>
            </a:r>
          </a:p>
        </p:txBody>
      </p:sp>
      <p:sp>
        <p:nvSpPr>
          <p:cNvPr id="9" name="Oval 6"/>
          <p:cNvSpPr>
            <a:spLocks noChangeArrowheads="1"/>
          </p:cNvSpPr>
          <p:nvPr/>
        </p:nvSpPr>
        <p:spPr bwMode="auto">
          <a:xfrm>
            <a:off x="2867167" y="51884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3</a:t>
            </a:r>
          </a:p>
        </p:txBody>
      </p:sp>
      <p:sp>
        <p:nvSpPr>
          <p:cNvPr id="10" name="Oval 7"/>
          <p:cNvSpPr>
            <a:spLocks noChangeArrowheads="1"/>
          </p:cNvSpPr>
          <p:nvPr/>
        </p:nvSpPr>
        <p:spPr bwMode="auto">
          <a:xfrm>
            <a:off x="4695967" y="33596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4</a:t>
            </a:r>
          </a:p>
        </p:txBody>
      </p:sp>
      <p:sp>
        <p:nvSpPr>
          <p:cNvPr id="11" name="Oval 8"/>
          <p:cNvSpPr>
            <a:spLocks noChangeArrowheads="1"/>
          </p:cNvSpPr>
          <p:nvPr/>
        </p:nvSpPr>
        <p:spPr bwMode="auto">
          <a:xfrm>
            <a:off x="3705367" y="33596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5</a:t>
            </a:r>
          </a:p>
        </p:txBody>
      </p:sp>
      <p:sp>
        <p:nvSpPr>
          <p:cNvPr id="12" name="Oval 9"/>
          <p:cNvSpPr>
            <a:spLocks noChangeArrowheads="1"/>
          </p:cNvSpPr>
          <p:nvPr/>
        </p:nvSpPr>
        <p:spPr bwMode="auto">
          <a:xfrm>
            <a:off x="3324367" y="42740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6</a:t>
            </a:r>
          </a:p>
        </p:txBody>
      </p:sp>
      <p:sp>
        <p:nvSpPr>
          <p:cNvPr id="13" name="Oval 10"/>
          <p:cNvSpPr>
            <a:spLocks noChangeArrowheads="1"/>
          </p:cNvSpPr>
          <p:nvPr/>
        </p:nvSpPr>
        <p:spPr bwMode="auto">
          <a:xfrm>
            <a:off x="4162567" y="24452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7</a:t>
            </a:r>
          </a:p>
        </p:txBody>
      </p:sp>
      <p:sp>
        <p:nvSpPr>
          <p:cNvPr id="14" name="Line 11"/>
          <p:cNvSpPr>
            <a:spLocks noChangeShapeType="1"/>
          </p:cNvSpPr>
          <p:nvPr/>
        </p:nvSpPr>
        <p:spPr bwMode="auto">
          <a:xfrm flipH="1" flipV="1">
            <a:off x="2409967" y="2902424"/>
            <a:ext cx="1524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15" name="Line 12"/>
          <p:cNvSpPr>
            <a:spLocks noChangeShapeType="1"/>
          </p:cNvSpPr>
          <p:nvPr/>
        </p:nvSpPr>
        <p:spPr bwMode="auto">
          <a:xfrm flipV="1">
            <a:off x="4010167" y="2826224"/>
            <a:ext cx="3048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16" name="Line 13"/>
          <p:cNvSpPr>
            <a:spLocks noChangeShapeType="1"/>
          </p:cNvSpPr>
          <p:nvPr/>
        </p:nvSpPr>
        <p:spPr bwMode="auto">
          <a:xfrm flipH="1" flipV="1">
            <a:off x="4543567" y="2750024"/>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17" name="Line 14"/>
          <p:cNvSpPr>
            <a:spLocks noChangeShapeType="1"/>
          </p:cNvSpPr>
          <p:nvPr/>
        </p:nvSpPr>
        <p:spPr bwMode="auto">
          <a:xfrm flipV="1">
            <a:off x="3629167" y="3740624"/>
            <a:ext cx="2286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18" name="Line 15"/>
          <p:cNvSpPr>
            <a:spLocks noChangeShapeType="1"/>
          </p:cNvSpPr>
          <p:nvPr/>
        </p:nvSpPr>
        <p:spPr bwMode="auto">
          <a:xfrm flipV="1">
            <a:off x="3171967" y="4655024"/>
            <a:ext cx="3048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19" name="Oval 16"/>
          <p:cNvSpPr>
            <a:spLocks noChangeArrowheads="1"/>
          </p:cNvSpPr>
          <p:nvPr/>
        </p:nvSpPr>
        <p:spPr bwMode="auto">
          <a:xfrm>
            <a:off x="6600967" y="25214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1</a:t>
            </a:r>
          </a:p>
        </p:txBody>
      </p:sp>
      <p:sp>
        <p:nvSpPr>
          <p:cNvPr id="20" name="Oval 17"/>
          <p:cNvSpPr>
            <a:spLocks noChangeArrowheads="1"/>
          </p:cNvSpPr>
          <p:nvPr/>
        </p:nvSpPr>
        <p:spPr bwMode="auto">
          <a:xfrm>
            <a:off x="6905767" y="34358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2</a:t>
            </a:r>
          </a:p>
        </p:txBody>
      </p:sp>
      <p:sp>
        <p:nvSpPr>
          <p:cNvPr id="21" name="Oval 18"/>
          <p:cNvSpPr>
            <a:spLocks noChangeArrowheads="1"/>
          </p:cNvSpPr>
          <p:nvPr/>
        </p:nvSpPr>
        <p:spPr bwMode="auto">
          <a:xfrm>
            <a:off x="7743967" y="34358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3</a:t>
            </a:r>
          </a:p>
        </p:txBody>
      </p:sp>
      <p:sp>
        <p:nvSpPr>
          <p:cNvPr id="22" name="Oval 19"/>
          <p:cNvSpPr>
            <a:spLocks noChangeArrowheads="1"/>
          </p:cNvSpPr>
          <p:nvPr/>
        </p:nvSpPr>
        <p:spPr bwMode="auto">
          <a:xfrm>
            <a:off x="9572767" y="34358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4</a:t>
            </a:r>
          </a:p>
        </p:txBody>
      </p:sp>
      <p:sp>
        <p:nvSpPr>
          <p:cNvPr id="23" name="Oval 20"/>
          <p:cNvSpPr>
            <a:spLocks noChangeArrowheads="1"/>
          </p:cNvSpPr>
          <p:nvPr/>
        </p:nvSpPr>
        <p:spPr bwMode="auto">
          <a:xfrm>
            <a:off x="8963167" y="34358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5</a:t>
            </a:r>
          </a:p>
        </p:txBody>
      </p:sp>
      <p:sp>
        <p:nvSpPr>
          <p:cNvPr id="24" name="Oval 21"/>
          <p:cNvSpPr>
            <a:spLocks noChangeArrowheads="1"/>
          </p:cNvSpPr>
          <p:nvPr/>
        </p:nvSpPr>
        <p:spPr bwMode="auto">
          <a:xfrm>
            <a:off x="8353567" y="34358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6</a:t>
            </a:r>
          </a:p>
        </p:txBody>
      </p:sp>
      <p:sp>
        <p:nvSpPr>
          <p:cNvPr id="25" name="Oval 22"/>
          <p:cNvSpPr>
            <a:spLocks noChangeArrowheads="1"/>
          </p:cNvSpPr>
          <p:nvPr/>
        </p:nvSpPr>
        <p:spPr bwMode="auto">
          <a:xfrm>
            <a:off x="9039367" y="25214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7</a:t>
            </a:r>
          </a:p>
        </p:txBody>
      </p:sp>
      <p:sp>
        <p:nvSpPr>
          <p:cNvPr id="26" name="Line 23"/>
          <p:cNvSpPr>
            <a:spLocks noChangeShapeType="1"/>
          </p:cNvSpPr>
          <p:nvPr/>
        </p:nvSpPr>
        <p:spPr bwMode="auto">
          <a:xfrm flipH="1" flipV="1">
            <a:off x="6905767" y="2902424"/>
            <a:ext cx="1524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27" name="Line 24"/>
          <p:cNvSpPr>
            <a:spLocks noChangeShapeType="1"/>
          </p:cNvSpPr>
          <p:nvPr/>
        </p:nvSpPr>
        <p:spPr bwMode="auto">
          <a:xfrm flipV="1">
            <a:off x="9191767" y="2902424"/>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28" name="Line 25"/>
          <p:cNvSpPr>
            <a:spLocks noChangeShapeType="1"/>
          </p:cNvSpPr>
          <p:nvPr/>
        </p:nvSpPr>
        <p:spPr bwMode="auto">
          <a:xfrm flipH="1" flipV="1">
            <a:off x="9420367" y="2826224"/>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29" name="Line 26"/>
          <p:cNvSpPr>
            <a:spLocks noChangeShapeType="1"/>
          </p:cNvSpPr>
          <p:nvPr/>
        </p:nvSpPr>
        <p:spPr bwMode="auto">
          <a:xfrm flipV="1">
            <a:off x="8582167" y="2826224"/>
            <a:ext cx="533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30" name="Line 27"/>
          <p:cNvSpPr>
            <a:spLocks noChangeShapeType="1"/>
          </p:cNvSpPr>
          <p:nvPr/>
        </p:nvSpPr>
        <p:spPr bwMode="auto">
          <a:xfrm flipV="1">
            <a:off x="7972567" y="2750024"/>
            <a:ext cx="1066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31" name="Line 28"/>
          <p:cNvSpPr>
            <a:spLocks noChangeShapeType="1"/>
          </p:cNvSpPr>
          <p:nvPr/>
        </p:nvSpPr>
        <p:spPr bwMode="auto">
          <a:xfrm>
            <a:off x="5610367" y="3893024"/>
            <a:ext cx="838200"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32" name="Text Box 29"/>
          <p:cNvSpPr txBox="1">
            <a:spLocks noChangeArrowheads="1"/>
          </p:cNvSpPr>
          <p:nvPr/>
        </p:nvSpPr>
        <p:spPr bwMode="auto">
          <a:xfrm>
            <a:off x="5543692" y="3407249"/>
            <a:ext cx="9159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37931725" indent="-37474525" eaLnBrk="0" hangingPunct="0">
              <a:defRPr sz="2400">
                <a:solidFill>
                  <a:schemeClr val="tx1"/>
                </a:solidFill>
                <a:latin typeface="Arial" panose="020B0604020202020204" pitchFamily="34" charset="0"/>
                <a:ea typeface="MS PGothic" panose="020B0600070205080204" pitchFamily="34" charset="-128"/>
              </a:defRPr>
            </a:lvl2pPr>
            <a:lvl3pPr eaLnBrk="0" hangingPunct="0">
              <a:defRPr sz="2400">
                <a:solidFill>
                  <a:schemeClr val="tx1"/>
                </a:solidFill>
                <a:latin typeface="Arial" panose="020B0604020202020204" pitchFamily="34" charset="0"/>
                <a:ea typeface="MS PGothic" panose="020B0600070205080204" pitchFamily="34" charset="-128"/>
              </a:defRPr>
            </a:lvl3pPr>
            <a:lvl4pPr eaLnBrk="0" hangingPunct="0">
              <a:defRPr sz="2400">
                <a:solidFill>
                  <a:schemeClr val="tx1"/>
                </a:solidFill>
                <a:latin typeface="Arial" panose="020B0604020202020204" pitchFamily="34" charset="0"/>
                <a:ea typeface="MS PGothic" panose="020B0600070205080204" pitchFamily="34" charset="-128"/>
              </a:defRPr>
            </a:lvl4pPr>
            <a:lvl5pPr eaLnBrk="0" hangingPunct="0">
              <a:defRPr sz="2400">
                <a:solidFill>
                  <a:schemeClr val="tx1"/>
                </a:solidFill>
                <a:latin typeface="Arial" panose="020B0604020202020204" pitchFamily="34" charset="0"/>
                <a:ea typeface="MS PGothic"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sz="1800"/>
              <a:t>Find(3)</a:t>
            </a:r>
          </a:p>
        </p:txBody>
      </p:sp>
      <p:sp>
        <p:nvSpPr>
          <p:cNvPr id="33" name="Oval 30"/>
          <p:cNvSpPr>
            <a:spLocks noChangeArrowheads="1"/>
          </p:cNvSpPr>
          <p:nvPr/>
        </p:nvSpPr>
        <p:spPr bwMode="auto">
          <a:xfrm>
            <a:off x="4314967" y="42740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8</a:t>
            </a:r>
          </a:p>
        </p:txBody>
      </p:sp>
      <p:sp>
        <p:nvSpPr>
          <p:cNvPr id="34" name="Oval 31"/>
          <p:cNvSpPr>
            <a:spLocks noChangeArrowheads="1"/>
          </p:cNvSpPr>
          <p:nvPr/>
        </p:nvSpPr>
        <p:spPr bwMode="auto">
          <a:xfrm>
            <a:off x="5076967" y="42740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9</a:t>
            </a:r>
          </a:p>
        </p:txBody>
      </p:sp>
      <p:sp>
        <p:nvSpPr>
          <p:cNvPr id="35" name="Line 32"/>
          <p:cNvSpPr>
            <a:spLocks noChangeShapeType="1"/>
          </p:cNvSpPr>
          <p:nvPr/>
        </p:nvSpPr>
        <p:spPr bwMode="auto">
          <a:xfrm flipV="1">
            <a:off x="4543567" y="3740624"/>
            <a:ext cx="3048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36" name="Line 33"/>
          <p:cNvSpPr>
            <a:spLocks noChangeShapeType="1"/>
          </p:cNvSpPr>
          <p:nvPr/>
        </p:nvSpPr>
        <p:spPr bwMode="auto">
          <a:xfrm flipH="1" flipV="1">
            <a:off x="5076967" y="3740624"/>
            <a:ext cx="2286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37" name="Oval 34"/>
          <p:cNvSpPr>
            <a:spLocks noChangeArrowheads="1"/>
          </p:cNvSpPr>
          <p:nvPr/>
        </p:nvSpPr>
        <p:spPr bwMode="auto">
          <a:xfrm>
            <a:off x="3629167" y="52646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10</a:t>
            </a:r>
          </a:p>
        </p:txBody>
      </p:sp>
      <p:sp>
        <p:nvSpPr>
          <p:cNvPr id="38" name="Line 35"/>
          <p:cNvSpPr>
            <a:spLocks noChangeShapeType="1"/>
          </p:cNvSpPr>
          <p:nvPr/>
        </p:nvSpPr>
        <p:spPr bwMode="auto">
          <a:xfrm flipH="1" flipV="1">
            <a:off x="3705367" y="4655024"/>
            <a:ext cx="152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39" name="Oval 36"/>
          <p:cNvSpPr>
            <a:spLocks noChangeArrowheads="1"/>
          </p:cNvSpPr>
          <p:nvPr/>
        </p:nvSpPr>
        <p:spPr bwMode="auto">
          <a:xfrm>
            <a:off x="9115567" y="43502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8</a:t>
            </a:r>
          </a:p>
        </p:txBody>
      </p:sp>
      <p:sp>
        <p:nvSpPr>
          <p:cNvPr id="40" name="Oval 37"/>
          <p:cNvSpPr>
            <a:spLocks noChangeArrowheads="1"/>
          </p:cNvSpPr>
          <p:nvPr/>
        </p:nvSpPr>
        <p:spPr bwMode="auto">
          <a:xfrm>
            <a:off x="9877567" y="43502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9</a:t>
            </a:r>
          </a:p>
        </p:txBody>
      </p:sp>
      <p:sp>
        <p:nvSpPr>
          <p:cNvPr id="41" name="Line 38"/>
          <p:cNvSpPr>
            <a:spLocks noChangeShapeType="1"/>
          </p:cNvSpPr>
          <p:nvPr/>
        </p:nvSpPr>
        <p:spPr bwMode="auto">
          <a:xfrm flipV="1">
            <a:off x="9344167" y="3816824"/>
            <a:ext cx="3048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42" name="Line 39"/>
          <p:cNvSpPr>
            <a:spLocks noChangeShapeType="1"/>
          </p:cNvSpPr>
          <p:nvPr/>
        </p:nvSpPr>
        <p:spPr bwMode="auto">
          <a:xfrm flipH="1" flipV="1">
            <a:off x="9877567" y="3816824"/>
            <a:ext cx="2286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43" name="Oval 40"/>
          <p:cNvSpPr>
            <a:spLocks noChangeArrowheads="1"/>
          </p:cNvSpPr>
          <p:nvPr/>
        </p:nvSpPr>
        <p:spPr bwMode="auto">
          <a:xfrm>
            <a:off x="8353567" y="4350224"/>
            <a:ext cx="457200" cy="3810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defRPr/>
            </a:pPr>
            <a:r>
              <a:rPr lang="en-US">
                <a:latin typeface="Arial" charset="0"/>
                <a:ea typeface="ＭＳ Ｐゴシック" charset="-128"/>
                <a:cs typeface="ＭＳ Ｐゴシック" charset="-128"/>
              </a:rPr>
              <a:t>10</a:t>
            </a:r>
          </a:p>
        </p:txBody>
      </p:sp>
      <p:sp>
        <p:nvSpPr>
          <p:cNvPr id="44" name="Line 41"/>
          <p:cNvSpPr>
            <a:spLocks noChangeShapeType="1"/>
          </p:cNvSpPr>
          <p:nvPr/>
        </p:nvSpPr>
        <p:spPr bwMode="auto">
          <a:xfrm flipV="1">
            <a:off x="8582167" y="3816824"/>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Tree>
    <p:extLst>
      <p:ext uri="{BB962C8B-B14F-4D97-AF65-F5344CB8AC3E}">
        <p14:creationId xmlns:p14="http://schemas.microsoft.com/office/powerpoint/2010/main" val="73370051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Algoritmalar</a:t>
            </a:r>
            <a:endParaRPr lang="tr-TR" dirty="0"/>
          </a:p>
        </p:txBody>
      </p:sp>
      <p:sp>
        <p:nvSpPr>
          <p:cNvPr id="3" name="Content Placeholder 2"/>
          <p:cNvSpPr>
            <a:spLocks noGrp="1"/>
          </p:cNvSpPr>
          <p:nvPr>
            <p:ph idx="1"/>
          </p:nvPr>
        </p:nvSpPr>
        <p:spPr>
          <a:xfrm>
            <a:off x="838200" y="1825625"/>
            <a:ext cx="5166815" cy="4351338"/>
          </a:xfrm>
        </p:spPr>
        <p:txBody>
          <a:bodyPr>
            <a:normAutofit fontScale="92500" lnSpcReduction="10000"/>
          </a:bodyPr>
          <a:lstStyle/>
          <a:p>
            <a:pPr marL="0" indent="0">
              <a:buNone/>
            </a:pPr>
            <a:r>
              <a:rPr lang="tr-TR" b="1" dirty="0" err="1" smtClean="0"/>
              <a:t>MakeSet</a:t>
            </a:r>
            <a:r>
              <a:rPr lang="en-US" dirty="0" smtClean="0"/>
              <a:t>(x</a:t>
            </a:r>
            <a:r>
              <a:rPr lang="en-US" dirty="0"/>
              <a:t>)</a:t>
            </a:r>
          </a:p>
          <a:p>
            <a:pPr marL="457200" lvl="1" indent="0">
              <a:buNone/>
            </a:pPr>
            <a:r>
              <a:rPr lang="en-US" dirty="0" smtClean="0"/>
              <a:t>p[x]</a:t>
            </a:r>
            <a:r>
              <a:rPr lang="tr-TR" dirty="0" smtClean="0"/>
              <a:t> = </a:t>
            </a:r>
            <a:r>
              <a:rPr lang="en-US" dirty="0" smtClean="0"/>
              <a:t>x</a:t>
            </a:r>
            <a:endParaRPr lang="en-US" dirty="0"/>
          </a:p>
          <a:p>
            <a:pPr marL="457200" lvl="1" indent="0">
              <a:buNone/>
            </a:pPr>
            <a:r>
              <a:rPr lang="en-US" dirty="0" smtClean="0"/>
              <a:t>rank[x]</a:t>
            </a:r>
            <a:r>
              <a:rPr lang="tr-TR" dirty="0" smtClean="0"/>
              <a:t> = </a:t>
            </a:r>
            <a:r>
              <a:rPr lang="en-US" dirty="0" smtClean="0"/>
              <a:t>0</a:t>
            </a:r>
            <a:endParaRPr lang="tr-TR" dirty="0" smtClean="0"/>
          </a:p>
          <a:p>
            <a:pPr marL="457200" lvl="1" indent="0">
              <a:buNone/>
            </a:pPr>
            <a:endParaRPr lang="tr-TR" dirty="0" smtClean="0"/>
          </a:p>
          <a:p>
            <a:pPr marL="0" indent="0">
              <a:buNone/>
            </a:pPr>
            <a:r>
              <a:rPr lang="tr-TR" b="1" dirty="0" smtClean="0"/>
              <a:t>Link</a:t>
            </a:r>
            <a:r>
              <a:rPr lang="en-US" dirty="0" smtClean="0"/>
              <a:t>(</a:t>
            </a:r>
            <a:r>
              <a:rPr lang="en-US" dirty="0" err="1" smtClean="0"/>
              <a:t>x,y</a:t>
            </a:r>
            <a:r>
              <a:rPr lang="en-US" dirty="0"/>
              <a:t>)</a:t>
            </a:r>
          </a:p>
          <a:p>
            <a:pPr marL="0" indent="0">
              <a:buNone/>
            </a:pPr>
            <a:r>
              <a:rPr lang="tr-TR" dirty="0" smtClean="0"/>
              <a:t>    </a:t>
            </a:r>
            <a:r>
              <a:rPr lang="en-US" dirty="0" smtClean="0"/>
              <a:t>if </a:t>
            </a:r>
            <a:r>
              <a:rPr lang="tr-TR" dirty="0" smtClean="0"/>
              <a:t>(</a:t>
            </a:r>
            <a:r>
              <a:rPr lang="en-US" dirty="0" smtClean="0"/>
              <a:t>rank[x]</a:t>
            </a:r>
            <a:r>
              <a:rPr lang="tr-TR" dirty="0" smtClean="0"/>
              <a:t> </a:t>
            </a:r>
            <a:r>
              <a:rPr lang="en-US" dirty="0" smtClean="0"/>
              <a:t>&gt;</a:t>
            </a:r>
            <a:r>
              <a:rPr lang="tr-TR" dirty="0" smtClean="0"/>
              <a:t> </a:t>
            </a:r>
            <a:r>
              <a:rPr lang="en-US" dirty="0" smtClean="0"/>
              <a:t>rank[y]</a:t>
            </a:r>
            <a:r>
              <a:rPr lang="tr-TR" dirty="0" smtClean="0"/>
              <a:t>)</a:t>
            </a:r>
            <a:endParaRPr lang="en-US" dirty="0"/>
          </a:p>
          <a:p>
            <a:pPr marL="0" indent="0">
              <a:buNone/>
            </a:pPr>
            <a:r>
              <a:rPr lang="tr-TR" dirty="0" smtClean="0"/>
              <a:t>        </a:t>
            </a:r>
            <a:r>
              <a:rPr lang="en-US" dirty="0" smtClean="0"/>
              <a:t>p[y</a:t>
            </a:r>
            <a:r>
              <a:rPr lang="en-US" dirty="0"/>
              <a:t>] </a:t>
            </a:r>
            <a:r>
              <a:rPr lang="tr-TR" dirty="0" smtClean="0"/>
              <a:t>= </a:t>
            </a:r>
            <a:r>
              <a:rPr lang="en-US" dirty="0" smtClean="0"/>
              <a:t>x</a:t>
            </a:r>
            <a:endParaRPr lang="en-US" dirty="0"/>
          </a:p>
          <a:p>
            <a:pPr marL="0" indent="0">
              <a:buNone/>
            </a:pPr>
            <a:r>
              <a:rPr lang="tr-TR" dirty="0" smtClean="0"/>
              <a:t>    </a:t>
            </a:r>
            <a:r>
              <a:rPr lang="en-US" dirty="0" smtClean="0"/>
              <a:t>else  </a:t>
            </a:r>
            <a:endParaRPr lang="tr-TR" dirty="0" smtClean="0"/>
          </a:p>
          <a:p>
            <a:pPr marL="0" indent="0">
              <a:buNone/>
            </a:pPr>
            <a:r>
              <a:rPr lang="tr-TR" dirty="0"/>
              <a:t> </a:t>
            </a:r>
            <a:r>
              <a:rPr lang="tr-TR" dirty="0" smtClean="0"/>
              <a:t>       </a:t>
            </a:r>
            <a:r>
              <a:rPr lang="en-US" dirty="0" smtClean="0"/>
              <a:t>p[x</a:t>
            </a:r>
            <a:r>
              <a:rPr lang="en-US" dirty="0"/>
              <a:t>] </a:t>
            </a:r>
            <a:r>
              <a:rPr lang="tr-TR" dirty="0" smtClean="0"/>
              <a:t>= </a:t>
            </a:r>
            <a:r>
              <a:rPr lang="en-US" dirty="0" smtClean="0"/>
              <a:t>y</a:t>
            </a:r>
            <a:endParaRPr lang="en-US" dirty="0"/>
          </a:p>
          <a:p>
            <a:pPr marL="0" indent="0">
              <a:buNone/>
            </a:pPr>
            <a:r>
              <a:rPr lang="en-US" dirty="0"/>
              <a:t>        if </a:t>
            </a:r>
            <a:r>
              <a:rPr lang="tr-TR" dirty="0" smtClean="0"/>
              <a:t>(</a:t>
            </a:r>
            <a:r>
              <a:rPr lang="en-US" dirty="0" smtClean="0"/>
              <a:t>rank[x]</a:t>
            </a:r>
            <a:r>
              <a:rPr lang="tr-TR" dirty="0" smtClean="0"/>
              <a:t> </a:t>
            </a:r>
            <a:r>
              <a:rPr lang="en-US" dirty="0" smtClean="0"/>
              <a:t>=</a:t>
            </a:r>
            <a:r>
              <a:rPr lang="tr-TR" dirty="0" smtClean="0"/>
              <a:t>= </a:t>
            </a:r>
            <a:r>
              <a:rPr lang="en-US" dirty="0" smtClean="0"/>
              <a:t>rank[y]</a:t>
            </a:r>
            <a:r>
              <a:rPr lang="tr-TR" dirty="0" smtClean="0"/>
              <a:t>)</a:t>
            </a:r>
            <a:endParaRPr lang="en-US" dirty="0"/>
          </a:p>
          <a:p>
            <a:pPr marL="0" indent="0">
              <a:buNone/>
            </a:pPr>
            <a:r>
              <a:rPr lang="en-US" dirty="0"/>
              <a:t>        </a:t>
            </a:r>
            <a:r>
              <a:rPr lang="tr-TR" dirty="0" smtClean="0"/>
              <a:t>    </a:t>
            </a:r>
            <a:r>
              <a:rPr lang="en-US" dirty="0" smtClean="0"/>
              <a:t>rank[y</a:t>
            </a:r>
            <a:r>
              <a:rPr lang="en-US" dirty="0"/>
              <a:t>]++</a:t>
            </a:r>
          </a:p>
          <a:p>
            <a:endParaRPr lang="en-US" dirty="0"/>
          </a:p>
          <a:p>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105</a:t>
            </a:fld>
            <a:endParaRPr lang="en-US" dirty="0"/>
          </a:p>
        </p:txBody>
      </p:sp>
      <p:sp>
        <p:nvSpPr>
          <p:cNvPr id="7" name="Content Placeholder 2"/>
          <p:cNvSpPr txBox="1">
            <a:spLocks/>
          </p:cNvSpPr>
          <p:nvPr/>
        </p:nvSpPr>
        <p:spPr>
          <a:xfrm>
            <a:off x="6186985" y="1841236"/>
            <a:ext cx="5166815" cy="4351338"/>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Wingdings" panose="05000000000000000000" pitchFamily="2" charset="2"/>
              <a:buChar char="§"/>
              <a:defRPr sz="2400" kern="1200" baseline="0">
                <a:solidFill>
                  <a:srgbClr val="002060"/>
                </a:solidFill>
                <a:latin typeface="Arial" panose="020B0604020202020204" pitchFamily="34" charset="0"/>
                <a:ea typeface="+mn-ea"/>
                <a:cs typeface="+mn-cs"/>
              </a:defRPr>
            </a:lvl1pPr>
            <a:lvl2pPr marL="685800" indent="-228600" algn="just" defTabSz="914400" rtl="0" eaLnBrk="1" latinLnBrk="0" hangingPunct="1">
              <a:lnSpc>
                <a:spcPct val="90000"/>
              </a:lnSpc>
              <a:spcBef>
                <a:spcPts val="500"/>
              </a:spcBef>
              <a:buFont typeface="Wingdings" panose="05000000000000000000" pitchFamily="2" charset="2"/>
              <a:buChar char="§"/>
              <a:defRPr sz="2400" kern="1200" baseline="0">
                <a:solidFill>
                  <a:srgbClr val="002060"/>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baseline="0">
                <a:solidFill>
                  <a:srgbClr val="0020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baseline="0">
                <a:solidFill>
                  <a:srgbClr val="0020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baseline="0">
                <a:solidFill>
                  <a:srgbClr val="0020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b="1" dirty="0" err="1" smtClean="0"/>
              <a:t>FindSet</a:t>
            </a:r>
            <a:r>
              <a:rPr lang="en-US" dirty="0" smtClean="0"/>
              <a:t>(x</a:t>
            </a:r>
            <a:r>
              <a:rPr lang="en-US" dirty="0"/>
              <a:t>)</a:t>
            </a:r>
          </a:p>
          <a:p>
            <a:pPr marL="0" indent="0">
              <a:buNone/>
            </a:pPr>
            <a:r>
              <a:rPr lang="tr-TR" dirty="0" smtClean="0"/>
              <a:t>    </a:t>
            </a:r>
            <a:r>
              <a:rPr lang="en-US" dirty="0" smtClean="0"/>
              <a:t>if </a:t>
            </a:r>
            <a:r>
              <a:rPr lang="tr-TR" dirty="0" smtClean="0"/>
              <a:t>(</a:t>
            </a:r>
            <a:r>
              <a:rPr lang="en-US" dirty="0" smtClean="0"/>
              <a:t>x</a:t>
            </a:r>
            <a:r>
              <a:rPr lang="tr-TR" dirty="0" smtClean="0"/>
              <a:t> ==</a:t>
            </a:r>
            <a:r>
              <a:rPr lang="en-US" dirty="0" smtClean="0"/>
              <a:t> </a:t>
            </a:r>
            <a:r>
              <a:rPr lang="en-US" dirty="0"/>
              <a:t>p[x</a:t>
            </a:r>
            <a:r>
              <a:rPr lang="en-US" dirty="0" smtClean="0"/>
              <a:t>]</a:t>
            </a:r>
            <a:r>
              <a:rPr lang="tr-TR" dirty="0" smtClean="0"/>
              <a:t>)</a:t>
            </a:r>
            <a:endParaRPr lang="en-US" dirty="0"/>
          </a:p>
          <a:p>
            <a:pPr marL="0" indent="0">
              <a:buNone/>
            </a:pPr>
            <a:r>
              <a:rPr lang="en-US" dirty="0"/>
              <a:t>   </a:t>
            </a:r>
            <a:r>
              <a:rPr lang="tr-TR" dirty="0" smtClean="0"/>
              <a:t>     </a:t>
            </a:r>
            <a:r>
              <a:rPr lang="en-US" dirty="0" smtClean="0"/>
              <a:t>p[x</a:t>
            </a:r>
            <a:r>
              <a:rPr lang="en-US" dirty="0"/>
              <a:t>] </a:t>
            </a:r>
            <a:r>
              <a:rPr lang="tr-TR" dirty="0" smtClean="0"/>
              <a:t>= </a:t>
            </a:r>
            <a:r>
              <a:rPr lang="tr-TR" dirty="0" err="1" smtClean="0"/>
              <a:t>FindSet</a:t>
            </a:r>
            <a:r>
              <a:rPr lang="en-US" dirty="0" smtClean="0"/>
              <a:t>(p[x</a:t>
            </a:r>
            <a:r>
              <a:rPr lang="en-US" dirty="0"/>
              <a:t>])</a:t>
            </a:r>
          </a:p>
          <a:p>
            <a:pPr marL="0" indent="0">
              <a:buNone/>
            </a:pPr>
            <a:r>
              <a:rPr lang="tr-TR" dirty="0" smtClean="0"/>
              <a:t>    </a:t>
            </a:r>
            <a:r>
              <a:rPr lang="en-US" dirty="0" smtClean="0"/>
              <a:t>return </a:t>
            </a:r>
            <a:r>
              <a:rPr lang="en-US" dirty="0"/>
              <a:t>p[x</a:t>
            </a:r>
            <a:r>
              <a:rPr lang="en-US" dirty="0" smtClean="0"/>
              <a:t>]</a:t>
            </a:r>
            <a:endParaRPr lang="tr-TR" dirty="0" smtClean="0"/>
          </a:p>
          <a:p>
            <a:pPr marL="0" indent="0">
              <a:buNone/>
            </a:pPr>
            <a:endParaRPr lang="tr-TR" dirty="0"/>
          </a:p>
          <a:p>
            <a:pPr marL="0" indent="0">
              <a:buNone/>
            </a:pPr>
            <a:r>
              <a:rPr lang="tr-TR" b="1" dirty="0" err="1" smtClean="0"/>
              <a:t>Union</a:t>
            </a:r>
            <a:r>
              <a:rPr lang="en-US" dirty="0" smtClean="0"/>
              <a:t>(</a:t>
            </a:r>
            <a:r>
              <a:rPr lang="en-US" dirty="0" err="1" smtClean="0"/>
              <a:t>x,y</a:t>
            </a:r>
            <a:r>
              <a:rPr lang="en-US" dirty="0"/>
              <a:t>)</a:t>
            </a:r>
          </a:p>
          <a:p>
            <a:pPr marL="0" indent="0">
              <a:buNone/>
            </a:pPr>
            <a:r>
              <a:rPr lang="tr-TR" dirty="0" smtClean="0"/>
              <a:t>    Link</a:t>
            </a:r>
            <a:r>
              <a:rPr lang="en-US" dirty="0" smtClean="0"/>
              <a:t>(</a:t>
            </a:r>
            <a:r>
              <a:rPr lang="tr-TR" dirty="0" err="1" smtClean="0"/>
              <a:t>FindSet</a:t>
            </a:r>
            <a:r>
              <a:rPr lang="en-US" dirty="0" smtClean="0"/>
              <a:t>(x),</a:t>
            </a:r>
            <a:r>
              <a:rPr lang="tr-TR" dirty="0"/>
              <a:t> </a:t>
            </a:r>
            <a:r>
              <a:rPr lang="tr-TR" dirty="0" err="1"/>
              <a:t>FindSet</a:t>
            </a:r>
            <a:r>
              <a:rPr lang="en-US" dirty="0" smtClean="0"/>
              <a:t>(y</a:t>
            </a:r>
            <a:r>
              <a:rPr lang="en-US" dirty="0"/>
              <a:t>))</a:t>
            </a:r>
          </a:p>
          <a:p>
            <a:pPr marL="0" indent="0">
              <a:buNone/>
            </a:pPr>
            <a:endParaRPr lang="en-US" dirty="0"/>
          </a:p>
          <a:p>
            <a:pPr marL="0" indent="0">
              <a:buFont typeface="Wingdings" panose="05000000000000000000" pitchFamily="2" charset="2"/>
              <a:buNone/>
            </a:pPr>
            <a:endParaRPr lang="en-US" dirty="0" smtClean="0"/>
          </a:p>
          <a:p>
            <a:endParaRPr lang="tr-TR" dirty="0"/>
          </a:p>
        </p:txBody>
      </p:sp>
    </p:spTree>
    <p:extLst>
      <p:ext uri="{BB962C8B-B14F-4D97-AF65-F5344CB8AC3E}">
        <p14:creationId xmlns:p14="http://schemas.microsoft.com/office/powerpoint/2010/main" val="2249973277"/>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tr-TR" dirty="0"/>
              <a:t>Küme Yapısının Ağaç Temsili</a:t>
            </a:r>
            <a:endParaRPr lang="en-US" dirty="0" smtClean="0"/>
          </a:p>
        </p:txBody>
      </p:sp>
      <p:sp>
        <p:nvSpPr>
          <p:cNvPr id="2" name="Content Placeholder 1"/>
          <p:cNvSpPr>
            <a:spLocks noGrp="1"/>
          </p:cNvSpPr>
          <p:nvPr>
            <p:ph idx="1"/>
          </p:nvPr>
        </p:nvSpPr>
        <p:spPr/>
        <p:txBody>
          <a:bodyPr/>
          <a:lstStyle/>
          <a:p>
            <a:endParaRPr lang="tr-TR"/>
          </a:p>
        </p:txBody>
      </p:sp>
      <p:sp>
        <p:nvSpPr>
          <p:cNvPr id="4" name="Oval 3"/>
          <p:cNvSpPr/>
          <p:nvPr/>
        </p:nvSpPr>
        <p:spPr>
          <a:xfrm>
            <a:off x="3352800" y="2209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1</a:t>
            </a:r>
          </a:p>
        </p:txBody>
      </p:sp>
      <p:sp>
        <p:nvSpPr>
          <p:cNvPr id="5" name="Oval 4"/>
          <p:cNvSpPr/>
          <p:nvPr/>
        </p:nvSpPr>
        <p:spPr>
          <a:xfrm>
            <a:off x="2438400" y="32766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4</a:t>
            </a:r>
          </a:p>
        </p:txBody>
      </p:sp>
      <p:sp>
        <p:nvSpPr>
          <p:cNvPr id="6" name="Oval 5"/>
          <p:cNvSpPr/>
          <p:nvPr/>
        </p:nvSpPr>
        <p:spPr>
          <a:xfrm>
            <a:off x="4114800" y="3352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7</a:t>
            </a:r>
          </a:p>
        </p:txBody>
      </p:sp>
      <p:cxnSp>
        <p:nvCxnSpPr>
          <p:cNvPr id="8" name="Straight Arrow Connector 7"/>
          <p:cNvCxnSpPr>
            <a:endCxn id="4" idx="5"/>
          </p:cNvCxnSpPr>
          <p:nvPr/>
        </p:nvCxnSpPr>
        <p:spPr>
          <a:xfrm flipH="1" flipV="1">
            <a:off x="3873500" y="2730500"/>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0"/>
            <a:endCxn id="4" idx="3"/>
          </p:cNvCxnSpPr>
          <p:nvPr/>
        </p:nvCxnSpPr>
        <p:spPr>
          <a:xfrm flipV="1">
            <a:off x="2743200" y="2730500"/>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Arc 11"/>
          <p:cNvSpPr/>
          <p:nvPr/>
        </p:nvSpPr>
        <p:spPr>
          <a:xfrm flipH="1">
            <a:off x="3521075" y="1816100"/>
            <a:ext cx="528638"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3" name="Oval 12"/>
          <p:cNvSpPr/>
          <p:nvPr/>
        </p:nvSpPr>
        <p:spPr>
          <a:xfrm>
            <a:off x="6705600" y="23780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2</a:t>
            </a:r>
          </a:p>
        </p:txBody>
      </p:sp>
      <p:sp>
        <p:nvSpPr>
          <p:cNvPr id="14" name="Oval 13"/>
          <p:cNvSpPr/>
          <p:nvPr/>
        </p:nvSpPr>
        <p:spPr>
          <a:xfrm>
            <a:off x="5791200" y="34448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3</a:t>
            </a:r>
          </a:p>
        </p:txBody>
      </p:sp>
      <p:sp>
        <p:nvSpPr>
          <p:cNvPr id="15" name="Oval 14"/>
          <p:cNvSpPr/>
          <p:nvPr/>
        </p:nvSpPr>
        <p:spPr>
          <a:xfrm>
            <a:off x="7467600" y="35210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6</a:t>
            </a:r>
          </a:p>
        </p:txBody>
      </p:sp>
      <p:cxnSp>
        <p:nvCxnSpPr>
          <p:cNvPr id="16" name="Straight Arrow Connector 15"/>
          <p:cNvCxnSpPr>
            <a:endCxn id="13" idx="5"/>
          </p:cNvCxnSpPr>
          <p:nvPr/>
        </p:nvCxnSpPr>
        <p:spPr>
          <a:xfrm flipH="1" flipV="1">
            <a:off x="7226300" y="2898775"/>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0"/>
            <a:endCxn id="13" idx="3"/>
          </p:cNvCxnSpPr>
          <p:nvPr/>
        </p:nvCxnSpPr>
        <p:spPr>
          <a:xfrm flipV="1">
            <a:off x="6096000" y="2898775"/>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flipH="1">
            <a:off x="6873875" y="1984375"/>
            <a:ext cx="528638"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9" name="Oval 18"/>
          <p:cNvSpPr/>
          <p:nvPr/>
        </p:nvSpPr>
        <p:spPr>
          <a:xfrm>
            <a:off x="6889750" y="4495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9</a:t>
            </a:r>
          </a:p>
        </p:txBody>
      </p:sp>
      <p:cxnSp>
        <p:nvCxnSpPr>
          <p:cNvPr id="20" name="Straight Arrow Connector 19"/>
          <p:cNvCxnSpPr>
            <a:stCxn id="19" idx="0"/>
            <a:endCxn id="15" idx="3"/>
          </p:cNvCxnSpPr>
          <p:nvPr/>
        </p:nvCxnSpPr>
        <p:spPr>
          <a:xfrm flipV="1">
            <a:off x="7194550" y="4041776"/>
            <a:ext cx="361950" cy="4540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554610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smtClean="0"/>
              <a:t>Find</a:t>
            </a:r>
            <a:r>
              <a:rPr lang="tr-TR" dirty="0" smtClean="0"/>
              <a:t> İşlemi</a:t>
            </a:r>
            <a:endParaRPr lang="en-US" dirty="0" smtClean="0"/>
          </a:p>
        </p:txBody>
      </p:sp>
      <p:sp>
        <p:nvSpPr>
          <p:cNvPr id="2" name="Content Placeholder 1"/>
          <p:cNvSpPr>
            <a:spLocks noGrp="1"/>
          </p:cNvSpPr>
          <p:nvPr>
            <p:ph idx="1"/>
          </p:nvPr>
        </p:nvSpPr>
        <p:spPr/>
        <p:txBody>
          <a:bodyPr/>
          <a:lstStyle/>
          <a:p>
            <a:endParaRPr lang="tr-TR"/>
          </a:p>
        </p:txBody>
      </p:sp>
      <p:sp>
        <p:nvSpPr>
          <p:cNvPr id="4" name="Oval 3"/>
          <p:cNvSpPr/>
          <p:nvPr/>
        </p:nvSpPr>
        <p:spPr>
          <a:xfrm>
            <a:off x="3352800" y="2209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1</a:t>
            </a:r>
          </a:p>
        </p:txBody>
      </p:sp>
      <p:sp>
        <p:nvSpPr>
          <p:cNvPr id="5" name="Oval 4"/>
          <p:cNvSpPr/>
          <p:nvPr/>
        </p:nvSpPr>
        <p:spPr>
          <a:xfrm>
            <a:off x="2438400" y="32766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4</a:t>
            </a:r>
          </a:p>
        </p:txBody>
      </p:sp>
      <p:sp>
        <p:nvSpPr>
          <p:cNvPr id="6" name="Oval 5"/>
          <p:cNvSpPr/>
          <p:nvPr/>
        </p:nvSpPr>
        <p:spPr>
          <a:xfrm>
            <a:off x="4114800" y="3352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7</a:t>
            </a:r>
          </a:p>
        </p:txBody>
      </p:sp>
      <p:cxnSp>
        <p:nvCxnSpPr>
          <p:cNvPr id="8" name="Straight Arrow Connector 7"/>
          <p:cNvCxnSpPr>
            <a:endCxn id="4" idx="5"/>
          </p:cNvCxnSpPr>
          <p:nvPr/>
        </p:nvCxnSpPr>
        <p:spPr>
          <a:xfrm flipH="1" flipV="1">
            <a:off x="3873500" y="2730500"/>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0"/>
            <a:endCxn id="4" idx="3"/>
          </p:cNvCxnSpPr>
          <p:nvPr/>
        </p:nvCxnSpPr>
        <p:spPr>
          <a:xfrm flipV="1">
            <a:off x="2743200" y="2730500"/>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Arc 11"/>
          <p:cNvSpPr/>
          <p:nvPr/>
        </p:nvSpPr>
        <p:spPr>
          <a:xfrm flipH="1">
            <a:off x="3521075" y="1816100"/>
            <a:ext cx="528638"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3" name="Oval 12"/>
          <p:cNvSpPr/>
          <p:nvPr/>
        </p:nvSpPr>
        <p:spPr>
          <a:xfrm>
            <a:off x="6705600" y="23780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2</a:t>
            </a:r>
          </a:p>
        </p:txBody>
      </p:sp>
      <p:sp>
        <p:nvSpPr>
          <p:cNvPr id="14" name="Oval 13"/>
          <p:cNvSpPr/>
          <p:nvPr/>
        </p:nvSpPr>
        <p:spPr>
          <a:xfrm>
            <a:off x="5791200" y="34448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3</a:t>
            </a:r>
          </a:p>
        </p:txBody>
      </p:sp>
      <p:sp>
        <p:nvSpPr>
          <p:cNvPr id="15" name="Oval 14"/>
          <p:cNvSpPr/>
          <p:nvPr/>
        </p:nvSpPr>
        <p:spPr>
          <a:xfrm>
            <a:off x="7467600" y="35210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6</a:t>
            </a:r>
          </a:p>
        </p:txBody>
      </p:sp>
      <p:cxnSp>
        <p:nvCxnSpPr>
          <p:cNvPr id="16" name="Straight Arrow Connector 15"/>
          <p:cNvCxnSpPr>
            <a:endCxn id="13" idx="5"/>
          </p:cNvCxnSpPr>
          <p:nvPr/>
        </p:nvCxnSpPr>
        <p:spPr>
          <a:xfrm flipH="1" flipV="1">
            <a:off x="7226300" y="2898775"/>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0"/>
            <a:endCxn id="13" idx="3"/>
          </p:cNvCxnSpPr>
          <p:nvPr/>
        </p:nvCxnSpPr>
        <p:spPr>
          <a:xfrm flipV="1">
            <a:off x="6096000" y="2898775"/>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flipH="1">
            <a:off x="6873875" y="1984375"/>
            <a:ext cx="528638"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9" name="Oval 18"/>
          <p:cNvSpPr/>
          <p:nvPr/>
        </p:nvSpPr>
        <p:spPr>
          <a:xfrm>
            <a:off x="6889750" y="4495800"/>
            <a:ext cx="609600" cy="6096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9</a:t>
            </a:r>
          </a:p>
        </p:txBody>
      </p:sp>
      <p:cxnSp>
        <p:nvCxnSpPr>
          <p:cNvPr id="20" name="Straight Arrow Connector 19"/>
          <p:cNvCxnSpPr>
            <a:stCxn id="19" idx="0"/>
            <a:endCxn id="15" idx="3"/>
          </p:cNvCxnSpPr>
          <p:nvPr/>
        </p:nvCxnSpPr>
        <p:spPr>
          <a:xfrm flipV="1">
            <a:off x="7194550" y="4041776"/>
            <a:ext cx="361950" cy="4540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095475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dirty="0" smtClean="0"/>
              <a:t>Find</a:t>
            </a:r>
            <a:r>
              <a:rPr lang="tr-TR" dirty="0" smtClean="0"/>
              <a:t> </a:t>
            </a:r>
            <a:r>
              <a:rPr lang="tr-TR" dirty="0"/>
              <a:t>İşlemi</a:t>
            </a:r>
            <a:endParaRPr lang="en-US" dirty="0" smtClean="0"/>
          </a:p>
        </p:txBody>
      </p:sp>
      <p:sp>
        <p:nvSpPr>
          <p:cNvPr id="2" name="Content Placeholder 1"/>
          <p:cNvSpPr>
            <a:spLocks noGrp="1"/>
          </p:cNvSpPr>
          <p:nvPr>
            <p:ph idx="1"/>
          </p:nvPr>
        </p:nvSpPr>
        <p:spPr/>
        <p:txBody>
          <a:bodyPr/>
          <a:lstStyle/>
          <a:p>
            <a:endParaRPr lang="tr-TR"/>
          </a:p>
        </p:txBody>
      </p:sp>
      <p:sp>
        <p:nvSpPr>
          <p:cNvPr id="4" name="Oval 3"/>
          <p:cNvSpPr/>
          <p:nvPr/>
        </p:nvSpPr>
        <p:spPr>
          <a:xfrm>
            <a:off x="3352800" y="2209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1</a:t>
            </a:r>
          </a:p>
        </p:txBody>
      </p:sp>
      <p:sp>
        <p:nvSpPr>
          <p:cNvPr id="5" name="Oval 4"/>
          <p:cNvSpPr/>
          <p:nvPr/>
        </p:nvSpPr>
        <p:spPr>
          <a:xfrm>
            <a:off x="2438400" y="32766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4</a:t>
            </a:r>
          </a:p>
        </p:txBody>
      </p:sp>
      <p:sp>
        <p:nvSpPr>
          <p:cNvPr id="6" name="Oval 5"/>
          <p:cNvSpPr/>
          <p:nvPr/>
        </p:nvSpPr>
        <p:spPr>
          <a:xfrm>
            <a:off x="4114800" y="3352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7</a:t>
            </a:r>
          </a:p>
        </p:txBody>
      </p:sp>
      <p:cxnSp>
        <p:nvCxnSpPr>
          <p:cNvPr id="8" name="Straight Arrow Connector 7"/>
          <p:cNvCxnSpPr>
            <a:endCxn id="4" idx="5"/>
          </p:cNvCxnSpPr>
          <p:nvPr/>
        </p:nvCxnSpPr>
        <p:spPr>
          <a:xfrm flipH="1" flipV="1">
            <a:off x="3873500" y="2730500"/>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0"/>
            <a:endCxn id="4" idx="3"/>
          </p:cNvCxnSpPr>
          <p:nvPr/>
        </p:nvCxnSpPr>
        <p:spPr>
          <a:xfrm flipV="1">
            <a:off x="2743200" y="2730500"/>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Arc 11"/>
          <p:cNvSpPr/>
          <p:nvPr/>
        </p:nvSpPr>
        <p:spPr>
          <a:xfrm flipH="1">
            <a:off x="3521075" y="1816100"/>
            <a:ext cx="528638"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3" name="Oval 12"/>
          <p:cNvSpPr/>
          <p:nvPr/>
        </p:nvSpPr>
        <p:spPr>
          <a:xfrm>
            <a:off x="6705600" y="23780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2</a:t>
            </a:r>
          </a:p>
        </p:txBody>
      </p:sp>
      <p:sp>
        <p:nvSpPr>
          <p:cNvPr id="14" name="Oval 13"/>
          <p:cNvSpPr/>
          <p:nvPr/>
        </p:nvSpPr>
        <p:spPr>
          <a:xfrm>
            <a:off x="5791200" y="34448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3</a:t>
            </a:r>
          </a:p>
        </p:txBody>
      </p:sp>
      <p:sp>
        <p:nvSpPr>
          <p:cNvPr id="15" name="Oval 14"/>
          <p:cNvSpPr/>
          <p:nvPr/>
        </p:nvSpPr>
        <p:spPr>
          <a:xfrm>
            <a:off x="7467600" y="35210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6</a:t>
            </a:r>
          </a:p>
        </p:txBody>
      </p:sp>
      <p:cxnSp>
        <p:nvCxnSpPr>
          <p:cNvPr id="16" name="Straight Arrow Connector 15"/>
          <p:cNvCxnSpPr>
            <a:endCxn id="13" idx="5"/>
          </p:cNvCxnSpPr>
          <p:nvPr/>
        </p:nvCxnSpPr>
        <p:spPr>
          <a:xfrm flipH="1" flipV="1">
            <a:off x="7226300" y="2898775"/>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0"/>
            <a:endCxn id="13" idx="3"/>
          </p:cNvCxnSpPr>
          <p:nvPr/>
        </p:nvCxnSpPr>
        <p:spPr>
          <a:xfrm flipV="1">
            <a:off x="6096000" y="2898775"/>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flipH="1">
            <a:off x="6873875" y="1984375"/>
            <a:ext cx="528638"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9" name="Oval 18"/>
          <p:cNvSpPr/>
          <p:nvPr/>
        </p:nvSpPr>
        <p:spPr>
          <a:xfrm>
            <a:off x="6889750" y="4495800"/>
            <a:ext cx="609600" cy="60960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9</a:t>
            </a:r>
          </a:p>
        </p:txBody>
      </p:sp>
      <p:cxnSp>
        <p:nvCxnSpPr>
          <p:cNvPr id="20" name="Straight Arrow Connector 19"/>
          <p:cNvCxnSpPr>
            <a:stCxn id="19" idx="0"/>
            <a:endCxn id="15" idx="3"/>
          </p:cNvCxnSpPr>
          <p:nvPr/>
        </p:nvCxnSpPr>
        <p:spPr>
          <a:xfrm flipV="1">
            <a:off x="7194550" y="4041776"/>
            <a:ext cx="361950" cy="4540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575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dirty="0" smtClean="0"/>
              <a:t>Find</a:t>
            </a:r>
            <a:r>
              <a:rPr lang="tr-TR" dirty="0" smtClean="0"/>
              <a:t> </a:t>
            </a:r>
            <a:r>
              <a:rPr lang="tr-TR" dirty="0"/>
              <a:t>İşlemi</a:t>
            </a:r>
            <a:endParaRPr lang="en-US" dirty="0" smtClean="0"/>
          </a:p>
        </p:txBody>
      </p:sp>
      <p:sp>
        <p:nvSpPr>
          <p:cNvPr id="2" name="Content Placeholder 1"/>
          <p:cNvSpPr>
            <a:spLocks noGrp="1"/>
          </p:cNvSpPr>
          <p:nvPr>
            <p:ph idx="1"/>
          </p:nvPr>
        </p:nvSpPr>
        <p:spPr/>
        <p:txBody>
          <a:bodyPr/>
          <a:lstStyle/>
          <a:p>
            <a:endParaRPr lang="tr-TR"/>
          </a:p>
        </p:txBody>
      </p:sp>
      <p:sp>
        <p:nvSpPr>
          <p:cNvPr id="4" name="Oval 3"/>
          <p:cNvSpPr/>
          <p:nvPr/>
        </p:nvSpPr>
        <p:spPr>
          <a:xfrm>
            <a:off x="3352800" y="2209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1</a:t>
            </a:r>
          </a:p>
        </p:txBody>
      </p:sp>
      <p:sp>
        <p:nvSpPr>
          <p:cNvPr id="5" name="Oval 4"/>
          <p:cNvSpPr/>
          <p:nvPr/>
        </p:nvSpPr>
        <p:spPr>
          <a:xfrm>
            <a:off x="2438400" y="32766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4</a:t>
            </a:r>
          </a:p>
        </p:txBody>
      </p:sp>
      <p:sp>
        <p:nvSpPr>
          <p:cNvPr id="6" name="Oval 5"/>
          <p:cNvSpPr/>
          <p:nvPr/>
        </p:nvSpPr>
        <p:spPr>
          <a:xfrm>
            <a:off x="4114800" y="3352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7</a:t>
            </a:r>
          </a:p>
        </p:txBody>
      </p:sp>
      <p:cxnSp>
        <p:nvCxnSpPr>
          <p:cNvPr id="8" name="Straight Arrow Connector 7"/>
          <p:cNvCxnSpPr>
            <a:endCxn id="4" idx="5"/>
          </p:cNvCxnSpPr>
          <p:nvPr/>
        </p:nvCxnSpPr>
        <p:spPr>
          <a:xfrm flipH="1" flipV="1">
            <a:off x="3873500" y="2730500"/>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0"/>
            <a:endCxn id="4" idx="3"/>
          </p:cNvCxnSpPr>
          <p:nvPr/>
        </p:nvCxnSpPr>
        <p:spPr>
          <a:xfrm flipV="1">
            <a:off x="2743200" y="2730500"/>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Arc 11"/>
          <p:cNvSpPr/>
          <p:nvPr/>
        </p:nvSpPr>
        <p:spPr>
          <a:xfrm flipH="1">
            <a:off x="3521075" y="1816100"/>
            <a:ext cx="528638"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3" name="Oval 12"/>
          <p:cNvSpPr/>
          <p:nvPr/>
        </p:nvSpPr>
        <p:spPr>
          <a:xfrm>
            <a:off x="6705600" y="23780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2</a:t>
            </a:r>
          </a:p>
        </p:txBody>
      </p:sp>
      <p:sp>
        <p:nvSpPr>
          <p:cNvPr id="14" name="Oval 13"/>
          <p:cNvSpPr/>
          <p:nvPr/>
        </p:nvSpPr>
        <p:spPr>
          <a:xfrm>
            <a:off x="5791200" y="34448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3</a:t>
            </a:r>
          </a:p>
        </p:txBody>
      </p:sp>
      <p:sp>
        <p:nvSpPr>
          <p:cNvPr id="15" name="Oval 14"/>
          <p:cNvSpPr/>
          <p:nvPr/>
        </p:nvSpPr>
        <p:spPr>
          <a:xfrm>
            <a:off x="7467600" y="3521075"/>
            <a:ext cx="609600" cy="60960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6</a:t>
            </a:r>
          </a:p>
        </p:txBody>
      </p:sp>
      <p:cxnSp>
        <p:nvCxnSpPr>
          <p:cNvPr id="16" name="Straight Arrow Connector 15"/>
          <p:cNvCxnSpPr>
            <a:endCxn id="13" idx="5"/>
          </p:cNvCxnSpPr>
          <p:nvPr/>
        </p:nvCxnSpPr>
        <p:spPr>
          <a:xfrm flipH="1" flipV="1">
            <a:off x="7226300" y="2898775"/>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0"/>
            <a:endCxn id="13" idx="3"/>
          </p:cNvCxnSpPr>
          <p:nvPr/>
        </p:nvCxnSpPr>
        <p:spPr>
          <a:xfrm flipV="1">
            <a:off x="6096000" y="2898775"/>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flipH="1">
            <a:off x="6873875" y="1984375"/>
            <a:ext cx="528638"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9" name="Oval 18"/>
          <p:cNvSpPr/>
          <p:nvPr/>
        </p:nvSpPr>
        <p:spPr>
          <a:xfrm>
            <a:off x="6889750" y="4495800"/>
            <a:ext cx="609600" cy="6096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9</a:t>
            </a:r>
          </a:p>
        </p:txBody>
      </p:sp>
      <p:cxnSp>
        <p:nvCxnSpPr>
          <p:cNvPr id="20" name="Straight Arrow Connector 19"/>
          <p:cNvCxnSpPr>
            <a:stCxn id="19" idx="0"/>
            <a:endCxn id="15" idx="3"/>
          </p:cNvCxnSpPr>
          <p:nvPr/>
        </p:nvCxnSpPr>
        <p:spPr>
          <a:xfrm flipV="1">
            <a:off x="7194550" y="4041776"/>
            <a:ext cx="361950" cy="4540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567153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dirty="0" smtClean="0"/>
              <a:t>Find</a:t>
            </a:r>
            <a:r>
              <a:rPr lang="tr-TR" dirty="0" smtClean="0"/>
              <a:t> </a:t>
            </a:r>
            <a:r>
              <a:rPr lang="tr-TR" dirty="0"/>
              <a:t>İşlemi</a:t>
            </a:r>
            <a:endParaRPr lang="en-US" dirty="0" smtClean="0"/>
          </a:p>
        </p:txBody>
      </p:sp>
      <p:sp>
        <p:nvSpPr>
          <p:cNvPr id="2" name="Content Placeholder 1"/>
          <p:cNvSpPr>
            <a:spLocks noGrp="1"/>
          </p:cNvSpPr>
          <p:nvPr>
            <p:ph idx="1"/>
          </p:nvPr>
        </p:nvSpPr>
        <p:spPr/>
        <p:txBody>
          <a:bodyPr/>
          <a:lstStyle/>
          <a:p>
            <a:endParaRPr lang="tr-TR"/>
          </a:p>
        </p:txBody>
      </p:sp>
      <p:sp>
        <p:nvSpPr>
          <p:cNvPr id="4" name="Oval 3"/>
          <p:cNvSpPr/>
          <p:nvPr/>
        </p:nvSpPr>
        <p:spPr>
          <a:xfrm>
            <a:off x="3352800" y="2209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1</a:t>
            </a:r>
          </a:p>
        </p:txBody>
      </p:sp>
      <p:sp>
        <p:nvSpPr>
          <p:cNvPr id="5" name="Oval 4"/>
          <p:cNvSpPr/>
          <p:nvPr/>
        </p:nvSpPr>
        <p:spPr>
          <a:xfrm>
            <a:off x="2438400" y="32766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4</a:t>
            </a:r>
          </a:p>
        </p:txBody>
      </p:sp>
      <p:sp>
        <p:nvSpPr>
          <p:cNvPr id="6" name="Oval 5"/>
          <p:cNvSpPr/>
          <p:nvPr/>
        </p:nvSpPr>
        <p:spPr>
          <a:xfrm>
            <a:off x="4114800" y="3352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7</a:t>
            </a:r>
          </a:p>
        </p:txBody>
      </p:sp>
      <p:cxnSp>
        <p:nvCxnSpPr>
          <p:cNvPr id="8" name="Straight Arrow Connector 7"/>
          <p:cNvCxnSpPr>
            <a:endCxn id="4" idx="5"/>
          </p:cNvCxnSpPr>
          <p:nvPr/>
        </p:nvCxnSpPr>
        <p:spPr>
          <a:xfrm flipH="1" flipV="1">
            <a:off x="3873500" y="2730500"/>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0"/>
            <a:endCxn id="4" idx="3"/>
          </p:cNvCxnSpPr>
          <p:nvPr/>
        </p:nvCxnSpPr>
        <p:spPr>
          <a:xfrm flipV="1">
            <a:off x="2743200" y="2730500"/>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Arc 11"/>
          <p:cNvSpPr/>
          <p:nvPr/>
        </p:nvSpPr>
        <p:spPr>
          <a:xfrm flipH="1">
            <a:off x="3521075" y="1816100"/>
            <a:ext cx="528638"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3" name="Oval 12"/>
          <p:cNvSpPr/>
          <p:nvPr/>
        </p:nvSpPr>
        <p:spPr>
          <a:xfrm>
            <a:off x="6705600" y="2378075"/>
            <a:ext cx="609600" cy="60960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2</a:t>
            </a:r>
          </a:p>
        </p:txBody>
      </p:sp>
      <p:sp>
        <p:nvSpPr>
          <p:cNvPr id="14" name="Oval 13"/>
          <p:cNvSpPr/>
          <p:nvPr/>
        </p:nvSpPr>
        <p:spPr>
          <a:xfrm>
            <a:off x="5791200" y="34448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3</a:t>
            </a:r>
          </a:p>
        </p:txBody>
      </p:sp>
      <p:sp>
        <p:nvSpPr>
          <p:cNvPr id="15" name="Oval 14"/>
          <p:cNvSpPr/>
          <p:nvPr/>
        </p:nvSpPr>
        <p:spPr>
          <a:xfrm>
            <a:off x="7467600" y="35210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6</a:t>
            </a:r>
          </a:p>
        </p:txBody>
      </p:sp>
      <p:cxnSp>
        <p:nvCxnSpPr>
          <p:cNvPr id="16" name="Straight Arrow Connector 15"/>
          <p:cNvCxnSpPr>
            <a:endCxn id="13" idx="5"/>
          </p:cNvCxnSpPr>
          <p:nvPr/>
        </p:nvCxnSpPr>
        <p:spPr>
          <a:xfrm flipH="1" flipV="1">
            <a:off x="7226300" y="2898775"/>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0"/>
            <a:endCxn id="13" idx="3"/>
          </p:cNvCxnSpPr>
          <p:nvPr/>
        </p:nvCxnSpPr>
        <p:spPr>
          <a:xfrm flipV="1">
            <a:off x="6096000" y="2898775"/>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flipH="1">
            <a:off x="6873875" y="1984375"/>
            <a:ext cx="528638"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9" name="Oval 18"/>
          <p:cNvSpPr/>
          <p:nvPr/>
        </p:nvSpPr>
        <p:spPr>
          <a:xfrm>
            <a:off x="6889750" y="4495800"/>
            <a:ext cx="609600" cy="6096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9</a:t>
            </a:r>
          </a:p>
        </p:txBody>
      </p:sp>
      <p:cxnSp>
        <p:nvCxnSpPr>
          <p:cNvPr id="20" name="Straight Arrow Connector 19"/>
          <p:cNvCxnSpPr>
            <a:stCxn id="19" idx="0"/>
            <a:endCxn id="15" idx="3"/>
          </p:cNvCxnSpPr>
          <p:nvPr/>
        </p:nvCxnSpPr>
        <p:spPr>
          <a:xfrm flipV="1">
            <a:off x="7194550" y="4041776"/>
            <a:ext cx="361950" cy="4540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797878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dirty="0" smtClean="0"/>
              <a:t>Union</a:t>
            </a:r>
            <a:r>
              <a:rPr lang="tr-TR" dirty="0" smtClean="0"/>
              <a:t> </a:t>
            </a:r>
            <a:r>
              <a:rPr lang="tr-TR" dirty="0"/>
              <a:t>İşlemi</a:t>
            </a:r>
            <a:endParaRPr lang="en-US" dirty="0" smtClean="0"/>
          </a:p>
        </p:txBody>
      </p:sp>
      <p:sp>
        <p:nvSpPr>
          <p:cNvPr id="2" name="Content Placeholder 1"/>
          <p:cNvSpPr>
            <a:spLocks noGrp="1"/>
          </p:cNvSpPr>
          <p:nvPr>
            <p:ph idx="1"/>
          </p:nvPr>
        </p:nvSpPr>
        <p:spPr/>
        <p:txBody>
          <a:bodyPr/>
          <a:lstStyle/>
          <a:p>
            <a:endParaRPr lang="tr-TR"/>
          </a:p>
        </p:txBody>
      </p:sp>
      <p:sp>
        <p:nvSpPr>
          <p:cNvPr id="4" name="Oval 3"/>
          <p:cNvSpPr/>
          <p:nvPr/>
        </p:nvSpPr>
        <p:spPr>
          <a:xfrm>
            <a:off x="3352800" y="2209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1</a:t>
            </a:r>
          </a:p>
        </p:txBody>
      </p:sp>
      <p:sp>
        <p:nvSpPr>
          <p:cNvPr id="5" name="Oval 4"/>
          <p:cNvSpPr/>
          <p:nvPr/>
        </p:nvSpPr>
        <p:spPr>
          <a:xfrm>
            <a:off x="2438400" y="32766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4</a:t>
            </a:r>
          </a:p>
        </p:txBody>
      </p:sp>
      <p:sp>
        <p:nvSpPr>
          <p:cNvPr id="6" name="Oval 5"/>
          <p:cNvSpPr/>
          <p:nvPr/>
        </p:nvSpPr>
        <p:spPr>
          <a:xfrm>
            <a:off x="4114800" y="3352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7</a:t>
            </a:r>
          </a:p>
        </p:txBody>
      </p:sp>
      <p:cxnSp>
        <p:nvCxnSpPr>
          <p:cNvPr id="8" name="Straight Arrow Connector 7"/>
          <p:cNvCxnSpPr>
            <a:endCxn id="4" idx="5"/>
          </p:cNvCxnSpPr>
          <p:nvPr/>
        </p:nvCxnSpPr>
        <p:spPr>
          <a:xfrm flipH="1" flipV="1">
            <a:off x="3873500" y="2730500"/>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0"/>
            <a:endCxn id="4" idx="3"/>
          </p:cNvCxnSpPr>
          <p:nvPr/>
        </p:nvCxnSpPr>
        <p:spPr>
          <a:xfrm flipV="1">
            <a:off x="2743200" y="2730500"/>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Arc 11"/>
          <p:cNvSpPr/>
          <p:nvPr/>
        </p:nvSpPr>
        <p:spPr>
          <a:xfrm flipH="1">
            <a:off x="3521075" y="1816100"/>
            <a:ext cx="528638"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3" name="Oval 12"/>
          <p:cNvSpPr/>
          <p:nvPr/>
        </p:nvSpPr>
        <p:spPr>
          <a:xfrm>
            <a:off x="6705600" y="23780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2</a:t>
            </a:r>
          </a:p>
        </p:txBody>
      </p:sp>
      <p:sp>
        <p:nvSpPr>
          <p:cNvPr id="14" name="Oval 13"/>
          <p:cNvSpPr/>
          <p:nvPr/>
        </p:nvSpPr>
        <p:spPr>
          <a:xfrm>
            <a:off x="5791200" y="34448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3</a:t>
            </a:r>
          </a:p>
        </p:txBody>
      </p:sp>
      <p:sp>
        <p:nvSpPr>
          <p:cNvPr id="15" name="Oval 14"/>
          <p:cNvSpPr/>
          <p:nvPr/>
        </p:nvSpPr>
        <p:spPr>
          <a:xfrm>
            <a:off x="7467600" y="3521075"/>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6</a:t>
            </a:r>
          </a:p>
        </p:txBody>
      </p:sp>
      <p:cxnSp>
        <p:nvCxnSpPr>
          <p:cNvPr id="16" name="Straight Arrow Connector 15"/>
          <p:cNvCxnSpPr>
            <a:endCxn id="13" idx="5"/>
          </p:cNvCxnSpPr>
          <p:nvPr/>
        </p:nvCxnSpPr>
        <p:spPr>
          <a:xfrm flipH="1" flipV="1">
            <a:off x="7226300" y="2898775"/>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0"/>
            <a:endCxn id="13" idx="3"/>
          </p:cNvCxnSpPr>
          <p:nvPr/>
        </p:nvCxnSpPr>
        <p:spPr>
          <a:xfrm flipV="1">
            <a:off x="6096000" y="2898775"/>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6889750" y="4495800"/>
            <a:ext cx="609600" cy="6096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9</a:t>
            </a:r>
          </a:p>
        </p:txBody>
      </p:sp>
      <p:cxnSp>
        <p:nvCxnSpPr>
          <p:cNvPr id="20" name="Straight Arrow Connector 19"/>
          <p:cNvCxnSpPr>
            <a:stCxn id="19" idx="0"/>
            <a:endCxn id="15" idx="3"/>
          </p:cNvCxnSpPr>
          <p:nvPr/>
        </p:nvCxnSpPr>
        <p:spPr>
          <a:xfrm flipV="1">
            <a:off x="7194550" y="4041776"/>
            <a:ext cx="361950" cy="4540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3" idx="0"/>
            <a:endCxn id="4" idx="6"/>
          </p:cNvCxnSpPr>
          <p:nvPr/>
        </p:nvCxnSpPr>
        <p:spPr>
          <a:xfrm flipH="1">
            <a:off x="3962400" y="2378076"/>
            <a:ext cx="3048000" cy="1365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911125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tr-TR" dirty="0" smtClean="0"/>
              <a:t>Boyuta Bağlı </a:t>
            </a:r>
            <a:r>
              <a:rPr lang="en-US" dirty="0" smtClean="0"/>
              <a:t>Union</a:t>
            </a:r>
            <a:r>
              <a:rPr lang="tr-TR" dirty="0" smtClean="0"/>
              <a:t> </a:t>
            </a:r>
            <a:r>
              <a:rPr lang="tr-TR" dirty="0"/>
              <a:t>İşlemi</a:t>
            </a:r>
            <a:endParaRPr lang="en-US" dirty="0" smtClean="0"/>
          </a:p>
        </p:txBody>
      </p:sp>
      <p:sp>
        <p:nvSpPr>
          <p:cNvPr id="55299" name="Content Placeholder 2"/>
          <p:cNvSpPr>
            <a:spLocks noGrp="1"/>
          </p:cNvSpPr>
          <p:nvPr>
            <p:ph idx="1"/>
          </p:nvPr>
        </p:nvSpPr>
        <p:spPr/>
        <p:txBody>
          <a:bodyPr/>
          <a:lstStyle/>
          <a:p>
            <a:r>
              <a:rPr lang="tr-TR" dirty="0"/>
              <a:t>A</a:t>
            </a:r>
            <a:r>
              <a:rPr lang="tr-TR" dirty="0" smtClean="0"/>
              <a:t>ğacın boyutunu sakla</a:t>
            </a:r>
            <a:endParaRPr lang="en-US" dirty="0" smtClean="0"/>
          </a:p>
          <a:p>
            <a:r>
              <a:rPr lang="tr-TR" dirty="0" err="1" smtClean="0"/>
              <a:t>Büçük</a:t>
            </a:r>
            <a:r>
              <a:rPr lang="tr-TR" dirty="0" smtClean="0"/>
              <a:t> ağacın kökünü diğer ağacın da kökü yap.</a:t>
            </a:r>
            <a:endParaRPr lang="en-US" dirty="0" smtClean="0"/>
          </a:p>
          <a:p>
            <a:r>
              <a:rPr lang="tr-TR" dirty="0" smtClean="0"/>
              <a:t>Ağacın boyutunu güncelle</a:t>
            </a:r>
            <a:endParaRPr lang="en-US" dirty="0" smtClean="0"/>
          </a:p>
        </p:txBody>
      </p:sp>
      <p:sp>
        <p:nvSpPr>
          <p:cNvPr id="4" name="Oval 3"/>
          <p:cNvSpPr/>
          <p:nvPr/>
        </p:nvSpPr>
        <p:spPr>
          <a:xfrm>
            <a:off x="3370263" y="383063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1</a:t>
            </a:r>
          </a:p>
        </p:txBody>
      </p:sp>
      <p:sp>
        <p:nvSpPr>
          <p:cNvPr id="5" name="Oval 4"/>
          <p:cNvSpPr/>
          <p:nvPr/>
        </p:nvSpPr>
        <p:spPr>
          <a:xfrm>
            <a:off x="2455863" y="489743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4</a:t>
            </a:r>
          </a:p>
        </p:txBody>
      </p:sp>
      <p:sp>
        <p:nvSpPr>
          <p:cNvPr id="6" name="Oval 5"/>
          <p:cNvSpPr/>
          <p:nvPr/>
        </p:nvSpPr>
        <p:spPr>
          <a:xfrm>
            <a:off x="4132263" y="497363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7</a:t>
            </a:r>
          </a:p>
        </p:txBody>
      </p:sp>
      <p:cxnSp>
        <p:nvCxnSpPr>
          <p:cNvPr id="8" name="Straight Arrow Connector 7"/>
          <p:cNvCxnSpPr>
            <a:endCxn id="4" idx="5"/>
          </p:cNvCxnSpPr>
          <p:nvPr/>
        </p:nvCxnSpPr>
        <p:spPr>
          <a:xfrm flipH="1" flipV="1">
            <a:off x="3890963" y="4351338"/>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0"/>
            <a:endCxn id="4" idx="3"/>
          </p:cNvCxnSpPr>
          <p:nvPr/>
        </p:nvCxnSpPr>
        <p:spPr>
          <a:xfrm flipV="1">
            <a:off x="2760663" y="4351338"/>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Arc 11"/>
          <p:cNvSpPr/>
          <p:nvPr/>
        </p:nvSpPr>
        <p:spPr>
          <a:xfrm flipH="1">
            <a:off x="3538539" y="3436938"/>
            <a:ext cx="528637"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3" name="Oval 12"/>
          <p:cNvSpPr/>
          <p:nvPr/>
        </p:nvSpPr>
        <p:spPr>
          <a:xfrm>
            <a:off x="6723063" y="399891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2</a:t>
            </a:r>
          </a:p>
        </p:txBody>
      </p:sp>
      <p:sp>
        <p:nvSpPr>
          <p:cNvPr id="14" name="Oval 13"/>
          <p:cNvSpPr/>
          <p:nvPr/>
        </p:nvSpPr>
        <p:spPr>
          <a:xfrm>
            <a:off x="5808663" y="506571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3</a:t>
            </a:r>
          </a:p>
        </p:txBody>
      </p:sp>
      <p:sp>
        <p:nvSpPr>
          <p:cNvPr id="15" name="Oval 14"/>
          <p:cNvSpPr/>
          <p:nvPr/>
        </p:nvSpPr>
        <p:spPr>
          <a:xfrm>
            <a:off x="7485063" y="514191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6</a:t>
            </a:r>
          </a:p>
        </p:txBody>
      </p:sp>
      <p:cxnSp>
        <p:nvCxnSpPr>
          <p:cNvPr id="16" name="Straight Arrow Connector 15"/>
          <p:cNvCxnSpPr>
            <a:endCxn id="13" idx="5"/>
          </p:cNvCxnSpPr>
          <p:nvPr/>
        </p:nvCxnSpPr>
        <p:spPr>
          <a:xfrm flipH="1" flipV="1">
            <a:off x="7243763" y="4519613"/>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0"/>
            <a:endCxn id="13" idx="3"/>
          </p:cNvCxnSpPr>
          <p:nvPr/>
        </p:nvCxnSpPr>
        <p:spPr>
          <a:xfrm flipV="1">
            <a:off x="6113463" y="4519613"/>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6907213" y="6116638"/>
            <a:ext cx="609600" cy="6096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9</a:t>
            </a:r>
          </a:p>
        </p:txBody>
      </p:sp>
      <p:cxnSp>
        <p:nvCxnSpPr>
          <p:cNvPr id="20" name="Straight Arrow Connector 19"/>
          <p:cNvCxnSpPr>
            <a:stCxn id="19" idx="0"/>
            <a:endCxn id="15" idx="3"/>
          </p:cNvCxnSpPr>
          <p:nvPr/>
        </p:nvCxnSpPr>
        <p:spPr>
          <a:xfrm flipV="1">
            <a:off x="7212013" y="5662614"/>
            <a:ext cx="361950" cy="4540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flipH="1">
            <a:off x="6864350" y="3589338"/>
            <a:ext cx="528638"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55314" name="TextBox 6"/>
          <p:cNvSpPr txBox="1">
            <a:spLocks noChangeArrowheads="1"/>
          </p:cNvSpPr>
          <p:nvPr/>
        </p:nvSpPr>
        <p:spPr bwMode="auto">
          <a:xfrm>
            <a:off x="3140076" y="3676650"/>
            <a:ext cx="398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3</a:t>
            </a:r>
          </a:p>
        </p:txBody>
      </p:sp>
      <p:sp>
        <p:nvSpPr>
          <p:cNvPr id="55315" name="TextBox 21"/>
          <p:cNvSpPr txBox="1">
            <a:spLocks noChangeArrowheads="1"/>
          </p:cNvSpPr>
          <p:nvPr/>
        </p:nvSpPr>
        <p:spPr bwMode="auto">
          <a:xfrm>
            <a:off x="6478588" y="3862388"/>
            <a:ext cx="400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4</a:t>
            </a:r>
          </a:p>
        </p:txBody>
      </p:sp>
    </p:spTree>
    <p:extLst>
      <p:ext uri="{BB962C8B-B14F-4D97-AF65-F5344CB8AC3E}">
        <p14:creationId xmlns:p14="http://schemas.microsoft.com/office/powerpoint/2010/main" val="189060423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tr-TR" dirty="0"/>
              <a:t>Boyuta Bağlı </a:t>
            </a:r>
            <a:r>
              <a:rPr lang="en-US" dirty="0"/>
              <a:t>Union</a:t>
            </a:r>
            <a:r>
              <a:rPr lang="tr-TR" dirty="0"/>
              <a:t> İşlemi</a:t>
            </a:r>
            <a:endParaRPr lang="en-US" dirty="0" smtClean="0"/>
          </a:p>
        </p:txBody>
      </p:sp>
      <p:sp>
        <p:nvSpPr>
          <p:cNvPr id="56323" name="Content Placeholder 2"/>
          <p:cNvSpPr>
            <a:spLocks noGrp="1"/>
          </p:cNvSpPr>
          <p:nvPr>
            <p:ph idx="1"/>
          </p:nvPr>
        </p:nvSpPr>
        <p:spPr/>
        <p:txBody>
          <a:bodyPr/>
          <a:lstStyle/>
          <a:p>
            <a:r>
              <a:rPr lang="tr-TR" dirty="0"/>
              <a:t>Ağacın boyutunu sakla</a:t>
            </a:r>
            <a:endParaRPr lang="en-US" dirty="0"/>
          </a:p>
          <a:p>
            <a:r>
              <a:rPr lang="tr-TR" dirty="0" err="1"/>
              <a:t>Büçük</a:t>
            </a:r>
            <a:r>
              <a:rPr lang="tr-TR" dirty="0"/>
              <a:t> ağacın kökünü diğer ağacın da kökü yap.</a:t>
            </a:r>
            <a:endParaRPr lang="en-US" dirty="0"/>
          </a:p>
          <a:p>
            <a:r>
              <a:rPr lang="tr-TR" dirty="0"/>
              <a:t>Ağacın boyutunu güncelle</a:t>
            </a:r>
            <a:endParaRPr lang="en-US" dirty="0"/>
          </a:p>
        </p:txBody>
      </p:sp>
      <p:sp>
        <p:nvSpPr>
          <p:cNvPr id="4" name="Oval 3"/>
          <p:cNvSpPr/>
          <p:nvPr/>
        </p:nvSpPr>
        <p:spPr>
          <a:xfrm>
            <a:off x="3370263" y="383063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1</a:t>
            </a:r>
          </a:p>
        </p:txBody>
      </p:sp>
      <p:sp>
        <p:nvSpPr>
          <p:cNvPr id="5" name="Oval 4"/>
          <p:cNvSpPr/>
          <p:nvPr/>
        </p:nvSpPr>
        <p:spPr>
          <a:xfrm>
            <a:off x="2455863" y="489743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4</a:t>
            </a:r>
          </a:p>
        </p:txBody>
      </p:sp>
      <p:sp>
        <p:nvSpPr>
          <p:cNvPr id="6" name="Oval 5"/>
          <p:cNvSpPr/>
          <p:nvPr/>
        </p:nvSpPr>
        <p:spPr>
          <a:xfrm>
            <a:off x="4132263" y="497363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7</a:t>
            </a:r>
          </a:p>
        </p:txBody>
      </p:sp>
      <p:cxnSp>
        <p:nvCxnSpPr>
          <p:cNvPr id="8" name="Straight Arrow Connector 7"/>
          <p:cNvCxnSpPr>
            <a:endCxn id="4" idx="5"/>
          </p:cNvCxnSpPr>
          <p:nvPr/>
        </p:nvCxnSpPr>
        <p:spPr>
          <a:xfrm flipH="1" flipV="1">
            <a:off x="3890963" y="4351338"/>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0"/>
            <a:endCxn id="4" idx="3"/>
          </p:cNvCxnSpPr>
          <p:nvPr/>
        </p:nvCxnSpPr>
        <p:spPr>
          <a:xfrm flipV="1">
            <a:off x="2760663" y="4351338"/>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6723063" y="399891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2</a:t>
            </a:r>
          </a:p>
        </p:txBody>
      </p:sp>
      <p:sp>
        <p:nvSpPr>
          <p:cNvPr id="14" name="Oval 13"/>
          <p:cNvSpPr/>
          <p:nvPr/>
        </p:nvSpPr>
        <p:spPr>
          <a:xfrm>
            <a:off x="5808663" y="506571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3</a:t>
            </a:r>
          </a:p>
        </p:txBody>
      </p:sp>
      <p:sp>
        <p:nvSpPr>
          <p:cNvPr id="15" name="Oval 14"/>
          <p:cNvSpPr/>
          <p:nvPr/>
        </p:nvSpPr>
        <p:spPr>
          <a:xfrm>
            <a:off x="7485063" y="514191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6</a:t>
            </a:r>
          </a:p>
        </p:txBody>
      </p:sp>
      <p:cxnSp>
        <p:nvCxnSpPr>
          <p:cNvPr id="16" name="Straight Arrow Connector 15"/>
          <p:cNvCxnSpPr>
            <a:endCxn id="13" idx="5"/>
          </p:cNvCxnSpPr>
          <p:nvPr/>
        </p:nvCxnSpPr>
        <p:spPr>
          <a:xfrm flipH="1" flipV="1">
            <a:off x="7243763" y="4519613"/>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0"/>
            <a:endCxn id="13" idx="3"/>
          </p:cNvCxnSpPr>
          <p:nvPr/>
        </p:nvCxnSpPr>
        <p:spPr>
          <a:xfrm flipV="1">
            <a:off x="6113463" y="4519613"/>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6907213" y="6116638"/>
            <a:ext cx="609600" cy="6096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9</a:t>
            </a:r>
          </a:p>
        </p:txBody>
      </p:sp>
      <p:cxnSp>
        <p:nvCxnSpPr>
          <p:cNvPr id="20" name="Straight Arrow Connector 19"/>
          <p:cNvCxnSpPr>
            <a:stCxn id="19" idx="0"/>
            <a:endCxn id="15" idx="3"/>
          </p:cNvCxnSpPr>
          <p:nvPr/>
        </p:nvCxnSpPr>
        <p:spPr>
          <a:xfrm flipV="1">
            <a:off x="7212013" y="5662614"/>
            <a:ext cx="361950" cy="4540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flipH="1">
            <a:off x="6864350" y="3589338"/>
            <a:ext cx="528638" cy="546100"/>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cxnSp>
        <p:nvCxnSpPr>
          <p:cNvPr id="21" name="Straight Arrow Connector 20"/>
          <p:cNvCxnSpPr>
            <a:stCxn id="4" idx="6"/>
            <a:endCxn id="13" idx="2"/>
          </p:cNvCxnSpPr>
          <p:nvPr/>
        </p:nvCxnSpPr>
        <p:spPr>
          <a:xfrm>
            <a:off x="3979863" y="4135439"/>
            <a:ext cx="2743200" cy="16827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6338" name="TextBox 21"/>
          <p:cNvSpPr txBox="1">
            <a:spLocks noChangeArrowheads="1"/>
          </p:cNvSpPr>
          <p:nvPr/>
        </p:nvSpPr>
        <p:spPr bwMode="auto">
          <a:xfrm>
            <a:off x="6467476" y="3862388"/>
            <a:ext cx="3984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7</a:t>
            </a:r>
          </a:p>
        </p:txBody>
      </p:sp>
    </p:spTree>
    <p:extLst>
      <p:ext uri="{BB962C8B-B14F-4D97-AF65-F5344CB8AC3E}">
        <p14:creationId xmlns:p14="http://schemas.microsoft.com/office/powerpoint/2010/main" val="279235994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tr-TR" dirty="0" smtClean="0"/>
              <a:t>Yol Kısaltma</a:t>
            </a:r>
            <a:endParaRPr lang="en-US" dirty="0" smtClean="0"/>
          </a:p>
        </p:txBody>
      </p:sp>
      <p:sp>
        <p:nvSpPr>
          <p:cNvPr id="57347" name="Content Placeholder 2"/>
          <p:cNvSpPr>
            <a:spLocks noGrp="1"/>
          </p:cNvSpPr>
          <p:nvPr>
            <p:ph idx="1"/>
          </p:nvPr>
        </p:nvSpPr>
        <p:spPr/>
        <p:txBody>
          <a:bodyPr/>
          <a:lstStyle/>
          <a:p>
            <a:r>
              <a:rPr lang="tr-TR" dirty="0" err="1" smtClean="0"/>
              <a:t>Find</a:t>
            </a:r>
            <a:r>
              <a:rPr lang="tr-TR" dirty="0" smtClean="0"/>
              <a:t> işleminde rastlanan tüm düğümleri </a:t>
            </a:r>
            <a:r>
              <a:rPr lang="tr-TR" dirty="0" err="1" smtClean="0"/>
              <a:t>kök’e</a:t>
            </a:r>
            <a:r>
              <a:rPr lang="tr-TR" dirty="0" smtClean="0"/>
              <a:t> ata</a:t>
            </a:r>
            <a:endParaRPr lang="en-US" dirty="0" smtClean="0"/>
          </a:p>
        </p:txBody>
      </p:sp>
      <p:sp>
        <p:nvSpPr>
          <p:cNvPr id="13" name="Oval 12"/>
          <p:cNvSpPr/>
          <p:nvPr/>
        </p:nvSpPr>
        <p:spPr>
          <a:xfrm>
            <a:off x="5437188" y="3048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2</a:t>
            </a:r>
          </a:p>
        </p:txBody>
      </p:sp>
      <p:sp>
        <p:nvSpPr>
          <p:cNvPr id="14" name="Oval 13"/>
          <p:cNvSpPr/>
          <p:nvPr/>
        </p:nvSpPr>
        <p:spPr>
          <a:xfrm>
            <a:off x="4522788" y="4114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3</a:t>
            </a:r>
          </a:p>
        </p:txBody>
      </p:sp>
      <p:sp>
        <p:nvSpPr>
          <p:cNvPr id="15" name="Oval 14"/>
          <p:cNvSpPr/>
          <p:nvPr/>
        </p:nvSpPr>
        <p:spPr>
          <a:xfrm>
            <a:off x="6199188" y="4191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6</a:t>
            </a:r>
          </a:p>
        </p:txBody>
      </p:sp>
      <p:cxnSp>
        <p:nvCxnSpPr>
          <p:cNvPr id="16" name="Straight Arrow Connector 15"/>
          <p:cNvCxnSpPr>
            <a:endCxn id="13" idx="5"/>
          </p:cNvCxnSpPr>
          <p:nvPr/>
        </p:nvCxnSpPr>
        <p:spPr>
          <a:xfrm flipH="1" flipV="1">
            <a:off x="5957888" y="3568700"/>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0"/>
            <a:endCxn id="13" idx="3"/>
          </p:cNvCxnSpPr>
          <p:nvPr/>
        </p:nvCxnSpPr>
        <p:spPr>
          <a:xfrm flipV="1">
            <a:off x="4827588" y="3568700"/>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621338" y="5165725"/>
            <a:ext cx="609600" cy="6096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9</a:t>
            </a:r>
          </a:p>
        </p:txBody>
      </p:sp>
      <p:cxnSp>
        <p:nvCxnSpPr>
          <p:cNvPr id="20" name="Straight Arrow Connector 19"/>
          <p:cNvCxnSpPr>
            <a:stCxn id="19" idx="0"/>
            <a:endCxn id="15" idx="3"/>
          </p:cNvCxnSpPr>
          <p:nvPr/>
        </p:nvCxnSpPr>
        <p:spPr>
          <a:xfrm flipV="1">
            <a:off x="5926138" y="4711701"/>
            <a:ext cx="361950" cy="4540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flipH="1">
            <a:off x="5578475" y="2636839"/>
            <a:ext cx="528638" cy="547687"/>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Tree>
    <p:extLst>
      <p:ext uri="{BB962C8B-B14F-4D97-AF65-F5344CB8AC3E}">
        <p14:creationId xmlns:p14="http://schemas.microsoft.com/office/powerpoint/2010/main" val="283902954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tr-TR" dirty="0"/>
              <a:t>Yol Kısaltma</a:t>
            </a:r>
            <a:endParaRPr lang="en-US" dirty="0" smtClean="0"/>
          </a:p>
        </p:txBody>
      </p:sp>
      <p:sp>
        <p:nvSpPr>
          <p:cNvPr id="58371" name="Content Placeholder 2"/>
          <p:cNvSpPr>
            <a:spLocks noGrp="1"/>
          </p:cNvSpPr>
          <p:nvPr>
            <p:ph idx="1"/>
          </p:nvPr>
        </p:nvSpPr>
        <p:spPr/>
        <p:txBody>
          <a:bodyPr/>
          <a:lstStyle/>
          <a:p>
            <a:endParaRPr lang="en-US" dirty="0" smtClean="0"/>
          </a:p>
        </p:txBody>
      </p:sp>
      <p:sp>
        <p:nvSpPr>
          <p:cNvPr id="13" name="Oval 12"/>
          <p:cNvSpPr/>
          <p:nvPr/>
        </p:nvSpPr>
        <p:spPr>
          <a:xfrm>
            <a:off x="5437188" y="3048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2</a:t>
            </a:r>
          </a:p>
        </p:txBody>
      </p:sp>
      <p:sp>
        <p:nvSpPr>
          <p:cNvPr id="14" name="Oval 13"/>
          <p:cNvSpPr/>
          <p:nvPr/>
        </p:nvSpPr>
        <p:spPr>
          <a:xfrm>
            <a:off x="4522788" y="4114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3</a:t>
            </a:r>
          </a:p>
        </p:txBody>
      </p:sp>
      <p:sp>
        <p:nvSpPr>
          <p:cNvPr id="15" name="Oval 14"/>
          <p:cNvSpPr/>
          <p:nvPr/>
        </p:nvSpPr>
        <p:spPr>
          <a:xfrm>
            <a:off x="6199188" y="4191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6</a:t>
            </a:r>
          </a:p>
        </p:txBody>
      </p:sp>
      <p:cxnSp>
        <p:nvCxnSpPr>
          <p:cNvPr id="16" name="Straight Arrow Connector 15"/>
          <p:cNvCxnSpPr>
            <a:endCxn id="13" idx="5"/>
          </p:cNvCxnSpPr>
          <p:nvPr/>
        </p:nvCxnSpPr>
        <p:spPr>
          <a:xfrm flipH="1" flipV="1">
            <a:off x="5957888" y="3568700"/>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0"/>
            <a:endCxn id="13" idx="3"/>
          </p:cNvCxnSpPr>
          <p:nvPr/>
        </p:nvCxnSpPr>
        <p:spPr>
          <a:xfrm flipV="1">
            <a:off x="4827588" y="3568700"/>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621338" y="5165725"/>
            <a:ext cx="609600" cy="60960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9</a:t>
            </a:r>
          </a:p>
        </p:txBody>
      </p:sp>
      <p:cxnSp>
        <p:nvCxnSpPr>
          <p:cNvPr id="20" name="Straight Arrow Connector 19"/>
          <p:cNvCxnSpPr>
            <a:stCxn id="19" idx="0"/>
            <a:endCxn id="15" idx="3"/>
          </p:cNvCxnSpPr>
          <p:nvPr/>
        </p:nvCxnSpPr>
        <p:spPr>
          <a:xfrm flipV="1">
            <a:off x="5926138" y="4711701"/>
            <a:ext cx="361950" cy="4540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flipH="1">
            <a:off x="5578475" y="2636839"/>
            <a:ext cx="528638" cy="547687"/>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Tree>
    <p:extLst>
      <p:ext uri="{BB962C8B-B14F-4D97-AF65-F5344CB8AC3E}">
        <p14:creationId xmlns:p14="http://schemas.microsoft.com/office/powerpoint/2010/main" val="99623204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tr-TR" dirty="0"/>
              <a:t>Yol Kısaltma</a:t>
            </a:r>
            <a:endParaRPr lang="en-US" dirty="0" smtClean="0"/>
          </a:p>
        </p:txBody>
      </p:sp>
      <p:sp>
        <p:nvSpPr>
          <p:cNvPr id="59395" name="Content Placeholder 2"/>
          <p:cNvSpPr>
            <a:spLocks noGrp="1"/>
          </p:cNvSpPr>
          <p:nvPr>
            <p:ph idx="1"/>
          </p:nvPr>
        </p:nvSpPr>
        <p:spPr/>
        <p:txBody>
          <a:bodyPr/>
          <a:lstStyle/>
          <a:p>
            <a:endParaRPr lang="en-US" dirty="0" smtClean="0"/>
          </a:p>
        </p:txBody>
      </p:sp>
      <p:sp>
        <p:nvSpPr>
          <p:cNvPr id="13" name="Oval 12"/>
          <p:cNvSpPr/>
          <p:nvPr/>
        </p:nvSpPr>
        <p:spPr>
          <a:xfrm>
            <a:off x="5437188" y="3048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2</a:t>
            </a:r>
          </a:p>
        </p:txBody>
      </p:sp>
      <p:sp>
        <p:nvSpPr>
          <p:cNvPr id="14" name="Oval 13"/>
          <p:cNvSpPr/>
          <p:nvPr/>
        </p:nvSpPr>
        <p:spPr>
          <a:xfrm>
            <a:off x="4522788" y="4114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3</a:t>
            </a:r>
          </a:p>
        </p:txBody>
      </p:sp>
      <p:sp>
        <p:nvSpPr>
          <p:cNvPr id="15" name="Oval 14"/>
          <p:cNvSpPr/>
          <p:nvPr/>
        </p:nvSpPr>
        <p:spPr>
          <a:xfrm>
            <a:off x="6199188" y="4191000"/>
            <a:ext cx="609600" cy="60960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6</a:t>
            </a:r>
          </a:p>
        </p:txBody>
      </p:sp>
      <p:cxnSp>
        <p:nvCxnSpPr>
          <p:cNvPr id="16" name="Straight Arrow Connector 15"/>
          <p:cNvCxnSpPr>
            <a:endCxn id="13" idx="5"/>
          </p:cNvCxnSpPr>
          <p:nvPr/>
        </p:nvCxnSpPr>
        <p:spPr>
          <a:xfrm flipH="1" flipV="1">
            <a:off x="5957888" y="3568700"/>
            <a:ext cx="546100" cy="6223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0"/>
            <a:endCxn id="13" idx="3"/>
          </p:cNvCxnSpPr>
          <p:nvPr/>
        </p:nvCxnSpPr>
        <p:spPr>
          <a:xfrm flipV="1">
            <a:off x="4827588" y="3568700"/>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621338" y="5165725"/>
            <a:ext cx="609600" cy="6096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9</a:t>
            </a:r>
          </a:p>
        </p:txBody>
      </p:sp>
      <p:cxnSp>
        <p:nvCxnSpPr>
          <p:cNvPr id="20" name="Straight Arrow Connector 19"/>
          <p:cNvCxnSpPr>
            <a:stCxn id="19" idx="0"/>
            <a:endCxn id="15" idx="3"/>
          </p:cNvCxnSpPr>
          <p:nvPr/>
        </p:nvCxnSpPr>
        <p:spPr>
          <a:xfrm flipV="1">
            <a:off x="5926138" y="4711701"/>
            <a:ext cx="361950" cy="454025"/>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flipH="1">
            <a:off x="5578475" y="2636839"/>
            <a:ext cx="528638" cy="547687"/>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Tree>
    <p:extLst>
      <p:ext uri="{BB962C8B-B14F-4D97-AF65-F5344CB8AC3E}">
        <p14:creationId xmlns:p14="http://schemas.microsoft.com/office/powerpoint/2010/main" val="399846413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tr-TR" dirty="0"/>
              <a:t>Yol Kısaltma</a:t>
            </a:r>
            <a:endParaRPr lang="en-US" dirty="0" smtClean="0"/>
          </a:p>
        </p:txBody>
      </p:sp>
      <p:sp>
        <p:nvSpPr>
          <p:cNvPr id="60419" name="Content Placeholder 2"/>
          <p:cNvSpPr>
            <a:spLocks noGrp="1"/>
          </p:cNvSpPr>
          <p:nvPr>
            <p:ph idx="1"/>
          </p:nvPr>
        </p:nvSpPr>
        <p:spPr/>
        <p:txBody>
          <a:bodyPr/>
          <a:lstStyle/>
          <a:p>
            <a:endParaRPr lang="en-US" dirty="0" smtClean="0"/>
          </a:p>
        </p:txBody>
      </p:sp>
      <p:sp>
        <p:nvSpPr>
          <p:cNvPr id="13" name="Oval 12"/>
          <p:cNvSpPr/>
          <p:nvPr/>
        </p:nvSpPr>
        <p:spPr>
          <a:xfrm>
            <a:off x="5437188" y="3048000"/>
            <a:ext cx="609600" cy="60960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2</a:t>
            </a:r>
          </a:p>
        </p:txBody>
      </p:sp>
      <p:sp>
        <p:nvSpPr>
          <p:cNvPr id="14" name="Oval 13"/>
          <p:cNvSpPr/>
          <p:nvPr/>
        </p:nvSpPr>
        <p:spPr>
          <a:xfrm>
            <a:off x="4522788" y="4114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3</a:t>
            </a:r>
          </a:p>
        </p:txBody>
      </p:sp>
      <p:sp>
        <p:nvSpPr>
          <p:cNvPr id="15" name="Oval 14"/>
          <p:cNvSpPr/>
          <p:nvPr/>
        </p:nvSpPr>
        <p:spPr>
          <a:xfrm>
            <a:off x="6199188" y="4191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6</a:t>
            </a:r>
          </a:p>
        </p:txBody>
      </p:sp>
      <p:cxnSp>
        <p:nvCxnSpPr>
          <p:cNvPr id="16" name="Straight Arrow Connector 15"/>
          <p:cNvCxnSpPr>
            <a:endCxn id="13" idx="5"/>
          </p:cNvCxnSpPr>
          <p:nvPr/>
        </p:nvCxnSpPr>
        <p:spPr>
          <a:xfrm flipH="1" flipV="1">
            <a:off x="5957888" y="3568700"/>
            <a:ext cx="546100" cy="622300"/>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0"/>
            <a:endCxn id="13" idx="3"/>
          </p:cNvCxnSpPr>
          <p:nvPr/>
        </p:nvCxnSpPr>
        <p:spPr>
          <a:xfrm flipV="1">
            <a:off x="4827588" y="3568700"/>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621338" y="5165725"/>
            <a:ext cx="609600" cy="6096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9</a:t>
            </a:r>
          </a:p>
        </p:txBody>
      </p:sp>
      <p:cxnSp>
        <p:nvCxnSpPr>
          <p:cNvPr id="20" name="Straight Arrow Connector 19"/>
          <p:cNvCxnSpPr>
            <a:stCxn id="19" idx="0"/>
            <a:endCxn id="15" idx="3"/>
          </p:cNvCxnSpPr>
          <p:nvPr/>
        </p:nvCxnSpPr>
        <p:spPr>
          <a:xfrm flipV="1">
            <a:off x="5926138" y="4711701"/>
            <a:ext cx="361950" cy="454025"/>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flipH="1">
            <a:off x="5578475" y="2636839"/>
            <a:ext cx="528638" cy="547687"/>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Tree>
    <p:extLst>
      <p:ext uri="{BB962C8B-B14F-4D97-AF65-F5344CB8AC3E}">
        <p14:creationId xmlns:p14="http://schemas.microsoft.com/office/powerpoint/2010/main" val="99913712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tr-TR" dirty="0"/>
              <a:t>Yol Kısaltma</a:t>
            </a:r>
            <a:endParaRPr lang="en-US" dirty="0" smtClean="0"/>
          </a:p>
        </p:txBody>
      </p:sp>
      <p:sp>
        <p:nvSpPr>
          <p:cNvPr id="61443" name="Content Placeholder 2"/>
          <p:cNvSpPr>
            <a:spLocks noGrp="1"/>
          </p:cNvSpPr>
          <p:nvPr>
            <p:ph idx="1"/>
          </p:nvPr>
        </p:nvSpPr>
        <p:spPr/>
        <p:txBody>
          <a:bodyPr/>
          <a:lstStyle/>
          <a:p>
            <a:endParaRPr lang="en-US" dirty="0" smtClean="0"/>
          </a:p>
        </p:txBody>
      </p:sp>
      <p:sp>
        <p:nvSpPr>
          <p:cNvPr id="13" name="Oval 12"/>
          <p:cNvSpPr/>
          <p:nvPr/>
        </p:nvSpPr>
        <p:spPr>
          <a:xfrm>
            <a:off x="5437188" y="3048000"/>
            <a:ext cx="609600" cy="60960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2</a:t>
            </a:r>
          </a:p>
        </p:txBody>
      </p:sp>
      <p:sp>
        <p:nvSpPr>
          <p:cNvPr id="14" name="Oval 13"/>
          <p:cNvSpPr/>
          <p:nvPr/>
        </p:nvSpPr>
        <p:spPr>
          <a:xfrm>
            <a:off x="4522788" y="4114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3</a:t>
            </a:r>
          </a:p>
        </p:txBody>
      </p:sp>
      <p:sp>
        <p:nvSpPr>
          <p:cNvPr id="15" name="Oval 14"/>
          <p:cNvSpPr/>
          <p:nvPr/>
        </p:nvSpPr>
        <p:spPr>
          <a:xfrm>
            <a:off x="6199188" y="4191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6</a:t>
            </a:r>
          </a:p>
        </p:txBody>
      </p:sp>
      <p:cxnSp>
        <p:nvCxnSpPr>
          <p:cNvPr id="16" name="Straight Arrow Connector 15"/>
          <p:cNvCxnSpPr>
            <a:endCxn id="13" idx="5"/>
          </p:cNvCxnSpPr>
          <p:nvPr/>
        </p:nvCxnSpPr>
        <p:spPr>
          <a:xfrm flipH="1" flipV="1">
            <a:off x="5957888" y="3568700"/>
            <a:ext cx="546100" cy="622300"/>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0"/>
            <a:endCxn id="13" idx="3"/>
          </p:cNvCxnSpPr>
          <p:nvPr/>
        </p:nvCxnSpPr>
        <p:spPr>
          <a:xfrm flipV="1">
            <a:off x="4827588" y="3568700"/>
            <a:ext cx="698500" cy="5461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621338" y="5165725"/>
            <a:ext cx="609600" cy="6096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9</a:t>
            </a:r>
          </a:p>
        </p:txBody>
      </p:sp>
      <p:cxnSp>
        <p:nvCxnSpPr>
          <p:cNvPr id="20" name="Straight Arrow Connector 19"/>
          <p:cNvCxnSpPr>
            <a:stCxn id="19" idx="0"/>
            <a:endCxn id="13" idx="4"/>
          </p:cNvCxnSpPr>
          <p:nvPr/>
        </p:nvCxnSpPr>
        <p:spPr>
          <a:xfrm flipH="1" flipV="1">
            <a:off x="5741988" y="3657601"/>
            <a:ext cx="184150" cy="1508125"/>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flipH="1">
            <a:off x="5578475" y="2636839"/>
            <a:ext cx="528638" cy="547687"/>
          </a:xfrm>
          <a:prstGeom prst="arc">
            <a:avLst>
              <a:gd name="adj1" fmla="val 7044138"/>
              <a:gd name="adj2" fmla="val 1812619"/>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Tree>
    <p:extLst>
      <p:ext uri="{BB962C8B-B14F-4D97-AF65-F5344CB8AC3E}">
        <p14:creationId xmlns:p14="http://schemas.microsoft.com/office/powerpoint/2010/main" val="107811886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lstStyle/>
          <a:p>
            <a:endParaRPr lang="tr-TR"/>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119</a:t>
            </a:fld>
            <a:endParaRPr lang="en-US" dirty="0"/>
          </a:p>
        </p:txBody>
      </p:sp>
    </p:spTree>
    <p:extLst>
      <p:ext uri="{BB962C8B-B14F-4D97-AF65-F5344CB8AC3E}">
        <p14:creationId xmlns:p14="http://schemas.microsoft.com/office/powerpoint/2010/main" val="79342447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smtClean="0"/>
              <a:t>SetDugum</a:t>
            </a:r>
            <a:r>
              <a:rPr lang="tr-TR" dirty="0" smtClean="0"/>
              <a:t> Sınıfı</a:t>
            </a:r>
            <a:endParaRPr lang="tr-TR" dirty="0"/>
          </a:p>
        </p:txBody>
      </p:sp>
      <p:sp>
        <p:nvSpPr>
          <p:cNvPr id="3" name="Content Placeholder 2"/>
          <p:cNvSpPr>
            <a:spLocks noGrp="1"/>
          </p:cNvSpPr>
          <p:nvPr>
            <p:ph idx="1"/>
          </p:nvPr>
        </p:nvSpPr>
        <p:spPr/>
        <p:txBody>
          <a:bodyPr/>
          <a:lstStyle/>
          <a:p>
            <a:pPr marL="0" marR="0" indent="0">
              <a:spcBef>
                <a:spcPts val="0"/>
              </a:spcBef>
              <a:spcAft>
                <a:spcPts val="0"/>
              </a:spcAft>
              <a:buNone/>
            </a:pPr>
            <a:r>
              <a:rPr lang="tr-TR" b="1" dirty="0" err="1">
                <a:solidFill>
                  <a:srgbClr val="7F0055"/>
                </a:solidFill>
                <a:latin typeface="Consolas" panose="020B0609020204030204" pitchFamily="49" charset="0"/>
              </a:rPr>
              <a:t>class</a:t>
            </a:r>
            <a:r>
              <a:rPr lang="tr-TR" dirty="0">
                <a:solidFill>
                  <a:srgbClr val="000000"/>
                </a:solidFill>
                <a:latin typeface="Consolas" panose="020B0609020204030204" pitchFamily="49" charset="0"/>
              </a:rPr>
              <a:t> </a:t>
            </a:r>
            <a:r>
              <a:rPr lang="tr-TR" dirty="0" err="1">
                <a:solidFill>
                  <a:srgbClr val="000000"/>
                </a:solidFill>
                <a:latin typeface="Consolas" panose="020B0609020204030204" pitchFamily="49" charset="0"/>
              </a:rPr>
              <a:t>SetDugum</a:t>
            </a:r>
            <a:r>
              <a:rPr lang="tr-TR" dirty="0">
                <a:solidFill>
                  <a:srgbClr val="000000"/>
                </a:solidFill>
                <a:latin typeface="Consolas" panose="020B0609020204030204" pitchFamily="49" charset="0"/>
              </a:rPr>
              <a:t> {</a:t>
            </a:r>
          </a:p>
          <a:p>
            <a:pPr marL="0" marR="0" indent="0">
              <a:spcBef>
                <a:spcPts val="0"/>
              </a:spcBef>
              <a:spcAft>
                <a:spcPts val="0"/>
              </a:spcAft>
              <a:buNone/>
            </a:pPr>
            <a:endParaRPr lang="tr-TR" b="1" dirty="0" smtClean="0">
              <a:solidFill>
                <a:srgbClr val="7F0055"/>
              </a:solidFill>
              <a:latin typeface="Consolas" panose="020B0609020204030204" pitchFamily="49" charset="0"/>
            </a:endParaRPr>
          </a:p>
          <a:p>
            <a:pPr marL="0" marR="0" indent="0">
              <a:spcBef>
                <a:spcPts val="0"/>
              </a:spcBef>
              <a:spcAft>
                <a:spcPts val="0"/>
              </a:spcAft>
              <a:buNone/>
            </a:pPr>
            <a:r>
              <a:rPr lang="tr-TR" b="1" dirty="0">
                <a:solidFill>
                  <a:srgbClr val="7F0055"/>
                </a:solidFill>
                <a:latin typeface="Consolas" panose="020B0609020204030204" pitchFamily="49" charset="0"/>
              </a:rPr>
              <a:t> </a:t>
            </a: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int</a:t>
            </a:r>
            <a:r>
              <a:rPr lang="tr-TR" dirty="0" smtClean="0">
                <a:solidFill>
                  <a:srgbClr val="000000"/>
                </a:solidFill>
                <a:latin typeface="Consolas" panose="020B0609020204030204" pitchFamily="49" charset="0"/>
              </a:rPr>
              <a:t> </a:t>
            </a:r>
            <a:r>
              <a:rPr lang="tr-TR" dirty="0">
                <a:solidFill>
                  <a:srgbClr val="0000C0"/>
                </a:solidFill>
                <a:latin typeface="Consolas" panose="020B0609020204030204" pitchFamily="49" charset="0"/>
              </a:rPr>
              <a:t>veri</a:t>
            </a:r>
            <a:r>
              <a:rPr lang="tr-TR" dirty="0" smtClean="0">
                <a:solidFill>
                  <a:srgbClr val="000000"/>
                </a:solidFill>
                <a:latin typeface="Consolas" panose="020B0609020204030204" pitchFamily="49" charset="0"/>
              </a:rPr>
              <a:t>;</a:t>
            </a:r>
            <a:endParaRPr lang="tr-TR" dirty="0">
              <a:solidFill>
                <a:srgbClr val="000000"/>
              </a:solidFill>
              <a:latin typeface="Consolas" panose="020B0609020204030204" pitchFamily="49" charset="0"/>
            </a:endParaRPr>
          </a:p>
          <a:p>
            <a:pPr marL="0" indent="0">
              <a:spcBef>
                <a:spcPts val="0"/>
              </a:spcBef>
              <a:buNone/>
            </a:pP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int</a:t>
            </a:r>
            <a:r>
              <a:rPr lang="tr-TR" dirty="0" smtClean="0">
                <a:solidFill>
                  <a:srgbClr val="000000"/>
                </a:solidFill>
                <a:latin typeface="Consolas" panose="020B0609020204030204" pitchFamily="49" charset="0"/>
              </a:rPr>
              <a:t> </a:t>
            </a:r>
            <a:r>
              <a:rPr lang="tr-TR" dirty="0" err="1">
                <a:solidFill>
                  <a:srgbClr val="0000C0"/>
                </a:solidFill>
                <a:latin typeface="Consolas" panose="020B0609020204030204" pitchFamily="49" charset="0"/>
              </a:rPr>
              <a:t>sira</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smtClean="0">
                <a:solidFill>
                  <a:srgbClr val="000000"/>
                </a:solidFill>
                <a:latin typeface="Consolas" panose="020B0609020204030204" pitchFamily="49" charset="0"/>
              </a:rPr>
              <a:t>  </a:t>
            </a:r>
            <a:r>
              <a:rPr lang="tr-TR" dirty="0" err="1" smtClean="0">
                <a:solidFill>
                  <a:srgbClr val="000000"/>
                </a:solidFill>
                <a:latin typeface="Consolas" panose="020B0609020204030204" pitchFamily="49" charset="0"/>
              </a:rPr>
              <a:t>SetDugum</a:t>
            </a:r>
            <a:r>
              <a:rPr lang="tr-TR" dirty="0" smtClean="0">
                <a:solidFill>
                  <a:srgbClr val="000000"/>
                </a:solidFill>
                <a:latin typeface="Consolas" panose="020B0609020204030204" pitchFamily="49" charset="0"/>
              </a:rPr>
              <a:t> </a:t>
            </a:r>
            <a:r>
              <a:rPr lang="tr-TR" dirty="0">
                <a:solidFill>
                  <a:srgbClr val="0000C0"/>
                </a:solidFill>
                <a:latin typeface="Consolas" panose="020B0609020204030204" pitchFamily="49" charset="0"/>
              </a:rPr>
              <a:t>ata</a:t>
            </a:r>
            <a:r>
              <a:rPr lang="tr-TR" dirty="0">
                <a:solidFill>
                  <a:srgbClr val="000000"/>
                </a:solidFill>
                <a:latin typeface="Consolas" panose="020B0609020204030204" pitchFamily="49" charset="0"/>
              </a:rPr>
              <a:t>;</a:t>
            </a:r>
          </a:p>
          <a:p>
            <a:pPr marL="0" marR="0" indent="0">
              <a:spcBef>
                <a:spcPts val="0"/>
              </a:spcBef>
              <a:spcAft>
                <a:spcPts val="0"/>
              </a:spcAft>
              <a:buNone/>
            </a:pPr>
            <a:endParaRPr lang="tr-TR" b="1" dirty="0" smtClean="0">
              <a:solidFill>
                <a:srgbClr val="7F0055"/>
              </a:solidFill>
              <a:latin typeface="Consolas" panose="020B0609020204030204" pitchFamily="49" charset="0"/>
            </a:endParaRPr>
          </a:p>
          <a:p>
            <a:pPr marL="0" marR="0" indent="0">
              <a:spcBef>
                <a:spcPts val="0"/>
              </a:spcBef>
              <a:spcAft>
                <a:spcPts val="0"/>
              </a:spcAft>
              <a:buNone/>
            </a:pPr>
            <a:r>
              <a:rPr lang="tr-TR" b="1" dirty="0">
                <a:solidFill>
                  <a:srgbClr val="7F0055"/>
                </a:solidFill>
                <a:latin typeface="Consolas" panose="020B0609020204030204" pitchFamily="49" charset="0"/>
              </a:rPr>
              <a:t> </a:t>
            </a: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public</a:t>
            </a:r>
            <a:r>
              <a:rPr lang="tr-TR" dirty="0" smtClean="0">
                <a:solidFill>
                  <a:srgbClr val="000000"/>
                </a:solidFill>
                <a:latin typeface="Consolas" panose="020B0609020204030204" pitchFamily="49" charset="0"/>
              </a:rPr>
              <a:t> </a:t>
            </a:r>
            <a:r>
              <a:rPr lang="tr-TR" dirty="0" err="1">
                <a:solidFill>
                  <a:srgbClr val="000000"/>
                </a:solidFill>
                <a:latin typeface="Consolas" panose="020B0609020204030204" pitchFamily="49" charset="0"/>
              </a:rPr>
              <a:t>SetDugum</a:t>
            </a:r>
            <a:r>
              <a:rPr lang="tr-TR" dirty="0">
                <a:solidFill>
                  <a:srgbClr val="000000"/>
                </a:solidFill>
                <a:latin typeface="Consolas" panose="020B0609020204030204" pitchFamily="49" charset="0"/>
              </a:rPr>
              <a:t>(</a:t>
            </a:r>
            <a:r>
              <a:rPr lang="tr-TR" b="1" dirty="0" err="1">
                <a:solidFill>
                  <a:srgbClr val="7F0055"/>
                </a:solidFill>
                <a:latin typeface="Consolas" panose="020B0609020204030204" pitchFamily="49" charset="0"/>
              </a:rPr>
              <a:t>int</a:t>
            </a:r>
            <a:r>
              <a:rPr lang="tr-TR" dirty="0">
                <a:solidFill>
                  <a:srgbClr val="000000"/>
                </a:solidFill>
                <a:latin typeface="Consolas" panose="020B0609020204030204" pitchFamily="49" charset="0"/>
              </a:rPr>
              <a:t> </a:t>
            </a:r>
            <a:r>
              <a:rPr lang="tr-TR" dirty="0">
                <a:solidFill>
                  <a:srgbClr val="6A3E3E"/>
                </a:solidFill>
                <a:latin typeface="Consolas" panose="020B0609020204030204" pitchFamily="49" charset="0"/>
              </a:rPr>
              <a:t>veri</a:t>
            </a:r>
            <a:r>
              <a:rPr lang="tr-TR" dirty="0">
                <a:solidFill>
                  <a:srgbClr val="000000"/>
                </a:solidFill>
                <a:latin typeface="Consolas" panose="020B0609020204030204" pitchFamily="49" charset="0"/>
              </a:rPr>
              <a:t>) {</a:t>
            </a:r>
          </a:p>
          <a:p>
            <a:pPr marL="0" marR="0" indent="0">
              <a:spcBef>
                <a:spcPts val="0"/>
              </a:spcBef>
              <a:spcAft>
                <a:spcPts val="0"/>
              </a:spcAft>
              <a:buNone/>
            </a:pP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this</a:t>
            </a:r>
            <a:r>
              <a:rPr lang="tr-TR" dirty="0" err="1" smtClean="0">
                <a:solidFill>
                  <a:srgbClr val="000000"/>
                </a:solidFill>
                <a:latin typeface="Consolas" panose="020B0609020204030204" pitchFamily="49" charset="0"/>
              </a:rPr>
              <a:t>.</a:t>
            </a:r>
            <a:r>
              <a:rPr lang="tr-TR" dirty="0" err="1" smtClean="0">
                <a:solidFill>
                  <a:srgbClr val="0000C0"/>
                </a:solidFill>
                <a:latin typeface="Consolas" panose="020B0609020204030204" pitchFamily="49" charset="0"/>
              </a:rPr>
              <a:t>veri</a:t>
            </a:r>
            <a:r>
              <a:rPr lang="tr-TR" dirty="0" smtClean="0">
                <a:solidFill>
                  <a:srgbClr val="000000"/>
                </a:solidFill>
                <a:latin typeface="Consolas" panose="020B0609020204030204" pitchFamily="49" charset="0"/>
              </a:rPr>
              <a:t> </a:t>
            </a:r>
            <a:r>
              <a:rPr lang="tr-TR" dirty="0">
                <a:solidFill>
                  <a:srgbClr val="000000"/>
                </a:solidFill>
                <a:latin typeface="Consolas" panose="020B0609020204030204" pitchFamily="49" charset="0"/>
              </a:rPr>
              <a:t>= </a:t>
            </a:r>
            <a:r>
              <a:rPr lang="tr-TR" dirty="0">
                <a:solidFill>
                  <a:srgbClr val="6A3E3E"/>
                </a:solidFill>
                <a:latin typeface="Consolas" panose="020B0609020204030204" pitchFamily="49" charset="0"/>
              </a:rPr>
              <a:t>veri</a:t>
            </a:r>
            <a:r>
              <a:rPr lang="tr-TR" dirty="0">
                <a:solidFill>
                  <a:srgbClr val="000000"/>
                </a:solidFill>
                <a:latin typeface="Consolas" panose="020B0609020204030204" pitchFamily="49" charset="0"/>
              </a:rPr>
              <a:t>;</a:t>
            </a:r>
          </a:p>
          <a:p>
            <a:pPr marL="0" marR="0" indent="0">
              <a:spcBef>
                <a:spcPts val="0"/>
              </a:spcBef>
              <a:spcAft>
                <a:spcPts val="0"/>
              </a:spcAft>
              <a:buNone/>
            </a:pP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this</a:t>
            </a:r>
            <a:r>
              <a:rPr lang="tr-TR" dirty="0" err="1" smtClean="0">
                <a:solidFill>
                  <a:srgbClr val="000000"/>
                </a:solidFill>
                <a:latin typeface="Consolas" panose="020B0609020204030204" pitchFamily="49" charset="0"/>
              </a:rPr>
              <a:t>.</a:t>
            </a:r>
            <a:r>
              <a:rPr lang="tr-TR" dirty="0" err="1" smtClean="0">
                <a:solidFill>
                  <a:srgbClr val="0000C0"/>
                </a:solidFill>
                <a:latin typeface="Consolas" panose="020B0609020204030204" pitchFamily="49" charset="0"/>
              </a:rPr>
              <a:t>ata</a:t>
            </a:r>
            <a:r>
              <a:rPr lang="tr-TR" dirty="0" smtClean="0">
                <a:solidFill>
                  <a:srgbClr val="000000"/>
                </a:solidFill>
                <a:latin typeface="Consolas" panose="020B0609020204030204" pitchFamily="49" charset="0"/>
              </a:rPr>
              <a:t> </a:t>
            </a:r>
            <a:r>
              <a:rPr lang="tr-TR" dirty="0">
                <a:solidFill>
                  <a:srgbClr val="000000"/>
                </a:solidFill>
                <a:latin typeface="Consolas" panose="020B0609020204030204" pitchFamily="49" charset="0"/>
              </a:rPr>
              <a:t>= </a:t>
            </a:r>
            <a:r>
              <a:rPr lang="tr-TR" b="1" dirty="0" err="1">
                <a:solidFill>
                  <a:srgbClr val="7F0055"/>
                </a:solidFill>
                <a:latin typeface="Consolas" panose="020B0609020204030204" pitchFamily="49" charset="0"/>
              </a:rPr>
              <a:t>this</a:t>
            </a:r>
            <a:r>
              <a:rPr lang="tr-TR" dirty="0">
                <a:solidFill>
                  <a:srgbClr val="000000"/>
                </a:solidFill>
                <a:latin typeface="Consolas" panose="020B0609020204030204" pitchFamily="49" charset="0"/>
              </a:rPr>
              <a:t>;</a:t>
            </a:r>
          </a:p>
          <a:p>
            <a:pPr marL="0" marR="0" indent="0">
              <a:spcBef>
                <a:spcPts val="0"/>
              </a:spcBef>
              <a:spcAft>
                <a:spcPts val="0"/>
              </a:spcAft>
              <a:buNone/>
            </a:pP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this</a:t>
            </a:r>
            <a:r>
              <a:rPr lang="tr-TR" dirty="0" err="1" smtClean="0">
                <a:solidFill>
                  <a:srgbClr val="000000"/>
                </a:solidFill>
                <a:latin typeface="Consolas" panose="020B0609020204030204" pitchFamily="49" charset="0"/>
              </a:rPr>
              <a:t>.</a:t>
            </a:r>
            <a:r>
              <a:rPr lang="tr-TR" dirty="0" err="1" smtClean="0">
                <a:solidFill>
                  <a:srgbClr val="0000C0"/>
                </a:solidFill>
                <a:latin typeface="Consolas" panose="020B0609020204030204" pitchFamily="49" charset="0"/>
              </a:rPr>
              <a:t>sira</a:t>
            </a:r>
            <a:r>
              <a:rPr lang="tr-TR" dirty="0" smtClean="0">
                <a:solidFill>
                  <a:srgbClr val="000000"/>
                </a:solidFill>
                <a:latin typeface="Consolas" panose="020B0609020204030204" pitchFamily="49" charset="0"/>
              </a:rPr>
              <a:t> </a:t>
            </a:r>
            <a:r>
              <a:rPr lang="tr-TR" dirty="0">
                <a:solidFill>
                  <a:srgbClr val="000000"/>
                </a:solidFill>
                <a:latin typeface="Consolas" panose="020B0609020204030204" pitchFamily="49" charset="0"/>
              </a:rPr>
              <a:t>= 0;</a:t>
            </a:r>
          </a:p>
          <a:p>
            <a:pPr marL="0" marR="0" indent="0">
              <a:spcBef>
                <a:spcPts val="0"/>
              </a:spcBef>
              <a:spcAft>
                <a:spcPts val="0"/>
              </a:spcAft>
              <a:buNone/>
            </a:pPr>
            <a:r>
              <a:rPr lang="tr-TR" dirty="0" smtClean="0">
                <a:solidFill>
                  <a:srgbClr val="000000"/>
                </a:solidFill>
                <a:latin typeface="Consolas" panose="020B0609020204030204" pitchFamily="49" charset="0"/>
              </a:rPr>
              <a:t>  }</a:t>
            </a:r>
            <a:endParaRPr lang="tr-TR" dirty="0">
              <a:solidFill>
                <a:srgbClr val="000000"/>
              </a:solidFill>
              <a:latin typeface="Consolas" panose="020B0609020204030204" pitchFamily="49" charset="0"/>
            </a:endParaRPr>
          </a:p>
          <a:p>
            <a:pPr marL="0" marR="0" indent="0">
              <a:spcBef>
                <a:spcPts val="0"/>
              </a:spcBef>
              <a:spcAft>
                <a:spcPts val="0"/>
              </a:spcAft>
              <a:buNone/>
            </a:pPr>
            <a:r>
              <a:rPr lang="tr-TR" dirty="0">
                <a:solidFill>
                  <a:srgbClr val="000000"/>
                </a:solidFill>
                <a:latin typeface="Consolas" panose="020B0609020204030204" pitchFamily="49" charset="0"/>
              </a:rPr>
              <a:t>}</a:t>
            </a:r>
          </a:p>
          <a:p>
            <a:pPr marL="0" indent="0">
              <a:buNone/>
            </a:pP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120</a:t>
            </a:fld>
            <a:endParaRPr lang="en-US" dirty="0"/>
          </a:p>
        </p:txBody>
      </p:sp>
    </p:spTree>
    <p:extLst>
      <p:ext uri="{BB962C8B-B14F-4D97-AF65-F5344CB8AC3E}">
        <p14:creationId xmlns:p14="http://schemas.microsoft.com/office/powerpoint/2010/main" val="282750150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smtClean="0"/>
              <a:t>Find</a:t>
            </a:r>
            <a:r>
              <a:rPr lang="tr-TR" dirty="0" smtClean="0"/>
              <a:t> İşlemi</a:t>
            </a:r>
            <a:endParaRPr lang="tr-TR" dirty="0"/>
          </a:p>
        </p:txBody>
      </p:sp>
      <p:sp>
        <p:nvSpPr>
          <p:cNvPr id="3" name="Content Placeholder 2"/>
          <p:cNvSpPr>
            <a:spLocks noGrp="1"/>
          </p:cNvSpPr>
          <p:nvPr>
            <p:ph idx="1"/>
          </p:nvPr>
        </p:nvSpPr>
        <p:spPr/>
        <p:txBody>
          <a:bodyPr/>
          <a:lstStyle/>
          <a:p>
            <a:pPr marL="0" marR="0" indent="0">
              <a:spcBef>
                <a:spcPts val="0"/>
              </a:spcBef>
              <a:spcAft>
                <a:spcPts val="0"/>
              </a:spcAft>
              <a:buNone/>
            </a:pPr>
            <a:r>
              <a:rPr lang="tr-TR" dirty="0" err="1">
                <a:solidFill>
                  <a:srgbClr val="000000"/>
                </a:solidFill>
                <a:latin typeface="Consolas" panose="020B0609020204030204" pitchFamily="49" charset="0"/>
              </a:rPr>
              <a:t>SetDugum</a:t>
            </a:r>
            <a:r>
              <a:rPr lang="tr-TR" dirty="0">
                <a:solidFill>
                  <a:srgbClr val="000000"/>
                </a:solidFill>
                <a:latin typeface="Consolas" panose="020B0609020204030204" pitchFamily="49" charset="0"/>
              </a:rPr>
              <a:t> </a:t>
            </a:r>
            <a:r>
              <a:rPr lang="tr-TR" dirty="0" err="1">
                <a:solidFill>
                  <a:srgbClr val="000000"/>
                </a:solidFill>
                <a:latin typeface="Consolas" panose="020B0609020204030204" pitchFamily="49" charset="0"/>
              </a:rPr>
              <a:t>find</a:t>
            </a:r>
            <a:r>
              <a:rPr lang="tr-TR" dirty="0">
                <a:solidFill>
                  <a:srgbClr val="000000"/>
                </a:solidFill>
                <a:latin typeface="Consolas" panose="020B0609020204030204" pitchFamily="49" charset="0"/>
              </a:rPr>
              <a:t>(</a:t>
            </a:r>
            <a:r>
              <a:rPr lang="tr-TR" dirty="0" err="1">
                <a:solidFill>
                  <a:srgbClr val="000000"/>
                </a:solidFill>
                <a:latin typeface="Consolas" panose="020B0609020204030204" pitchFamily="49" charset="0"/>
              </a:rPr>
              <a:t>SetDugum</a:t>
            </a:r>
            <a:r>
              <a:rPr lang="tr-TR" dirty="0">
                <a:solidFill>
                  <a:srgbClr val="000000"/>
                </a:solidFill>
                <a:latin typeface="Consolas" panose="020B0609020204030204" pitchFamily="49" charset="0"/>
              </a:rPr>
              <a:t> </a:t>
            </a:r>
            <a:r>
              <a:rPr lang="tr-TR" dirty="0" err="1">
                <a:solidFill>
                  <a:srgbClr val="6A3E3E"/>
                </a:solidFill>
                <a:latin typeface="Consolas" panose="020B0609020204030204" pitchFamily="49" charset="0"/>
              </a:rPr>
              <a:t>node</a:t>
            </a:r>
            <a:r>
              <a:rPr lang="tr-TR" dirty="0">
                <a:solidFill>
                  <a:srgbClr val="000000"/>
                </a:solidFill>
                <a:latin typeface="Consolas" panose="020B0609020204030204" pitchFamily="49" charset="0"/>
              </a:rPr>
              <a:t>) {</a:t>
            </a:r>
          </a:p>
          <a:p>
            <a:pPr marL="0" marR="0" indent="0">
              <a:spcBef>
                <a:spcPts val="0"/>
              </a:spcBef>
              <a:spcAft>
                <a:spcPts val="0"/>
              </a:spcAft>
              <a:buNone/>
            </a:pPr>
            <a:endParaRPr lang="tr-TR" b="1" dirty="0" smtClean="0">
              <a:solidFill>
                <a:srgbClr val="7F0055"/>
              </a:solidFill>
              <a:latin typeface="Consolas" panose="020B0609020204030204" pitchFamily="49" charset="0"/>
            </a:endParaRPr>
          </a:p>
          <a:p>
            <a:pPr marL="0" marR="0" indent="0">
              <a:spcBef>
                <a:spcPts val="0"/>
              </a:spcBef>
              <a:spcAft>
                <a:spcPts val="0"/>
              </a:spcAft>
              <a:buNone/>
            </a:pPr>
            <a:r>
              <a:rPr lang="tr-TR" b="1" dirty="0">
                <a:solidFill>
                  <a:srgbClr val="7F0055"/>
                </a:solidFill>
                <a:latin typeface="Consolas" panose="020B0609020204030204" pitchFamily="49" charset="0"/>
              </a:rPr>
              <a:t> </a:t>
            </a: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if</a:t>
            </a:r>
            <a:r>
              <a:rPr lang="tr-TR" dirty="0" smtClean="0">
                <a:solidFill>
                  <a:srgbClr val="000000"/>
                </a:solidFill>
                <a:latin typeface="Consolas" panose="020B0609020204030204" pitchFamily="49" charset="0"/>
              </a:rPr>
              <a:t> </a:t>
            </a:r>
            <a:r>
              <a:rPr lang="tr-TR" dirty="0">
                <a:solidFill>
                  <a:srgbClr val="000000"/>
                </a:solidFill>
                <a:latin typeface="Consolas" panose="020B0609020204030204" pitchFamily="49" charset="0"/>
              </a:rPr>
              <a:t>(</a:t>
            </a:r>
            <a:r>
              <a:rPr lang="tr-TR" dirty="0" err="1">
                <a:solidFill>
                  <a:srgbClr val="6A3E3E"/>
                </a:solidFill>
                <a:latin typeface="Consolas" panose="020B0609020204030204" pitchFamily="49" charset="0"/>
              </a:rPr>
              <a:t>node</a:t>
            </a:r>
            <a:r>
              <a:rPr lang="tr-TR" dirty="0">
                <a:solidFill>
                  <a:srgbClr val="000000"/>
                </a:solidFill>
                <a:latin typeface="Consolas" panose="020B0609020204030204" pitchFamily="49" charset="0"/>
              </a:rPr>
              <a:t> != </a:t>
            </a:r>
            <a:r>
              <a:rPr lang="tr-TR" dirty="0" err="1">
                <a:solidFill>
                  <a:srgbClr val="6A3E3E"/>
                </a:solidFill>
                <a:latin typeface="Consolas" panose="020B0609020204030204" pitchFamily="49" charset="0"/>
              </a:rPr>
              <a:t>node</a:t>
            </a:r>
            <a:r>
              <a:rPr lang="tr-TR" dirty="0" err="1">
                <a:solidFill>
                  <a:srgbClr val="000000"/>
                </a:solidFill>
                <a:latin typeface="Consolas" panose="020B0609020204030204" pitchFamily="49" charset="0"/>
              </a:rPr>
              <a:t>.</a:t>
            </a:r>
            <a:r>
              <a:rPr lang="tr-TR" dirty="0" err="1">
                <a:solidFill>
                  <a:srgbClr val="0000C0"/>
                </a:solidFill>
                <a:latin typeface="Consolas" panose="020B0609020204030204" pitchFamily="49" charset="0"/>
              </a:rPr>
              <a:t>ata</a:t>
            </a:r>
            <a:r>
              <a:rPr lang="tr-TR" dirty="0">
                <a:solidFill>
                  <a:srgbClr val="000000"/>
                </a:solidFill>
                <a:latin typeface="Consolas" panose="020B0609020204030204" pitchFamily="49" charset="0"/>
              </a:rPr>
              <a:t>) {</a:t>
            </a:r>
          </a:p>
          <a:p>
            <a:pPr marL="0" marR="0" indent="0">
              <a:spcBef>
                <a:spcPts val="0"/>
              </a:spcBef>
              <a:spcAft>
                <a:spcPts val="0"/>
              </a:spcAft>
              <a:buNone/>
            </a:pPr>
            <a:r>
              <a:rPr lang="tr-TR" dirty="0" smtClean="0">
                <a:solidFill>
                  <a:srgbClr val="3F7F5F"/>
                </a:solidFill>
                <a:latin typeface="Consolas" panose="020B0609020204030204" pitchFamily="49" charset="0"/>
              </a:rPr>
              <a:t>  // </a:t>
            </a:r>
            <a:r>
              <a:rPr lang="tr-TR" dirty="0">
                <a:solidFill>
                  <a:srgbClr val="3F7F5F"/>
                </a:solidFill>
                <a:latin typeface="Consolas" panose="020B0609020204030204" pitchFamily="49" charset="0"/>
              </a:rPr>
              <a:t>yol kısaltma</a:t>
            </a:r>
            <a:endParaRPr lang="tr-TR" dirty="0">
              <a:solidFill>
                <a:srgbClr val="000000"/>
              </a:solidFill>
              <a:latin typeface="Consolas" panose="020B0609020204030204" pitchFamily="49" charset="0"/>
            </a:endParaRPr>
          </a:p>
          <a:p>
            <a:pPr marL="0" marR="0" indent="0">
              <a:spcBef>
                <a:spcPts val="0"/>
              </a:spcBef>
              <a:spcAft>
                <a:spcPts val="0"/>
              </a:spcAft>
              <a:buNone/>
            </a:pPr>
            <a:r>
              <a:rPr lang="tr-TR" dirty="0" smtClean="0">
                <a:solidFill>
                  <a:srgbClr val="6A3E3E"/>
                </a:solidFill>
                <a:latin typeface="Consolas" panose="020B0609020204030204" pitchFamily="49" charset="0"/>
              </a:rPr>
              <a:t>    </a:t>
            </a:r>
            <a:r>
              <a:rPr lang="tr-TR" dirty="0" err="1" smtClean="0">
                <a:solidFill>
                  <a:srgbClr val="6A3E3E"/>
                </a:solidFill>
                <a:latin typeface="Consolas" panose="020B0609020204030204" pitchFamily="49" charset="0"/>
              </a:rPr>
              <a:t>node</a:t>
            </a:r>
            <a:r>
              <a:rPr lang="tr-TR" dirty="0" err="1" smtClean="0">
                <a:solidFill>
                  <a:srgbClr val="000000"/>
                </a:solidFill>
                <a:latin typeface="Consolas" panose="020B0609020204030204" pitchFamily="49" charset="0"/>
              </a:rPr>
              <a:t>.</a:t>
            </a:r>
            <a:r>
              <a:rPr lang="tr-TR" dirty="0" err="1" smtClean="0">
                <a:solidFill>
                  <a:srgbClr val="0000C0"/>
                </a:solidFill>
                <a:latin typeface="Consolas" panose="020B0609020204030204" pitchFamily="49" charset="0"/>
              </a:rPr>
              <a:t>ata</a:t>
            </a:r>
            <a:r>
              <a:rPr lang="tr-TR" dirty="0" smtClean="0">
                <a:solidFill>
                  <a:srgbClr val="000000"/>
                </a:solidFill>
                <a:latin typeface="Consolas" panose="020B0609020204030204" pitchFamily="49" charset="0"/>
              </a:rPr>
              <a:t> </a:t>
            </a:r>
            <a:r>
              <a:rPr lang="tr-TR" dirty="0">
                <a:solidFill>
                  <a:srgbClr val="000000"/>
                </a:solidFill>
                <a:latin typeface="Consolas" panose="020B0609020204030204" pitchFamily="49" charset="0"/>
              </a:rPr>
              <a:t>= </a:t>
            </a:r>
            <a:r>
              <a:rPr lang="tr-TR" dirty="0" err="1">
                <a:solidFill>
                  <a:srgbClr val="000000"/>
                </a:solidFill>
                <a:latin typeface="Consolas" panose="020B0609020204030204" pitchFamily="49" charset="0"/>
              </a:rPr>
              <a:t>find</a:t>
            </a:r>
            <a:r>
              <a:rPr lang="tr-TR" dirty="0">
                <a:solidFill>
                  <a:srgbClr val="000000"/>
                </a:solidFill>
                <a:latin typeface="Consolas" panose="020B0609020204030204" pitchFamily="49" charset="0"/>
              </a:rPr>
              <a:t>(</a:t>
            </a:r>
            <a:r>
              <a:rPr lang="tr-TR" dirty="0" err="1">
                <a:solidFill>
                  <a:srgbClr val="6A3E3E"/>
                </a:solidFill>
                <a:latin typeface="Consolas" panose="020B0609020204030204" pitchFamily="49" charset="0"/>
              </a:rPr>
              <a:t>node</a:t>
            </a:r>
            <a:r>
              <a:rPr lang="tr-TR" dirty="0" err="1">
                <a:solidFill>
                  <a:srgbClr val="000000"/>
                </a:solidFill>
                <a:latin typeface="Consolas" panose="020B0609020204030204" pitchFamily="49" charset="0"/>
              </a:rPr>
              <a:t>.</a:t>
            </a:r>
            <a:r>
              <a:rPr lang="tr-TR" dirty="0" err="1">
                <a:solidFill>
                  <a:srgbClr val="0000C0"/>
                </a:solidFill>
                <a:latin typeface="Consolas" panose="020B0609020204030204" pitchFamily="49" charset="0"/>
              </a:rPr>
              <a:t>ata</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smtClean="0">
                <a:solidFill>
                  <a:srgbClr val="000000"/>
                </a:solidFill>
                <a:latin typeface="Consolas" panose="020B0609020204030204" pitchFamily="49" charset="0"/>
              </a:rPr>
              <a:t>  }</a:t>
            </a:r>
            <a:endParaRPr lang="tr-TR" dirty="0">
              <a:solidFill>
                <a:srgbClr val="000000"/>
              </a:solidFill>
              <a:latin typeface="Consolas" panose="020B0609020204030204" pitchFamily="49" charset="0"/>
            </a:endParaRPr>
          </a:p>
          <a:p>
            <a:pPr marL="0" marR="0" indent="0">
              <a:spcBef>
                <a:spcPts val="0"/>
              </a:spcBef>
              <a:spcAft>
                <a:spcPts val="0"/>
              </a:spcAft>
              <a:buNone/>
            </a:pP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return</a:t>
            </a:r>
            <a:r>
              <a:rPr lang="tr-TR" dirty="0" smtClean="0">
                <a:solidFill>
                  <a:srgbClr val="000000"/>
                </a:solidFill>
                <a:latin typeface="Consolas" panose="020B0609020204030204" pitchFamily="49" charset="0"/>
              </a:rPr>
              <a:t> </a:t>
            </a:r>
            <a:r>
              <a:rPr lang="tr-TR" dirty="0" err="1">
                <a:solidFill>
                  <a:srgbClr val="6A3E3E"/>
                </a:solidFill>
                <a:latin typeface="Consolas" panose="020B0609020204030204" pitchFamily="49" charset="0"/>
              </a:rPr>
              <a:t>node</a:t>
            </a:r>
            <a:r>
              <a:rPr lang="tr-TR" dirty="0" err="1">
                <a:solidFill>
                  <a:srgbClr val="000000"/>
                </a:solidFill>
                <a:latin typeface="Consolas" panose="020B0609020204030204" pitchFamily="49" charset="0"/>
              </a:rPr>
              <a:t>.</a:t>
            </a:r>
            <a:r>
              <a:rPr lang="tr-TR" dirty="0" err="1">
                <a:solidFill>
                  <a:srgbClr val="0000C0"/>
                </a:solidFill>
                <a:latin typeface="Consolas" panose="020B0609020204030204" pitchFamily="49" charset="0"/>
              </a:rPr>
              <a:t>ata</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a:solidFill>
                  <a:srgbClr val="000000"/>
                </a:solidFill>
                <a:latin typeface="Consolas" panose="020B0609020204030204" pitchFamily="49" charset="0"/>
              </a:rPr>
              <a:t>}</a:t>
            </a:r>
          </a:p>
          <a:p>
            <a:pPr marL="0" indent="0">
              <a:buNone/>
            </a:pP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121</a:t>
            </a:fld>
            <a:endParaRPr lang="en-US" dirty="0"/>
          </a:p>
        </p:txBody>
      </p:sp>
    </p:spTree>
    <p:extLst>
      <p:ext uri="{BB962C8B-B14F-4D97-AF65-F5344CB8AC3E}">
        <p14:creationId xmlns:p14="http://schemas.microsoft.com/office/powerpoint/2010/main" val="61091444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smtClean="0"/>
              <a:t>Union</a:t>
            </a:r>
            <a:r>
              <a:rPr lang="tr-TR" dirty="0" smtClean="0"/>
              <a:t> İşlemi</a:t>
            </a:r>
            <a:endParaRPr lang="tr-TR" dirty="0"/>
          </a:p>
        </p:txBody>
      </p:sp>
      <p:sp>
        <p:nvSpPr>
          <p:cNvPr id="3" name="Content Placeholder 2"/>
          <p:cNvSpPr>
            <a:spLocks noGrp="1"/>
          </p:cNvSpPr>
          <p:nvPr>
            <p:ph idx="1"/>
          </p:nvPr>
        </p:nvSpPr>
        <p:spPr/>
        <p:txBody>
          <a:bodyPr>
            <a:normAutofit lnSpcReduction="10000"/>
          </a:bodyPr>
          <a:lstStyle/>
          <a:p>
            <a:pPr marL="0" marR="0" indent="0">
              <a:spcBef>
                <a:spcPts val="0"/>
              </a:spcBef>
              <a:spcAft>
                <a:spcPts val="0"/>
              </a:spcAft>
              <a:buNone/>
            </a:pPr>
            <a:r>
              <a:rPr lang="tr-TR" b="1" dirty="0" err="1">
                <a:solidFill>
                  <a:srgbClr val="7F0055"/>
                </a:solidFill>
                <a:latin typeface="Consolas" panose="020B0609020204030204" pitchFamily="49" charset="0"/>
              </a:rPr>
              <a:t>void</a:t>
            </a:r>
            <a:r>
              <a:rPr lang="tr-TR" dirty="0">
                <a:solidFill>
                  <a:srgbClr val="000000"/>
                </a:solidFill>
                <a:latin typeface="Consolas" panose="020B0609020204030204" pitchFamily="49" charset="0"/>
              </a:rPr>
              <a:t> </a:t>
            </a:r>
            <a:r>
              <a:rPr lang="tr-TR" dirty="0" err="1">
                <a:solidFill>
                  <a:srgbClr val="000000"/>
                </a:solidFill>
                <a:latin typeface="Consolas" panose="020B0609020204030204" pitchFamily="49" charset="0"/>
              </a:rPr>
              <a:t>union</a:t>
            </a:r>
            <a:r>
              <a:rPr lang="tr-TR" dirty="0">
                <a:solidFill>
                  <a:srgbClr val="000000"/>
                </a:solidFill>
                <a:latin typeface="Consolas" panose="020B0609020204030204" pitchFamily="49" charset="0"/>
              </a:rPr>
              <a:t>(</a:t>
            </a:r>
            <a:r>
              <a:rPr lang="tr-TR" dirty="0" err="1">
                <a:solidFill>
                  <a:srgbClr val="000000"/>
                </a:solidFill>
                <a:latin typeface="Consolas" panose="020B0609020204030204" pitchFamily="49" charset="0"/>
              </a:rPr>
              <a:t>SetDugum</a:t>
            </a:r>
            <a:r>
              <a:rPr lang="tr-TR" dirty="0">
                <a:solidFill>
                  <a:srgbClr val="000000"/>
                </a:solidFill>
                <a:latin typeface="Consolas" panose="020B0609020204030204" pitchFamily="49" charset="0"/>
              </a:rPr>
              <a:t> </a:t>
            </a:r>
            <a:r>
              <a:rPr lang="tr-TR" dirty="0">
                <a:solidFill>
                  <a:srgbClr val="6A3E3E"/>
                </a:solidFill>
                <a:latin typeface="Consolas" panose="020B0609020204030204" pitchFamily="49" charset="0"/>
              </a:rPr>
              <a:t>x</a:t>
            </a:r>
            <a:r>
              <a:rPr lang="tr-TR" dirty="0">
                <a:solidFill>
                  <a:srgbClr val="000000"/>
                </a:solidFill>
                <a:latin typeface="Consolas" panose="020B0609020204030204" pitchFamily="49" charset="0"/>
              </a:rPr>
              <a:t>, </a:t>
            </a:r>
            <a:r>
              <a:rPr lang="tr-TR" dirty="0" err="1">
                <a:solidFill>
                  <a:srgbClr val="000000"/>
                </a:solidFill>
                <a:latin typeface="Consolas" panose="020B0609020204030204" pitchFamily="49" charset="0"/>
              </a:rPr>
              <a:t>SetDugum</a:t>
            </a:r>
            <a:r>
              <a:rPr lang="tr-TR" dirty="0">
                <a:solidFill>
                  <a:srgbClr val="000000"/>
                </a:solidFill>
                <a:latin typeface="Consolas" panose="020B0609020204030204" pitchFamily="49" charset="0"/>
              </a:rPr>
              <a:t> </a:t>
            </a:r>
            <a:r>
              <a:rPr lang="tr-TR" dirty="0">
                <a:solidFill>
                  <a:srgbClr val="6A3E3E"/>
                </a:solidFill>
                <a:latin typeface="Consolas" panose="020B0609020204030204" pitchFamily="49" charset="0"/>
              </a:rPr>
              <a:t>y</a:t>
            </a:r>
            <a:r>
              <a:rPr lang="tr-TR" dirty="0">
                <a:solidFill>
                  <a:srgbClr val="000000"/>
                </a:solidFill>
                <a:latin typeface="Consolas" panose="020B0609020204030204" pitchFamily="49" charset="0"/>
              </a:rPr>
              <a:t>) {</a:t>
            </a:r>
          </a:p>
          <a:p>
            <a:pPr marL="0" marR="0" indent="0">
              <a:spcBef>
                <a:spcPts val="0"/>
              </a:spcBef>
              <a:spcAft>
                <a:spcPts val="0"/>
              </a:spcAft>
              <a:buNone/>
            </a:pPr>
            <a:r>
              <a:rPr lang="tr-TR" dirty="0" smtClean="0">
                <a:solidFill>
                  <a:srgbClr val="000000"/>
                </a:solidFill>
                <a:latin typeface="Consolas" panose="020B0609020204030204" pitchFamily="49" charset="0"/>
              </a:rPr>
              <a:t>  </a:t>
            </a:r>
            <a:r>
              <a:rPr lang="tr-TR" dirty="0" err="1" smtClean="0">
                <a:solidFill>
                  <a:srgbClr val="000000"/>
                </a:solidFill>
                <a:latin typeface="Consolas" panose="020B0609020204030204" pitchFamily="49" charset="0"/>
              </a:rPr>
              <a:t>SetDugum</a:t>
            </a:r>
            <a:r>
              <a:rPr lang="tr-TR" dirty="0" smtClean="0">
                <a:solidFill>
                  <a:srgbClr val="000000"/>
                </a:solidFill>
                <a:latin typeface="Consolas" panose="020B0609020204030204" pitchFamily="49" charset="0"/>
              </a:rPr>
              <a:t> </a:t>
            </a:r>
            <a:r>
              <a:rPr lang="tr-TR" dirty="0" err="1">
                <a:solidFill>
                  <a:srgbClr val="6A3E3E"/>
                </a:solidFill>
                <a:latin typeface="Consolas" panose="020B0609020204030204" pitchFamily="49" charset="0"/>
              </a:rPr>
              <a:t>kokX</a:t>
            </a:r>
            <a:r>
              <a:rPr lang="tr-TR" dirty="0">
                <a:solidFill>
                  <a:srgbClr val="000000"/>
                </a:solidFill>
                <a:latin typeface="Consolas" panose="020B0609020204030204" pitchFamily="49" charset="0"/>
              </a:rPr>
              <a:t> = </a:t>
            </a:r>
            <a:r>
              <a:rPr lang="tr-TR" dirty="0" err="1">
                <a:solidFill>
                  <a:srgbClr val="000000"/>
                </a:solidFill>
                <a:latin typeface="Consolas" panose="020B0609020204030204" pitchFamily="49" charset="0"/>
              </a:rPr>
              <a:t>find</a:t>
            </a:r>
            <a:r>
              <a:rPr lang="tr-TR" dirty="0">
                <a:solidFill>
                  <a:srgbClr val="000000"/>
                </a:solidFill>
                <a:latin typeface="Consolas" panose="020B0609020204030204" pitchFamily="49" charset="0"/>
              </a:rPr>
              <a:t>(</a:t>
            </a:r>
            <a:r>
              <a:rPr lang="tr-TR" dirty="0">
                <a:solidFill>
                  <a:srgbClr val="6A3E3E"/>
                </a:solidFill>
                <a:latin typeface="Consolas" panose="020B0609020204030204" pitchFamily="49" charset="0"/>
              </a:rPr>
              <a:t>x</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smtClean="0">
                <a:solidFill>
                  <a:srgbClr val="000000"/>
                </a:solidFill>
                <a:latin typeface="Consolas" panose="020B0609020204030204" pitchFamily="49" charset="0"/>
              </a:rPr>
              <a:t>  </a:t>
            </a:r>
            <a:r>
              <a:rPr lang="tr-TR" dirty="0" err="1" smtClean="0">
                <a:solidFill>
                  <a:srgbClr val="000000"/>
                </a:solidFill>
                <a:latin typeface="Consolas" panose="020B0609020204030204" pitchFamily="49" charset="0"/>
              </a:rPr>
              <a:t>SetDugum</a:t>
            </a:r>
            <a:r>
              <a:rPr lang="tr-TR" dirty="0" smtClean="0">
                <a:solidFill>
                  <a:srgbClr val="000000"/>
                </a:solidFill>
                <a:latin typeface="Consolas" panose="020B0609020204030204" pitchFamily="49" charset="0"/>
              </a:rPr>
              <a:t> </a:t>
            </a:r>
            <a:r>
              <a:rPr lang="tr-TR" dirty="0" err="1">
                <a:solidFill>
                  <a:srgbClr val="6A3E3E"/>
                </a:solidFill>
                <a:latin typeface="Consolas" panose="020B0609020204030204" pitchFamily="49" charset="0"/>
              </a:rPr>
              <a:t>kokY</a:t>
            </a:r>
            <a:r>
              <a:rPr lang="tr-TR" dirty="0">
                <a:solidFill>
                  <a:srgbClr val="000000"/>
                </a:solidFill>
                <a:latin typeface="Consolas" panose="020B0609020204030204" pitchFamily="49" charset="0"/>
              </a:rPr>
              <a:t> = </a:t>
            </a:r>
            <a:r>
              <a:rPr lang="tr-TR" dirty="0" err="1">
                <a:solidFill>
                  <a:srgbClr val="000000"/>
                </a:solidFill>
                <a:latin typeface="Consolas" panose="020B0609020204030204" pitchFamily="49" charset="0"/>
              </a:rPr>
              <a:t>find</a:t>
            </a:r>
            <a:r>
              <a:rPr lang="tr-TR" dirty="0">
                <a:solidFill>
                  <a:srgbClr val="000000"/>
                </a:solidFill>
                <a:latin typeface="Consolas" panose="020B0609020204030204" pitchFamily="49" charset="0"/>
              </a:rPr>
              <a:t>(</a:t>
            </a:r>
            <a:r>
              <a:rPr lang="tr-TR" dirty="0">
                <a:solidFill>
                  <a:srgbClr val="6A3E3E"/>
                </a:solidFill>
                <a:latin typeface="Consolas" panose="020B0609020204030204" pitchFamily="49" charset="0"/>
              </a:rPr>
              <a:t>y</a:t>
            </a:r>
            <a:r>
              <a:rPr lang="tr-TR" dirty="0">
                <a:solidFill>
                  <a:srgbClr val="000000"/>
                </a:solidFill>
                <a:latin typeface="Consolas" panose="020B0609020204030204" pitchFamily="49" charset="0"/>
              </a:rPr>
              <a:t>);</a:t>
            </a:r>
          </a:p>
          <a:p>
            <a:pPr marL="0" indent="0">
              <a:spcBef>
                <a:spcPts val="0"/>
              </a:spcBef>
              <a:buNone/>
            </a:pP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if</a:t>
            </a:r>
            <a:r>
              <a:rPr lang="tr-TR" dirty="0" smtClean="0">
                <a:solidFill>
                  <a:srgbClr val="000000"/>
                </a:solidFill>
                <a:latin typeface="Consolas" panose="020B0609020204030204" pitchFamily="49" charset="0"/>
              </a:rPr>
              <a:t> </a:t>
            </a:r>
            <a:r>
              <a:rPr lang="tr-TR" dirty="0">
                <a:solidFill>
                  <a:srgbClr val="000000"/>
                </a:solidFill>
                <a:latin typeface="Consolas" panose="020B0609020204030204" pitchFamily="49" charset="0"/>
              </a:rPr>
              <a:t>(</a:t>
            </a:r>
            <a:r>
              <a:rPr lang="tr-TR" dirty="0" err="1">
                <a:solidFill>
                  <a:srgbClr val="6A3E3E"/>
                </a:solidFill>
                <a:latin typeface="Consolas" panose="020B0609020204030204" pitchFamily="49" charset="0"/>
              </a:rPr>
              <a:t>kokX</a:t>
            </a:r>
            <a:r>
              <a:rPr lang="tr-TR" dirty="0">
                <a:solidFill>
                  <a:srgbClr val="000000"/>
                </a:solidFill>
                <a:latin typeface="Consolas" panose="020B0609020204030204" pitchFamily="49" charset="0"/>
              </a:rPr>
              <a:t> != </a:t>
            </a:r>
            <a:r>
              <a:rPr lang="tr-TR" dirty="0" err="1">
                <a:solidFill>
                  <a:srgbClr val="6A3E3E"/>
                </a:solidFill>
                <a:latin typeface="Consolas" panose="020B0609020204030204" pitchFamily="49" charset="0"/>
              </a:rPr>
              <a:t>kokY</a:t>
            </a:r>
            <a:r>
              <a:rPr lang="tr-TR" dirty="0">
                <a:solidFill>
                  <a:srgbClr val="000000"/>
                </a:solidFill>
                <a:latin typeface="Consolas" panose="020B0609020204030204" pitchFamily="49" charset="0"/>
              </a:rPr>
              <a:t>) </a:t>
            </a:r>
            <a:r>
              <a:rPr lang="tr-TR" dirty="0" smtClean="0">
                <a:solidFill>
                  <a:srgbClr val="000000"/>
                </a:solidFill>
                <a:latin typeface="Consolas" panose="020B0609020204030204" pitchFamily="49" charset="0"/>
              </a:rPr>
              <a:t>{</a:t>
            </a:r>
            <a:r>
              <a:rPr lang="tr-TR" dirty="0">
                <a:solidFill>
                  <a:srgbClr val="3F7F5F"/>
                </a:solidFill>
                <a:latin typeface="Consolas" panose="020B0609020204030204" pitchFamily="49" charset="0"/>
              </a:rPr>
              <a:t>// ağaç büyüklüğüne göre </a:t>
            </a:r>
            <a:r>
              <a:rPr lang="tr-TR" dirty="0" smtClean="0">
                <a:solidFill>
                  <a:srgbClr val="3F7F5F"/>
                </a:solidFill>
                <a:latin typeface="Consolas" panose="020B0609020204030204" pitchFamily="49" charset="0"/>
              </a:rPr>
              <a:t>birleştirme</a:t>
            </a:r>
            <a:endParaRPr lang="tr-TR" dirty="0">
              <a:solidFill>
                <a:srgbClr val="000000"/>
              </a:solidFill>
              <a:latin typeface="Consolas" panose="020B0609020204030204" pitchFamily="49" charset="0"/>
            </a:endParaRPr>
          </a:p>
          <a:p>
            <a:pPr marL="0" marR="0" indent="0">
              <a:spcBef>
                <a:spcPts val="0"/>
              </a:spcBef>
              <a:spcAft>
                <a:spcPts val="0"/>
              </a:spcAft>
              <a:buNone/>
            </a:pP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if</a:t>
            </a:r>
            <a:r>
              <a:rPr lang="tr-TR" dirty="0" smtClean="0">
                <a:solidFill>
                  <a:srgbClr val="000000"/>
                </a:solidFill>
                <a:latin typeface="Consolas" panose="020B0609020204030204" pitchFamily="49" charset="0"/>
              </a:rPr>
              <a:t> </a:t>
            </a:r>
            <a:r>
              <a:rPr lang="tr-TR" dirty="0">
                <a:solidFill>
                  <a:srgbClr val="000000"/>
                </a:solidFill>
                <a:latin typeface="Consolas" panose="020B0609020204030204" pitchFamily="49" charset="0"/>
              </a:rPr>
              <a:t>(</a:t>
            </a:r>
            <a:r>
              <a:rPr lang="tr-TR" dirty="0" err="1">
                <a:solidFill>
                  <a:srgbClr val="6A3E3E"/>
                </a:solidFill>
                <a:latin typeface="Consolas" panose="020B0609020204030204" pitchFamily="49" charset="0"/>
              </a:rPr>
              <a:t>kokX</a:t>
            </a:r>
            <a:r>
              <a:rPr lang="tr-TR" dirty="0" err="1">
                <a:solidFill>
                  <a:srgbClr val="000000"/>
                </a:solidFill>
                <a:latin typeface="Consolas" panose="020B0609020204030204" pitchFamily="49" charset="0"/>
              </a:rPr>
              <a:t>.</a:t>
            </a:r>
            <a:r>
              <a:rPr lang="tr-TR" dirty="0" err="1">
                <a:solidFill>
                  <a:srgbClr val="0000C0"/>
                </a:solidFill>
                <a:latin typeface="Consolas" panose="020B0609020204030204" pitchFamily="49" charset="0"/>
              </a:rPr>
              <a:t>sira</a:t>
            </a:r>
            <a:r>
              <a:rPr lang="tr-TR" dirty="0">
                <a:solidFill>
                  <a:srgbClr val="000000"/>
                </a:solidFill>
                <a:latin typeface="Consolas" panose="020B0609020204030204" pitchFamily="49" charset="0"/>
              </a:rPr>
              <a:t> &lt; </a:t>
            </a:r>
            <a:r>
              <a:rPr lang="tr-TR" dirty="0" err="1">
                <a:solidFill>
                  <a:srgbClr val="6A3E3E"/>
                </a:solidFill>
                <a:latin typeface="Consolas" panose="020B0609020204030204" pitchFamily="49" charset="0"/>
              </a:rPr>
              <a:t>kokY</a:t>
            </a:r>
            <a:r>
              <a:rPr lang="tr-TR" dirty="0" err="1">
                <a:solidFill>
                  <a:srgbClr val="000000"/>
                </a:solidFill>
                <a:latin typeface="Consolas" panose="020B0609020204030204" pitchFamily="49" charset="0"/>
              </a:rPr>
              <a:t>.</a:t>
            </a:r>
            <a:r>
              <a:rPr lang="tr-TR" dirty="0" err="1">
                <a:solidFill>
                  <a:srgbClr val="0000C0"/>
                </a:solidFill>
                <a:latin typeface="Consolas" panose="020B0609020204030204" pitchFamily="49" charset="0"/>
              </a:rPr>
              <a:t>sira</a:t>
            </a:r>
            <a:r>
              <a:rPr lang="tr-TR" dirty="0">
                <a:solidFill>
                  <a:srgbClr val="000000"/>
                </a:solidFill>
                <a:latin typeface="Consolas" panose="020B0609020204030204" pitchFamily="49" charset="0"/>
              </a:rPr>
              <a:t>) {</a:t>
            </a:r>
          </a:p>
          <a:p>
            <a:pPr marL="0" marR="0" indent="0">
              <a:spcBef>
                <a:spcPts val="0"/>
              </a:spcBef>
              <a:spcAft>
                <a:spcPts val="0"/>
              </a:spcAft>
              <a:buNone/>
            </a:pPr>
            <a:r>
              <a:rPr lang="tr-TR" dirty="0" smtClean="0">
                <a:solidFill>
                  <a:srgbClr val="6A3E3E"/>
                </a:solidFill>
                <a:latin typeface="Consolas" panose="020B0609020204030204" pitchFamily="49" charset="0"/>
              </a:rPr>
              <a:t>      </a:t>
            </a:r>
            <a:r>
              <a:rPr lang="tr-TR" dirty="0" err="1" smtClean="0">
                <a:solidFill>
                  <a:srgbClr val="6A3E3E"/>
                </a:solidFill>
                <a:latin typeface="Consolas" panose="020B0609020204030204" pitchFamily="49" charset="0"/>
              </a:rPr>
              <a:t>kokX</a:t>
            </a:r>
            <a:r>
              <a:rPr lang="tr-TR" dirty="0" err="1" smtClean="0">
                <a:solidFill>
                  <a:srgbClr val="000000"/>
                </a:solidFill>
                <a:latin typeface="Consolas" panose="020B0609020204030204" pitchFamily="49" charset="0"/>
              </a:rPr>
              <a:t>.</a:t>
            </a:r>
            <a:r>
              <a:rPr lang="tr-TR" dirty="0" err="1" smtClean="0">
                <a:solidFill>
                  <a:srgbClr val="0000C0"/>
                </a:solidFill>
                <a:latin typeface="Consolas" panose="020B0609020204030204" pitchFamily="49" charset="0"/>
              </a:rPr>
              <a:t>ata</a:t>
            </a:r>
            <a:r>
              <a:rPr lang="tr-TR" dirty="0" smtClean="0">
                <a:solidFill>
                  <a:srgbClr val="000000"/>
                </a:solidFill>
                <a:latin typeface="Consolas" panose="020B0609020204030204" pitchFamily="49" charset="0"/>
              </a:rPr>
              <a:t> </a:t>
            </a:r>
            <a:r>
              <a:rPr lang="tr-TR" dirty="0">
                <a:solidFill>
                  <a:srgbClr val="000000"/>
                </a:solidFill>
                <a:latin typeface="Consolas" panose="020B0609020204030204" pitchFamily="49" charset="0"/>
              </a:rPr>
              <a:t>= </a:t>
            </a:r>
            <a:r>
              <a:rPr lang="tr-TR" dirty="0" err="1">
                <a:solidFill>
                  <a:srgbClr val="6A3E3E"/>
                </a:solidFill>
                <a:latin typeface="Consolas" panose="020B0609020204030204" pitchFamily="49" charset="0"/>
              </a:rPr>
              <a:t>kokY</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smtClean="0">
                <a:solidFill>
                  <a:srgbClr val="000000"/>
                </a:solidFill>
                <a:latin typeface="Consolas" panose="020B0609020204030204" pitchFamily="49" charset="0"/>
              </a:rPr>
              <a:t>    } </a:t>
            </a:r>
            <a:r>
              <a:rPr lang="tr-TR" b="1" dirty="0">
                <a:solidFill>
                  <a:srgbClr val="7F0055"/>
                </a:solidFill>
                <a:latin typeface="Consolas" panose="020B0609020204030204" pitchFamily="49" charset="0"/>
              </a:rPr>
              <a:t>else</a:t>
            </a:r>
            <a:r>
              <a:rPr lang="tr-TR" dirty="0">
                <a:solidFill>
                  <a:srgbClr val="000000"/>
                </a:solidFill>
                <a:latin typeface="Consolas" panose="020B0609020204030204" pitchFamily="49" charset="0"/>
              </a:rPr>
              <a:t> </a:t>
            </a:r>
            <a:r>
              <a:rPr lang="tr-TR" b="1" dirty="0" err="1">
                <a:solidFill>
                  <a:srgbClr val="7F0055"/>
                </a:solidFill>
                <a:latin typeface="Consolas" panose="020B0609020204030204" pitchFamily="49" charset="0"/>
              </a:rPr>
              <a:t>if</a:t>
            </a:r>
            <a:r>
              <a:rPr lang="tr-TR" dirty="0">
                <a:solidFill>
                  <a:srgbClr val="000000"/>
                </a:solidFill>
                <a:latin typeface="Consolas" panose="020B0609020204030204" pitchFamily="49" charset="0"/>
              </a:rPr>
              <a:t> (</a:t>
            </a:r>
            <a:r>
              <a:rPr lang="tr-TR" dirty="0" err="1">
                <a:solidFill>
                  <a:srgbClr val="6A3E3E"/>
                </a:solidFill>
                <a:latin typeface="Consolas" panose="020B0609020204030204" pitchFamily="49" charset="0"/>
              </a:rPr>
              <a:t>kokX</a:t>
            </a:r>
            <a:r>
              <a:rPr lang="tr-TR" dirty="0" err="1">
                <a:solidFill>
                  <a:srgbClr val="000000"/>
                </a:solidFill>
                <a:latin typeface="Consolas" panose="020B0609020204030204" pitchFamily="49" charset="0"/>
              </a:rPr>
              <a:t>.</a:t>
            </a:r>
            <a:r>
              <a:rPr lang="tr-TR" dirty="0" err="1">
                <a:solidFill>
                  <a:srgbClr val="0000C0"/>
                </a:solidFill>
                <a:latin typeface="Consolas" panose="020B0609020204030204" pitchFamily="49" charset="0"/>
              </a:rPr>
              <a:t>sira</a:t>
            </a:r>
            <a:r>
              <a:rPr lang="tr-TR" dirty="0">
                <a:solidFill>
                  <a:srgbClr val="000000"/>
                </a:solidFill>
                <a:latin typeface="Consolas" panose="020B0609020204030204" pitchFamily="49" charset="0"/>
              </a:rPr>
              <a:t> &gt; </a:t>
            </a:r>
            <a:r>
              <a:rPr lang="tr-TR" dirty="0" err="1">
                <a:solidFill>
                  <a:srgbClr val="6A3E3E"/>
                </a:solidFill>
                <a:latin typeface="Consolas" panose="020B0609020204030204" pitchFamily="49" charset="0"/>
              </a:rPr>
              <a:t>kokY</a:t>
            </a:r>
            <a:r>
              <a:rPr lang="tr-TR" dirty="0" err="1">
                <a:solidFill>
                  <a:srgbClr val="000000"/>
                </a:solidFill>
                <a:latin typeface="Consolas" panose="020B0609020204030204" pitchFamily="49" charset="0"/>
              </a:rPr>
              <a:t>.</a:t>
            </a:r>
            <a:r>
              <a:rPr lang="tr-TR" dirty="0" err="1">
                <a:solidFill>
                  <a:srgbClr val="0000C0"/>
                </a:solidFill>
                <a:latin typeface="Consolas" panose="020B0609020204030204" pitchFamily="49" charset="0"/>
              </a:rPr>
              <a:t>sira</a:t>
            </a:r>
            <a:r>
              <a:rPr lang="tr-TR" dirty="0">
                <a:solidFill>
                  <a:srgbClr val="000000"/>
                </a:solidFill>
                <a:latin typeface="Consolas" panose="020B0609020204030204" pitchFamily="49" charset="0"/>
              </a:rPr>
              <a:t>) {</a:t>
            </a:r>
          </a:p>
          <a:p>
            <a:pPr marL="0" marR="0" indent="0">
              <a:spcBef>
                <a:spcPts val="0"/>
              </a:spcBef>
              <a:spcAft>
                <a:spcPts val="0"/>
              </a:spcAft>
              <a:buNone/>
            </a:pPr>
            <a:r>
              <a:rPr lang="tr-TR" dirty="0" smtClean="0">
                <a:solidFill>
                  <a:srgbClr val="6A3E3E"/>
                </a:solidFill>
                <a:latin typeface="Consolas" panose="020B0609020204030204" pitchFamily="49" charset="0"/>
              </a:rPr>
              <a:t>      </a:t>
            </a:r>
            <a:r>
              <a:rPr lang="tr-TR" dirty="0" err="1" smtClean="0">
                <a:solidFill>
                  <a:srgbClr val="6A3E3E"/>
                </a:solidFill>
                <a:latin typeface="Consolas" panose="020B0609020204030204" pitchFamily="49" charset="0"/>
              </a:rPr>
              <a:t>kokY</a:t>
            </a:r>
            <a:r>
              <a:rPr lang="tr-TR" dirty="0" err="1" smtClean="0">
                <a:solidFill>
                  <a:srgbClr val="000000"/>
                </a:solidFill>
                <a:latin typeface="Consolas" panose="020B0609020204030204" pitchFamily="49" charset="0"/>
              </a:rPr>
              <a:t>.</a:t>
            </a:r>
            <a:r>
              <a:rPr lang="tr-TR" dirty="0" err="1" smtClean="0">
                <a:solidFill>
                  <a:srgbClr val="0000C0"/>
                </a:solidFill>
                <a:latin typeface="Consolas" panose="020B0609020204030204" pitchFamily="49" charset="0"/>
              </a:rPr>
              <a:t>ata</a:t>
            </a:r>
            <a:r>
              <a:rPr lang="tr-TR" dirty="0" smtClean="0">
                <a:solidFill>
                  <a:srgbClr val="000000"/>
                </a:solidFill>
                <a:latin typeface="Consolas" panose="020B0609020204030204" pitchFamily="49" charset="0"/>
              </a:rPr>
              <a:t> </a:t>
            </a:r>
            <a:r>
              <a:rPr lang="tr-TR" dirty="0">
                <a:solidFill>
                  <a:srgbClr val="000000"/>
                </a:solidFill>
                <a:latin typeface="Consolas" panose="020B0609020204030204" pitchFamily="49" charset="0"/>
              </a:rPr>
              <a:t>= </a:t>
            </a:r>
            <a:r>
              <a:rPr lang="tr-TR" dirty="0" err="1">
                <a:solidFill>
                  <a:srgbClr val="6A3E3E"/>
                </a:solidFill>
                <a:latin typeface="Consolas" panose="020B0609020204030204" pitchFamily="49" charset="0"/>
              </a:rPr>
              <a:t>kokX</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smtClean="0">
                <a:solidFill>
                  <a:srgbClr val="000000"/>
                </a:solidFill>
                <a:latin typeface="Consolas" panose="020B0609020204030204" pitchFamily="49" charset="0"/>
              </a:rPr>
              <a:t>    } </a:t>
            </a:r>
            <a:r>
              <a:rPr lang="tr-TR" b="1" dirty="0">
                <a:solidFill>
                  <a:srgbClr val="7F0055"/>
                </a:solidFill>
                <a:latin typeface="Consolas" panose="020B0609020204030204" pitchFamily="49" charset="0"/>
              </a:rPr>
              <a:t>else</a:t>
            </a:r>
            <a:r>
              <a:rPr lang="tr-TR" dirty="0">
                <a:solidFill>
                  <a:srgbClr val="000000"/>
                </a:solidFill>
                <a:latin typeface="Consolas" panose="020B0609020204030204" pitchFamily="49" charset="0"/>
              </a:rPr>
              <a:t> </a:t>
            </a:r>
            <a:r>
              <a:rPr lang="tr-TR" dirty="0" smtClean="0">
                <a:solidFill>
                  <a:srgbClr val="000000"/>
                </a:solidFill>
                <a:latin typeface="Consolas" panose="020B0609020204030204" pitchFamily="49" charset="0"/>
              </a:rPr>
              <a:t>{ </a:t>
            </a:r>
            <a:r>
              <a:rPr lang="tr-TR" dirty="0" smtClean="0">
                <a:solidFill>
                  <a:srgbClr val="3F7F5F"/>
                </a:solidFill>
                <a:latin typeface="Consolas" panose="020B0609020204030204" pitchFamily="49" charset="0"/>
              </a:rPr>
              <a:t>// </a:t>
            </a:r>
            <a:r>
              <a:rPr lang="tr-TR" dirty="0" err="1">
                <a:solidFill>
                  <a:srgbClr val="3F7F5F"/>
                </a:solidFill>
                <a:latin typeface="Consolas" panose="020B0609020204030204" pitchFamily="49" charset="0"/>
              </a:rPr>
              <a:t>siralar</a:t>
            </a:r>
            <a:r>
              <a:rPr lang="tr-TR" dirty="0">
                <a:solidFill>
                  <a:srgbClr val="3F7F5F"/>
                </a:solidFill>
                <a:latin typeface="Consolas" panose="020B0609020204030204" pitchFamily="49" charset="0"/>
              </a:rPr>
              <a:t> eşitse birini seç</a:t>
            </a:r>
            <a:endParaRPr lang="tr-TR" dirty="0">
              <a:solidFill>
                <a:srgbClr val="000000"/>
              </a:solidFill>
              <a:latin typeface="Consolas" panose="020B0609020204030204" pitchFamily="49" charset="0"/>
            </a:endParaRPr>
          </a:p>
          <a:p>
            <a:pPr marL="0" marR="0" indent="0">
              <a:spcBef>
                <a:spcPts val="0"/>
              </a:spcBef>
              <a:spcAft>
                <a:spcPts val="0"/>
              </a:spcAft>
              <a:buNone/>
            </a:pPr>
            <a:r>
              <a:rPr lang="tr-TR" dirty="0" smtClean="0">
                <a:solidFill>
                  <a:srgbClr val="6A3E3E"/>
                </a:solidFill>
                <a:latin typeface="Consolas" panose="020B0609020204030204" pitchFamily="49" charset="0"/>
              </a:rPr>
              <a:t>      </a:t>
            </a:r>
            <a:r>
              <a:rPr lang="tr-TR" dirty="0" err="1" smtClean="0">
                <a:solidFill>
                  <a:srgbClr val="6A3E3E"/>
                </a:solidFill>
                <a:latin typeface="Consolas" panose="020B0609020204030204" pitchFamily="49" charset="0"/>
              </a:rPr>
              <a:t>kokY</a:t>
            </a:r>
            <a:r>
              <a:rPr lang="tr-TR" dirty="0" err="1" smtClean="0">
                <a:solidFill>
                  <a:srgbClr val="000000"/>
                </a:solidFill>
                <a:latin typeface="Consolas" panose="020B0609020204030204" pitchFamily="49" charset="0"/>
              </a:rPr>
              <a:t>.</a:t>
            </a:r>
            <a:r>
              <a:rPr lang="tr-TR" dirty="0" err="1" smtClean="0">
                <a:solidFill>
                  <a:srgbClr val="0000C0"/>
                </a:solidFill>
                <a:latin typeface="Consolas" panose="020B0609020204030204" pitchFamily="49" charset="0"/>
              </a:rPr>
              <a:t>ata</a:t>
            </a:r>
            <a:r>
              <a:rPr lang="tr-TR" dirty="0" smtClean="0">
                <a:solidFill>
                  <a:srgbClr val="000000"/>
                </a:solidFill>
                <a:latin typeface="Consolas" panose="020B0609020204030204" pitchFamily="49" charset="0"/>
              </a:rPr>
              <a:t> </a:t>
            </a:r>
            <a:r>
              <a:rPr lang="tr-TR" dirty="0">
                <a:solidFill>
                  <a:srgbClr val="000000"/>
                </a:solidFill>
                <a:latin typeface="Consolas" panose="020B0609020204030204" pitchFamily="49" charset="0"/>
              </a:rPr>
              <a:t>= </a:t>
            </a:r>
            <a:r>
              <a:rPr lang="tr-TR" dirty="0" err="1">
                <a:solidFill>
                  <a:srgbClr val="6A3E3E"/>
                </a:solidFill>
                <a:latin typeface="Consolas" panose="020B0609020204030204" pitchFamily="49" charset="0"/>
              </a:rPr>
              <a:t>kokX</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smtClean="0">
                <a:solidFill>
                  <a:srgbClr val="6A3E3E"/>
                </a:solidFill>
                <a:latin typeface="Consolas" panose="020B0609020204030204" pitchFamily="49" charset="0"/>
              </a:rPr>
              <a:t>      </a:t>
            </a:r>
            <a:r>
              <a:rPr lang="tr-TR" dirty="0" err="1" smtClean="0">
                <a:solidFill>
                  <a:srgbClr val="6A3E3E"/>
                </a:solidFill>
                <a:latin typeface="Consolas" panose="020B0609020204030204" pitchFamily="49" charset="0"/>
              </a:rPr>
              <a:t>kokX</a:t>
            </a:r>
            <a:r>
              <a:rPr lang="tr-TR" dirty="0" err="1" smtClean="0">
                <a:solidFill>
                  <a:srgbClr val="000000"/>
                </a:solidFill>
                <a:latin typeface="Consolas" panose="020B0609020204030204" pitchFamily="49" charset="0"/>
              </a:rPr>
              <a:t>.</a:t>
            </a:r>
            <a:r>
              <a:rPr lang="tr-TR" dirty="0" err="1" smtClean="0">
                <a:solidFill>
                  <a:srgbClr val="0000C0"/>
                </a:solidFill>
                <a:latin typeface="Consolas" panose="020B0609020204030204" pitchFamily="49" charset="0"/>
              </a:rPr>
              <a:t>sira</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smtClean="0">
                <a:solidFill>
                  <a:srgbClr val="000000"/>
                </a:solidFill>
                <a:latin typeface="Consolas" panose="020B0609020204030204" pitchFamily="49" charset="0"/>
              </a:rPr>
              <a:t>    }</a:t>
            </a:r>
            <a:endParaRPr lang="tr-TR" dirty="0">
              <a:solidFill>
                <a:srgbClr val="000000"/>
              </a:solidFill>
              <a:latin typeface="Consolas" panose="020B0609020204030204" pitchFamily="49" charset="0"/>
            </a:endParaRPr>
          </a:p>
          <a:p>
            <a:pPr marL="0" marR="0" indent="0">
              <a:spcBef>
                <a:spcPts val="0"/>
              </a:spcBef>
              <a:spcAft>
                <a:spcPts val="0"/>
              </a:spcAft>
              <a:buNone/>
            </a:pPr>
            <a:r>
              <a:rPr lang="tr-TR" dirty="0" smtClean="0">
                <a:solidFill>
                  <a:srgbClr val="000000"/>
                </a:solidFill>
                <a:latin typeface="Consolas" panose="020B0609020204030204" pitchFamily="49" charset="0"/>
              </a:rPr>
              <a:t>  }</a:t>
            </a:r>
            <a:endParaRPr lang="tr-TR" dirty="0">
              <a:solidFill>
                <a:srgbClr val="000000"/>
              </a:solidFill>
              <a:latin typeface="Consolas" panose="020B0609020204030204" pitchFamily="49" charset="0"/>
            </a:endParaRPr>
          </a:p>
          <a:p>
            <a:pPr marL="0" marR="0" indent="0">
              <a:spcBef>
                <a:spcPts val="0"/>
              </a:spcBef>
              <a:spcAft>
                <a:spcPts val="0"/>
              </a:spcAft>
              <a:buNone/>
            </a:pPr>
            <a:r>
              <a:rPr lang="tr-TR" dirty="0" smtClean="0">
                <a:solidFill>
                  <a:srgbClr val="000000"/>
                </a:solidFill>
                <a:latin typeface="Consolas" panose="020B0609020204030204" pitchFamily="49" charset="0"/>
              </a:rPr>
              <a:t>}</a:t>
            </a:r>
            <a:endParaRPr lang="tr-TR" dirty="0">
              <a:solidFill>
                <a:srgbClr val="000000"/>
              </a:solidFill>
              <a:latin typeface="Consolas" panose="020B0609020204030204" pitchFamily="49" charset="0"/>
            </a:endParaRPr>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122</a:t>
            </a:fld>
            <a:endParaRPr lang="en-US" dirty="0"/>
          </a:p>
        </p:txBody>
      </p:sp>
    </p:spTree>
    <p:extLst>
      <p:ext uri="{BB962C8B-B14F-4D97-AF65-F5344CB8AC3E}">
        <p14:creationId xmlns:p14="http://schemas.microsoft.com/office/powerpoint/2010/main" val="222252869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a:p>
        </p:txBody>
      </p:sp>
      <p:sp>
        <p:nvSpPr>
          <p:cNvPr id="3" name="Content Placeholder 2"/>
          <p:cNvSpPr>
            <a:spLocks noGrp="1"/>
          </p:cNvSpPr>
          <p:nvPr>
            <p:ph idx="1"/>
          </p:nvPr>
        </p:nvSpPr>
        <p:spPr/>
        <p:txBody>
          <a:bodyPr/>
          <a:lstStyle/>
          <a:p>
            <a:endParaRPr lang="tr-TR"/>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123</a:t>
            </a:fld>
            <a:endParaRPr lang="en-US" dirty="0"/>
          </a:p>
        </p:txBody>
      </p:sp>
    </p:spTree>
    <p:extLst>
      <p:ext uri="{BB962C8B-B14F-4D97-AF65-F5344CB8AC3E}">
        <p14:creationId xmlns:p14="http://schemas.microsoft.com/office/powerpoint/2010/main" val="369729231"/>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smtClean="0"/>
              <a:t>Find</a:t>
            </a:r>
            <a:r>
              <a:rPr lang="tr-TR" dirty="0" smtClean="0"/>
              <a:t> İşlemi</a:t>
            </a:r>
            <a:endParaRPr lang="tr-TR" dirty="0"/>
          </a:p>
        </p:txBody>
      </p:sp>
      <p:sp>
        <p:nvSpPr>
          <p:cNvPr id="3" name="Content Placeholder 2"/>
          <p:cNvSpPr>
            <a:spLocks noGrp="1"/>
          </p:cNvSpPr>
          <p:nvPr>
            <p:ph idx="1"/>
          </p:nvPr>
        </p:nvSpPr>
        <p:spPr/>
        <p:txBody>
          <a:bodyPr/>
          <a:lstStyle/>
          <a:p>
            <a:pPr marL="0" marR="0" indent="0">
              <a:spcBef>
                <a:spcPts val="0"/>
              </a:spcBef>
              <a:spcAft>
                <a:spcPts val="0"/>
              </a:spcAft>
              <a:buNone/>
            </a:pPr>
            <a:r>
              <a:rPr lang="tr-TR" b="1" dirty="0" err="1">
                <a:solidFill>
                  <a:srgbClr val="7F0055"/>
                </a:solidFill>
                <a:latin typeface="Consolas" panose="020B0609020204030204" pitchFamily="49" charset="0"/>
              </a:rPr>
              <a:t>int</a:t>
            </a:r>
            <a:r>
              <a:rPr lang="tr-TR" dirty="0">
                <a:solidFill>
                  <a:srgbClr val="000000"/>
                </a:solidFill>
                <a:latin typeface="Consolas" panose="020B0609020204030204" pitchFamily="49" charset="0"/>
              </a:rPr>
              <a:t> </a:t>
            </a:r>
            <a:r>
              <a:rPr lang="tr-TR" dirty="0" err="1">
                <a:solidFill>
                  <a:srgbClr val="000000"/>
                </a:solidFill>
                <a:latin typeface="Consolas" panose="020B0609020204030204" pitchFamily="49" charset="0"/>
              </a:rPr>
              <a:t>find</a:t>
            </a:r>
            <a:r>
              <a:rPr lang="tr-TR" dirty="0">
                <a:solidFill>
                  <a:srgbClr val="000000"/>
                </a:solidFill>
                <a:latin typeface="Consolas" panose="020B0609020204030204" pitchFamily="49" charset="0"/>
              </a:rPr>
              <a:t>(</a:t>
            </a:r>
            <a:r>
              <a:rPr lang="tr-TR" b="1" dirty="0" err="1">
                <a:solidFill>
                  <a:srgbClr val="7F0055"/>
                </a:solidFill>
                <a:latin typeface="Consolas" panose="020B0609020204030204" pitchFamily="49" charset="0"/>
              </a:rPr>
              <a:t>int</a:t>
            </a:r>
            <a:r>
              <a:rPr lang="tr-TR" dirty="0">
                <a:solidFill>
                  <a:srgbClr val="000000"/>
                </a:solidFill>
                <a:latin typeface="Consolas" panose="020B0609020204030204" pitchFamily="49" charset="0"/>
              </a:rPr>
              <a:t> </a:t>
            </a:r>
            <a:r>
              <a:rPr lang="tr-TR" dirty="0">
                <a:solidFill>
                  <a:srgbClr val="6A3E3E"/>
                </a:solidFill>
                <a:latin typeface="Consolas" panose="020B0609020204030204" pitchFamily="49" charset="0"/>
              </a:rPr>
              <a:t>x</a:t>
            </a:r>
            <a:r>
              <a:rPr lang="tr-TR" dirty="0">
                <a:solidFill>
                  <a:srgbClr val="000000"/>
                </a:solidFill>
                <a:latin typeface="Consolas" panose="020B0609020204030204" pitchFamily="49" charset="0"/>
              </a:rPr>
              <a:t>) {</a:t>
            </a:r>
          </a:p>
          <a:p>
            <a:pPr marL="0" marR="0" indent="0">
              <a:spcBef>
                <a:spcPts val="0"/>
              </a:spcBef>
              <a:spcAft>
                <a:spcPts val="0"/>
              </a:spcAft>
              <a:buNone/>
            </a:pPr>
            <a:r>
              <a:rPr lang="tr-TR" b="1" dirty="0" smtClean="0">
                <a:solidFill>
                  <a:srgbClr val="7F0055"/>
                </a:solidFill>
                <a:latin typeface="Consolas" panose="020B0609020204030204" pitchFamily="49" charset="0"/>
              </a:rPr>
              <a:t>  </a:t>
            </a:r>
          </a:p>
          <a:p>
            <a:pPr marL="0" marR="0" indent="0">
              <a:spcBef>
                <a:spcPts val="0"/>
              </a:spcBef>
              <a:spcAft>
                <a:spcPts val="0"/>
              </a:spcAft>
              <a:buNone/>
            </a:pPr>
            <a:r>
              <a:rPr lang="tr-TR" b="1" dirty="0">
                <a:solidFill>
                  <a:srgbClr val="7F0055"/>
                </a:solidFill>
                <a:latin typeface="Consolas" panose="020B0609020204030204" pitchFamily="49" charset="0"/>
              </a:rPr>
              <a:t> </a:t>
            </a: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if</a:t>
            </a:r>
            <a:r>
              <a:rPr lang="tr-TR" dirty="0" smtClean="0">
                <a:solidFill>
                  <a:srgbClr val="000000"/>
                </a:solidFill>
                <a:latin typeface="Consolas" panose="020B0609020204030204" pitchFamily="49" charset="0"/>
              </a:rPr>
              <a:t> </a:t>
            </a:r>
            <a:r>
              <a:rPr lang="tr-TR" dirty="0">
                <a:solidFill>
                  <a:srgbClr val="000000"/>
                </a:solidFill>
                <a:latin typeface="Consolas" panose="020B0609020204030204" pitchFamily="49" charset="0"/>
              </a:rPr>
              <a:t>(</a:t>
            </a:r>
            <a:r>
              <a:rPr lang="tr-TR" dirty="0">
                <a:solidFill>
                  <a:srgbClr val="0000C0"/>
                </a:solidFill>
                <a:latin typeface="Consolas" panose="020B0609020204030204" pitchFamily="49" charset="0"/>
              </a:rPr>
              <a:t>ata</a:t>
            </a:r>
            <a:r>
              <a:rPr lang="tr-TR" dirty="0">
                <a:solidFill>
                  <a:srgbClr val="000000"/>
                </a:solidFill>
                <a:latin typeface="Consolas" panose="020B0609020204030204" pitchFamily="49" charset="0"/>
              </a:rPr>
              <a:t>[</a:t>
            </a:r>
            <a:r>
              <a:rPr lang="tr-TR" dirty="0">
                <a:solidFill>
                  <a:srgbClr val="6A3E3E"/>
                </a:solidFill>
                <a:latin typeface="Consolas" panose="020B0609020204030204" pitchFamily="49" charset="0"/>
              </a:rPr>
              <a:t>x</a:t>
            </a:r>
            <a:r>
              <a:rPr lang="tr-TR" dirty="0">
                <a:solidFill>
                  <a:srgbClr val="000000"/>
                </a:solidFill>
                <a:latin typeface="Consolas" panose="020B0609020204030204" pitchFamily="49" charset="0"/>
              </a:rPr>
              <a:t>] != </a:t>
            </a:r>
            <a:r>
              <a:rPr lang="tr-TR" dirty="0">
                <a:solidFill>
                  <a:srgbClr val="6A3E3E"/>
                </a:solidFill>
                <a:latin typeface="Consolas" panose="020B0609020204030204" pitchFamily="49" charset="0"/>
              </a:rPr>
              <a:t>x</a:t>
            </a:r>
            <a:r>
              <a:rPr lang="tr-TR" dirty="0">
                <a:solidFill>
                  <a:srgbClr val="000000"/>
                </a:solidFill>
                <a:latin typeface="Consolas" panose="020B0609020204030204" pitchFamily="49" charset="0"/>
              </a:rPr>
              <a:t>) {</a:t>
            </a:r>
          </a:p>
          <a:p>
            <a:pPr marL="0" marR="0" indent="0">
              <a:spcBef>
                <a:spcPts val="0"/>
              </a:spcBef>
              <a:spcAft>
                <a:spcPts val="0"/>
              </a:spcAft>
              <a:buNone/>
            </a:pPr>
            <a:r>
              <a:rPr lang="tr-TR" dirty="0" smtClean="0">
                <a:solidFill>
                  <a:srgbClr val="3F7F5F"/>
                </a:solidFill>
                <a:latin typeface="Consolas" panose="020B0609020204030204" pitchFamily="49" charset="0"/>
              </a:rPr>
              <a:t>  // </a:t>
            </a:r>
            <a:r>
              <a:rPr lang="tr-TR" dirty="0">
                <a:solidFill>
                  <a:srgbClr val="3F7F5F"/>
                </a:solidFill>
                <a:latin typeface="Consolas" panose="020B0609020204030204" pitchFamily="49" charset="0"/>
              </a:rPr>
              <a:t>yol kısaltma</a:t>
            </a:r>
            <a:endParaRPr lang="tr-TR" dirty="0">
              <a:solidFill>
                <a:srgbClr val="000000"/>
              </a:solidFill>
              <a:latin typeface="Consolas" panose="020B0609020204030204" pitchFamily="49" charset="0"/>
            </a:endParaRPr>
          </a:p>
          <a:p>
            <a:pPr marL="0" marR="0" indent="0">
              <a:spcBef>
                <a:spcPts val="0"/>
              </a:spcBef>
              <a:spcAft>
                <a:spcPts val="0"/>
              </a:spcAft>
              <a:buNone/>
            </a:pPr>
            <a:r>
              <a:rPr lang="tr-TR" dirty="0" smtClean="0">
                <a:solidFill>
                  <a:srgbClr val="0000C0"/>
                </a:solidFill>
                <a:latin typeface="Consolas" panose="020B0609020204030204" pitchFamily="49" charset="0"/>
              </a:rPr>
              <a:t>    ata</a:t>
            </a:r>
            <a:r>
              <a:rPr lang="tr-TR" dirty="0" smtClean="0">
                <a:solidFill>
                  <a:srgbClr val="000000"/>
                </a:solidFill>
                <a:latin typeface="Consolas" panose="020B0609020204030204" pitchFamily="49" charset="0"/>
              </a:rPr>
              <a:t>[</a:t>
            </a:r>
            <a:r>
              <a:rPr lang="tr-TR" dirty="0" smtClean="0">
                <a:solidFill>
                  <a:srgbClr val="6A3E3E"/>
                </a:solidFill>
                <a:latin typeface="Consolas" panose="020B0609020204030204" pitchFamily="49" charset="0"/>
              </a:rPr>
              <a:t>x</a:t>
            </a:r>
            <a:r>
              <a:rPr lang="tr-TR" dirty="0">
                <a:solidFill>
                  <a:srgbClr val="000000"/>
                </a:solidFill>
                <a:latin typeface="Consolas" panose="020B0609020204030204" pitchFamily="49" charset="0"/>
              </a:rPr>
              <a:t>] = </a:t>
            </a:r>
            <a:r>
              <a:rPr lang="tr-TR" dirty="0" err="1">
                <a:solidFill>
                  <a:srgbClr val="000000"/>
                </a:solidFill>
                <a:latin typeface="Consolas" panose="020B0609020204030204" pitchFamily="49" charset="0"/>
              </a:rPr>
              <a:t>find</a:t>
            </a:r>
            <a:r>
              <a:rPr lang="tr-TR" dirty="0">
                <a:solidFill>
                  <a:srgbClr val="000000"/>
                </a:solidFill>
                <a:latin typeface="Consolas" panose="020B0609020204030204" pitchFamily="49" charset="0"/>
              </a:rPr>
              <a:t>(</a:t>
            </a:r>
            <a:r>
              <a:rPr lang="tr-TR" dirty="0">
                <a:solidFill>
                  <a:srgbClr val="0000C0"/>
                </a:solidFill>
                <a:latin typeface="Consolas" panose="020B0609020204030204" pitchFamily="49" charset="0"/>
              </a:rPr>
              <a:t>ata</a:t>
            </a:r>
            <a:r>
              <a:rPr lang="tr-TR" dirty="0">
                <a:solidFill>
                  <a:srgbClr val="000000"/>
                </a:solidFill>
                <a:latin typeface="Consolas" panose="020B0609020204030204" pitchFamily="49" charset="0"/>
              </a:rPr>
              <a:t>[</a:t>
            </a:r>
            <a:r>
              <a:rPr lang="tr-TR" dirty="0">
                <a:solidFill>
                  <a:srgbClr val="6A3E3E"/>
                </a:solidFill>
                <a:latin typeface="Consolas" panose="020B0609020204030204" pitchFamily="49" charset="0"/>
              </a:rPr>
              <a:t>x</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smtClean="0">
                <a:solidFill>
                  <a:srgbClr val="000000"/>
                </a:solidFill>
                <a:latin typeface="Consolas" panose="020B0609020204030204" pitchFamily="49" charset="0"/>
              </a:rPr>
              <a:t>  }</a:t>
            </a:r>
            <a:endParaRPr lang="tr-TR" dirty="0">
              <a:solidFill>
                <a:srgbClr val="000000"/>
              </a:solidFill>
              <a:latin typeface="Consolas" panose="020B0609020204030204" pitchFamily="49" charset="0"/>
            </a:endParaRPr>
          </a:p>
          <a:p>
            <a:pPr marL="0" marR="0" indent="0">
              <a:spcBef>
                <a:spcPts val="0"/>
              </a:spcBef>
              <a:spcAft>
                <a:spcPts val="0"/>
              </a:spcAft>
              <a:buNone/>
            </a:pP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return</a:t>
            </a:r>
            <a:r>
              <a:rPr lang="tr-TR" dirty="0" smtClean="0">
                <a:solidFill>
                  <a:srgbClr val="000000"/>
                </a:solidFill>
                <a:latin typeface="Consolas" panose="020B0609020204030204" pitchFamily="49" charset="0"/>
              </a:rPr>
              <a:t> </a:t>
            </a:r>
            <a:r>
              <a:rPr lang="tr-TR" dirty="0">
                <a:solidFill>
                  <a:srgbClr val="0000C0"/>
                </a:solidFill>
                <a:latin typeface="Consolas" panose="020B0609020204030204" pitchFamily="49" charset="0"/>
              </a:rPr>
              <a:t>ata</a:t>
            </a:r>
            <a:r>
              <a:rPr lang="tr-TR" dirty="0">
                <a:solidFill>
                  <a:srgbClr val="000000"/>
                </a:solidFill>
                <a:latin typeface="Consolas" panose="020B0609020204030204" pitchFamily="49" charset="0"/>
              </a:rPr>
              <a:t>[</a:t>
            </a:r>
            <a:r>
              <a:rPr lang="tr-TR" dirty="0">
                <a:solidFill>
                  <a:srgbClr val="6A3E3E"/>
                </a:solidFill>
                <a:latin typeface="Consolas" panose="020B0609020204030204" pitchFamily="49" charset="0"/>
              </a:rPr>
              <a:t>x</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a:solidFill>
                  <a:srgbClr val="000000"/>
                </a:solidFill>
                <a:latin typeface="Consolas" panose="020B0609020204030204" pitchFamily="49" charset="0"/>
              </a:rPr>
              <a:t>}</a:t>
            </a:r>
          </a:p>
          <a:p>
            <a:pPr marL="0" indent="0">
              <a:buNone/>
            </a:pP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124</a:t>
            </a:fld>
            <a:endParaRPr lang="en-US" dirty="0"/>
          </a:p>
        </p:txBody>
      </p:sp>
    </p:spTree>
    <p:extLst>
      <p:ext uri="{BB962C8B-B14F-4D97-AF65-F5344CB8AC3E}">
        <p14:creationId xmlns:p14="http://schemas.microsoft.com/office/powerpoint/2010/main" val="250655431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smtClean="0"/>
              <a:t>Union</a:t>
            </a:r>
            <a:r>
              <a:rPr lang="tr-TR" dirty="0" smtClean="0"/>
              <a:t> İşlemi</a:t>
            </a:r>
            <a:endParaRPr lang="tr-TR" dirty="0"/>
          </a:p>
        </p:txBody>
      </p:sp>
      <p:sp>
        <p:nvSpPr>
          <p:cNvPr id="3" name="Content Placeholder 2"/>
          <p:cNvSpPr>
            <a:spLocks noGrp="1"/>
          </p:cNvSpPr>
          <p:nvPr>
            <p:ph idx="1"/>
          </p:nvPr>
        </p:nvSpPr>
        <p:spPr/>
        <p:txBody>
          <a:bodyPr>
            <a:normAutofit lnSpcReduction="10000"/>
          </a:bodyPr>
          <a:lstStyle/>
          <a:p>
            <a:pPr marL="0" marR="0" indent="0">
              <a:spcBef>
                <a:spcPts val="0"/>
              </a:spcBef>
              <a:spcAft>
                <a:spcPts val="0"/>
              </a:spcAft>
              <a:buNone/>
            </a:pPr>
            <a:r>
              <a:rPr lang="tr-TR" b="1" dirty="0" err="1">
                <a:solidFill>
                  <a:srgbClr val="7F0055"/>
                </a:solidFill>
                <a:latin typeface="Consolas" panose="020B0609020204030204" pitchFamily="49" charset="0"/>
              </a:rPr>
              <a:t>void</a:t>
            </a:r>
            <a:r>
              <a:rPr lang="tr-TR" dirty="0">
                <a:solidFill>
                  <a:srgbClr val="000000"/>
                </a:solidFill>
                <a:latin typeface="Consolas" panose="020B0609020204030204" pitchFamily="49" charset="0"/>
              </a:rPr>
              <a:t> </a:t>
            </a:r>
            <a:r>
              <a:rPr lang="tr-TR" dirty="0" err="1">
                <a:solidFill>
                  <a:srgbClr val="000000"/>
                </a:solidFill>
                <a:latin typeface="Consolas" panose="020B0609020204030204" pitchFamily="49" charset="0"/>
              </a:rPr>
              <a:t>union</a:t>
            </a:r>
            <a:r>
              <a:rPr lang="tr-TR" dirty="0">
                <a:solidFill>
                  <a:srgbClr val="000000"/>
                </a:solidFill>
                <a:latin typeface="Consolas" panose="020B0609020204030204" pitchFamily="49" charset="0"/>
              </a:rPr>
              <a:t>(</a:t>
            </a:r>
            <a:r>
              <a:rPr lang="tr-TR" b="1" dirty="0" err="1">
                <a:solidFill>
                  <a:srgbClr val="7F0055"/>
                </a:solidFill>
                <a:latin typeface="Consolas" panose="020B0609020204030204" pitchFamily="49" charset="0"/>
              </a:rPr>
              <a:t>int</a:t>
            </a:r>
            <a:r>
              <a:rPr lang="tr-TR" dirty="0">
                <a:solidFill>
                  <a:srgbClr val="000000"/>
                </a:solidFill>
                <a:latin typeface="Consolas" panose="020B0609020204030204" pitchFamily="49" charset="0"/>
              </a:rPr>
              <a:t> </a:t>
            </a:r>
            <a:r>
              <a:rPr lang="tr-TR" dirty="0">
                <a:solidFill>
                  <a:srgbClr val="6A3E3E"/>
                </a:solidFill>
                <a:latin typeface="Consolas" panose="020B0609020204030204" pitchFamily="49" charset="0"/>
              </a:rPr>
              <a:t>x</a:t>
            </a:r>
            <a:r>
              <a:rPr lang="tr-TR" dirty="0">
                <a:solidFill>
                  <a:srgbClr val="000000"/>
                </a:solidFill>
                <a:latin typeface="Consolas" panose="020B0609020204030204" pitchFamily="49" charset="0"/>
              </a:rPr>
              <a:t>, </a:t>
            </a:r>
            <a:r>
              <a:rPr lang="tr-TR" b="1" dirty="0" err="1">
                <a:solidFill>
                  <a:srgbClr val="7F0055"/>
                </a:solidFill>
                <a:latin typeface="Consolas" panose="020B0609020204030204" pitchFamily="49" charset="0"/>
              </a:rPr>
              <a:t>int</a:t>
            </a:r>
            <a:r>
              <a:rPr lang="tr-TR" dirty="0">
                <a:solidFill>
                  <a:srgbClr val="000000"/>
                </a:solidFill>
                <a:latin typeface="Consolas" panose="020B0609020204030204" pitchFamily="49" charset="0"/>
              </a:rPr>
              <a:t> </a:t>
            </a:r>
            <a:r>
              <a:rPr lang="tr-TR" dirty="0">
                <a:solidFill>
                  <a:srgbClr val="6A3E3E"/>
                </a:solidFill>
                <a:latin typeface="Consolas" panose="020B0609020204030204" pitchFamily="49" charset="0"/>
              </a:rPr>
              <a:t>y</a:t>
            </a:r>
            <a:r>
              <a:rPr lang="tr-TR" dirty="0">
                <a:solidFill>
                  <a:srgbClr val="000000"/>
                </a:solidFill>
                <a:latin typeface="Consolas" panose="020B0609020204030204" pitchFamily="49" charset="0"/>
              </a:rPr>
              <a:t>) {</a:t>
            </a:r>
          </a:p>
          <a:p>
            <a:pPr marL="0" marR="0" indent="0">
              <a:spcBef>
                <a:spcPts val="0"/>
              </a:spcBef>
              <a:spcAft>
                <a:spcPts val="0"/>
              </a:spcAft>
              <a:buNone/>
            </a:pP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int</a:t>
            </a:r>
            <a:r>
              <a:rPr lang="tr-TR" dirty="0" smtClean="0">
                <a:solidFill>
                  <a:srgbClr val="000000"/>
                </a:solidFill>
                <a:latin typeface="Consolas" panose="020B0609020204030204" pitchFamily="49" charset="0"/>
              </a:rPr>
              <a:t> </a:t>
            </a:r>
            <a:r>
              <a:rPr lang="tr-TR" dirty="0" err="1">
                <a:solidFill>
                  <a:srgbClr val="6A3E3E"/>
                </a:solidFill>
                <a:latin typeface="Consolas" panose="020B0609020204030204" pitchFamily="49" charset="0"/>
              </a:rPr>
              <a:t>kokX</a:t>
            </a:r>
            <a:r>
              <a:rPr lang="tr-TR" dirty="0">
                <a:solidFill>
                  <a:srgbClr val="000000"/>
                </a:solidFill>
                <a:latin typeface="Consolas" panose="020B0609020204030204" pitchFamily="49" charset="0"/>
              </a:rPr>
              <a:t> = </a:t>
            </a:r>
            <a:r>
              <a:rPr lang="tr-TR" dirty="0" err="1">
                <a:solidFill>
                  <a:srgbClr val="000000"/>
                </a:solidFill>
                <a:latin typeface="Consolas" panose="020B0609020204030204" pitchFamily="49" charset="0"/>
              </a:rPr>
              <a:t>find</a:t>
            </a:r>
            <a:r>
              <a:rPr lang="tr-TR" dirty="0">
                <a:solidFill>
                  <a:srgbClr val="000000"/>
                </a:solidFill>
                <a:latin typeface="Consolas" panose="020B0609020204030204" pitchFamily="49" charset="0"/>
              </a:rPr>
              <a:t>(</a:t>
            </a:r>
            <a:r>
              <a:rPr lang="tr-TR" dirty="0">
                <a:solidFill>
                  <a:srgbClr val="6A3E3E"/>
                </a:solidFill>
                <a:latin typeface="Consolas" panose="020B0609020204030204" pitchFamily="49" charset="0"/>
              </a:rPr>
              <a:t>x</a:t>
            </a:r>
            <a:r>
              <a:rPr lang="tr-TR" dirty="0">
                <a:solidFill>
                  <a:srgbClr val="000000"/>
                </a:solidFill>
                <a:latin typeface="Consolas" panose="020B0609020204030204" pitchFamily="49" charset="0"/>
              </a:rPr>
              <a:t>);</a:t>
            </a:r>
          </a:p>
          <a:p>
            <a:pPr marL="0" marR="0" indent="0">
              <a:spcBef>
                <a:spcPts val="0"/>
              </a:spcBef>
              <a:spcAft>
                <a:spcPts val="0"/>
              </a:spcAft>
              <a:buNone/>
            </a:pP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int</a:t>
            </a:r>
            <a:r>
              <a:rPr lang="tr-TR" dirty="0" smtClean="0">
                <a:solidFill>
                  <a:srgbClr val="000000"/>
                </a:solidFill>
                <a:latin typeface="Consolas" panose="020B0609020204030204" pitchFamily="49" charset="0"/>
              </a:rPr>
              <a:t> </a:t>
            </a:r>
            <a:r>
              <a:rPr lang="tr-TR" dirty="0" err="1">
                <a:solidFill>
                  <a:srgbClr val="6A3E3E"/>
                </a:solidFill>
                <a:latin typeface="Consolas" panose="020B0609020204030204" pitchFamily="49" charset="0"/>
              </a:rPr>
              <a:t>kokY</a:t>
            </a:r>
            <a:r>
              <a:rPr lang="tr-TR" dirty="0">
                <a:solidFill>
                  <a:srgbClr val="000000"/>
                </a:solidFill>
                <a:latin typeface="Consolas" panose="020B0609020204030204" pitchFamily="49" charset="0"/>
              </a:rPr>
              <a:t> = </a:t>
            </a:r>
            <a:r>
              <a:rPr lang="tr-TR" dirty="0" err="1">
                <a:solidFill>
                  <a:srgbClr val="000000"/>
                </a:solidFill>
                <a:latin typeface="Consolas" panose="020B0609020204030204" pitchFamily="49" charset="0"/>
              </a:rPr>
              <a:t>find</a:t>
            </a:r>
            <a:r>
              <a:rPr lang="tr-TR" dirty="0">
                <a:solidFill>
                  <a:srgbClr val="000000"/>
                </a:solidFill>
                <a:latin typeface="Consolas" panose="020B0609020204030204" pitchFamily="49" charset="0"/>
              </a:rPr>
              <a:t>(</a:t>
            </a:r>
            <a:r>
              <a:rPr lang="tr-TR" dirty="0">
                <a:solidFill>
                  <a:srgbClr val="6A3E3E"/>
                </a:solidFill>
                <a:latin typeface="Consolas" panose="020B0609020204030204" pitchFamily="49" charset="0"/>
              </a:rPr>
              <a:t>y</a:t>
            </a:r>
            <a:r>
              <a:rPr lang="tr-TR" dirty="0">
                <a:solidFill>
                  <a:srgbClr val="000000"/>
                </a:solidFill>
                <a:latin typeface="Consolas" panose="020B0609020204030204" pitchFamily="49" charset="0"/>
              </a:rPr>
              <a:t>);</a:t>
            </a:r>
          </a:p>
          <a:p>
            <a:pPr marL="0" indent="0">
              <a:spcBef>
                <a:spcPts val="0"/>
              </a:spcBef>
              <a:buNone/>
            </a:pP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if</a:t>
            </a:r>
            <a:r>
              <a:rPr lang="tr-TR" dirty="0" smtClean="0">
                <a:solidFill>
                  <a:srgbClr val="000000"/>
                </a:solidFill>
                <a:latin typeface="Consolas" panose="020B0609020204030204" pitchFamily="49" charset="0"/>
              </a:rPr>
              <a:t> </a:t>
            </a:r>
            <a:r>
              <a:rPr lang="tr-TR" dirty="0">
                <a:solidFill>
                  <a:srgbClr val="000000"/>
                </a:solidFill>
                <a:latin typeface="Consolas" panose="020B0609020204030204" pitchFamily="49" charset="0"/>
              </a:rPr>
              <a:t>(</a:t>
            </a:r>
            <a:r>
              <a:rPr lang="tr-TR" dirty="0" err="1">
                <a:solidFill>
                  <a:srgbClr val="6A3E3E"/>
                </a:solidFill>
                <a:latin typeface="Consolas" panose="020B0609020204030204" pitchFamily="49" charset="0"/>
              </a:rPr>
              <a:t>kokX</a:t>
            </a:r>
            <a:r>
              <a:rPr lang="tr-TR" dirty="0">
                <a:solidFill>
                  <a:srgbClr val="000000"/>
                </a:solidFill>
                <a:latin typeface="Consolas" panose="020B0609020204030204" pitchFamily="49" charset="0"/>
              </a:rPr>
              <a:t> != </a:t>
            </a:r>
            <a:r>
              <a:rPr lang="tr-TR" dirty="0" err="1">
                <a:solidFill>
                  <a:srgbClr val="6A3E3E"/>
                </a:solidFill>
                <a:latin typeface="Consolas" panose="020B0609020204030204" pitchFamily="49" charset="0"/>
              </a:rPr>
              <a:t>kokY</a:t>
            </a:r>
            <a:r>
              <a:rPr lang="tr-TR" dirty="0">
                <a:solidFill>
                  <a:srgbClr val="000000"/>
                </a:solidFill>
                <a:latin typeface="Consolas" panose="020B0609020204030204" pitchFamily="49" charset="0"/>
              </a:rPr>
              <a:t>) </a:t>
            </a:r>
            <a:r>
              <a:rPr lang="tr-TR" dirty="0" smtClean="0">
                <a:solidFill>
                  <a:srgbClr val="000000"/>
                </a:solidFill>
                <a:latin typeface="Consolas" panose="020B0609020204030204" pitchFamily="49" charset="0"/>
              </a:rPr>
              <a:t>{ </a:t>
            </a:r>
            <a:r>
              <a:rPr lang="tr-TR" dirty="0" smtClean="0">
                <a:solidFill>
                  <a:srgbClr val="3F7F5F"/>
                </a:solidFill>
                <a:latin typeface="Consolas" panose="020B0609020204030204" pitchFamily="49" charset="0"/>
              </a:rPr>
              <a:t>// </a:t>
            </a:r>
            <a:r>
              <a:rPr lang="tr-TR" dirty="0">
                <a:solidFill>
                  <a:srgbClr val="3F7F5F"/>
                </a:solidFill>
                <a:latin typeface="Consolas" panose="020B0609020204030204" pitchFamily="49" charset="0"/>
              </a:rPr>
              <a:t>ağaç büyüklüğüne göre </a:t>
            </a:r>
            <a:r>
              <a:rPr lang="tr-TR" dirty="0" smtClean="0">
                <a:solidFill>
                  <a:srgbClr val="3F7F5F"/>
                </a:solidFill>
                <a:latin typeface="Consolas" panose="020B0609020204030204" pitchFamily="49" charset="0"/>
              </a:rPr>
              <a:t>birleştirme</a:t>
            </a:r>
            <a:endParaRPr lang="tr-TR" dirty="0">
              <a:solidFill>
                <a:srgbClr val="000000"/>
              </a:solidFill>
              <a:latin typeface="Consolas" panose="020B0609020204030204" pitchFamily="49" charset="0"/>
            </a:endParaRPr>
          </a:p>
          <a:p>
            <a:pPr marL="0" marR="0" indent="0">
              <a:spcBef>
                <a:spcPts val="0"/>
              </a:spcBef>
              <a:spcAft>
                <a:spcPts val="0"/>
              </a:spcAft>
              <a:buNone/>
            </a:pPr>
            <a:r>
              <a:rPr lang="tr-TR" b="1" dirty="0" smtClean="0">
                <a:solidFill>
                  <a:srgbClr val="7F0055"/>
                </a:solidFill>
                <a:latin typeface="Consolas" panose="020B0609020204030204" pitchFamily="49" charset="0"/>
              </a:rPr>
              <a:t>    </a:t>
            </a:r>
            <a:r>
              <a:rPr lang="tr-TR" b="1" dirty="0" err="1" smtClean="0">
                <a:solidFill>
                  <a:srgbClr val="7F0055"/>
                </a:solidFill>
                <a:latin typeface="Consolas" panose="020B0609020204030204" pitchFamily="49" charset="0"/>
              </a:rPr>
              <a:t>if</a:t>
            </a:r>
            <a:r>
              <a:rPr lang="tr-TR" dirty="0" smtClean="0">
                <a:solidFill>
                  <a:srgbClr val="000000"/>
                </a:solidFill>
                <a:latin typeface="Consolas" panose="020B0609020204030204" pitchFamily="49" charset="0"/>
              </a:rPr>
              <a:t> </a:t>
            </a:r>
            <a:r>
              <a:rPr lang="tr-TR" dirty="0">
                <a:solidFill>
                  <a:srgbClr val="000000"/>
                </a:solidFill>
                <a:latin typeface="Consolas" panose="020B0609020204030204" pitchFamily="49" charset="0"/>
              </a:rPr>
              <a:t>(</a:t>
            </a:r>
            <a:r>
              <a:rPr lang="tr-TR" dirty="0" err="1">
                <a:solidFill>
                  <a:srgbClr val="0000C0"/>
                </a:solidFill>
                <a:latin typeface="Consolas" panose="020B0609020204030204" pitchFamily="49" charset="0"/>
              </a:rPr>
              <a:t>sira</a:t>
            </a:r>
            <a:r>
              <a:rPr lang="tr-TR" dirty="0">
                <a:solidFill>
                  <a:srgbClr val="000000"/>
                </a:solidFill>
                <a:latin typeface="Consolas" panose="020B0609020204030204" pitchFamily="49" charset="0"/>
              </a:rPr>
              <a:t>[</a:t>
            </a:r>
            <a:r>
              <a:rPr lang="tr-TR" dirty="0" err="1">
                <a:solidFill>
                  <a:srgbClr val="6A3E3E"/>
                </a:solidFill>
                <a:latin typeface="Consolas" panose="020B0609020204030204" pitchFamily="49" charset="0"/>
              </a:rPr>
              <a:t>kokX</a:t>
            </a:r>
            <a:r>
              <a:rPr lang="tr-TR" dirty="0">
                <a:solidFill>
                  <a:srgbClr val="000000"/>
                </a:solidFill>
                <a:latin typeface="Consolas" panose="020B0609020204030204" pitchFamily="49" charset="0"/>
              </a:rPr>
              <a:t>] &lt; </a:t>
            </a:r>
            <a:r>
              <a:rPr lang="tr-TR" dirty="0" err="1">
                <a:solidFill>
                  <a:srgbClr val="0000C0"/>
                </a:solidFill>
                <a:latin typeface="Consolas" panose="020B0609020204030204" pitchFamily="49" charset="0"/>
              </a:rPr>
              <a:t>sira</a:t>
            </a:r>
            <a:r>
              <a:rPr lang="tr-TR" dirty="0">
                <a:solidFill>
                  <a:srgbClr val="000000"/>
                </a:solidFill>
                <a:latin typeface="Consolas" panose="020B0609020204030204" pitchFamily="49" charset="0"/>
              </a:rPr>
              <a:t>[</a:t>
            </a:r>
            <a:r>
              <a:rPr lang="tr-TR" dirty="0" err="1">
                <a:solidFill>
                  <a:srgbClr val="6A3E3E"/>
                </a:solidFill>
                <a:latin typeface="Consolas" panose="020B0609020204030204" pitchFamily="49" charset="0"/>
              </a:rPr>
              <a:t>kokY</a:t>
            </a:r>
            <a:r>
              <a:rPr lang="tr-TR" dirty="0">
                <a:solidFill>
                  <a:srgbClr val="000000"/>
                </a:solidFill>
                <a:latin typeface="Consolas" panose="020B0609020204030204" pitchFamily="49" charset="0"/>
              </a:rPr>
              <a:t>]) {</a:t>
            </a:r>
          </a:p>
          <a:p>
            <a:pPr marL="0" marR="0" indent="0">
              <a:spcBef>
                <a:spcPts val="0"/>
              </a:spcBef>
              <a:spcAft>
                <a:spcPts val="0"/>
              </a:spcAft>
              <a:buNone/>
            </a:pPr>
            <a:r>
              <a:rPr lang="tr-TR" dirty="0" smtClean="0">
                <a:solidFill>
                  <a:srgbClr val="0000C0"/>
                </a:solidFill>
                <a:latin typeface="Consolas" panose="020B0609020204030204" pitchFamily="49" charset="0"/>
              </a:rPr>
              <a:t>      ata</a:t>
            </a:r>
            <a:r>
              <a:rPr lang="tr-TR" dirty="0" smtClean="0">
                <a:solidFill>
                  <a:srgbClr val="000000"/>
                </a:solidFill>
                <a:latin typeface="Consolas" panose="020B0609020204030204" pitchFamily="49" charset="0"/>
              </a:rPr>
              <a:t>[</a:t>
            </a:r>
            <a:r>
              <a:rPr lang="tr-TR" dirty="0" err="1" smtClean="0">
                <a:solidFill>
                  <a:srgbClr val="6A3E3E"/>
                </a:solidFill>
                <a:latin typeface="Consolas" panose="020B0609020204030204" pitchFamily="49" charset="0"/>
              </a:rPr>
              <a:t>kokX</a:t>
            </a:r>
            <a:r>
              <a:rPr lang="tr-TR" dirty="0">
                <a:solidFill>
                  <a:srgbClr val="000000"/>
                </a:solidFill>
                <a:latin typeface="Consolas" panose="020B0609020204030204" pitchFamily="49" charset="0"/>
              </a:rPr>
              <a:t>] = </a:t>
            </a:r>
            <a:r>
              <a:rPr lang="tr-TR" dirty="0" err="1">
                <a:solidFill>
                  <a:srgbClr val="6A3E3E"/>
                </a:solidFill>
                <a:latin typeface="Consolas" panose="020B0609020204030204" pitchFamily="49" charset="0"/>
              </a:rPr>
              <a:t>kokY</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smtClean="0">
                <a:solidFill>
                  <a:srgbClr val="000000"/>
                </a:solidFill>
                <a:latin typeface="Consolas" panose="020B0609020204030204" pitchFamily="49" charset="0"/>
              </a:rPr>
              <a:t>    } </a:t>
            </a:r>
            <a:r>
              <a:rPr lang="tr-TR" b="1" dirty="0">
                <a:solidFill>
                  <a:srgbClr val="7F0055"/>
                </a:solidFill>
                <a:latin typeface="Consolas" panose="020B0609020204030204" pitchFamily="49" charset="0"/>
              </a:rPr>
              <a:t>else</a:t>
            </a:r>
            <a:r>
              <a:rPr lang="tr-TR" dirty="0">
                <a:solidFill>
                  <a:srgbClr val="000000"/>
                </a:solidFill>
                <a:latin typeface="Consolas" panose="020B0609020204030204" pitchFamily="49" charset="0"/>
              </a:rPr>
              <a:t> </a:t>
            </a:r>
            <a:r>
              <a:rPr lang="tr-TR" b="1" dirty="0" err="1">
                <a:solidFill>
                  <a:srgbClr val="7F0055"/>
                </a:solidFill>
                <a:latin typeface="Consolas" panose="020B0609020204030204" pitchFamily="49" charset="0"/>
              </a:rPr>
              <a:t>if</a:t>
            </a:r>
            <a:r>
              <a:rPr lang="tr-TR" dirty="0">
                <a:solidFill>
                  <a:srgbClr val="000000"/>
                </a:solidFill>
                <a:latin typeface="Consolas" panose="020B0609020204030204" pitchFamily="49" charset="0"/>
              </a:rPr>
              <a:t> (</a:t>
            </a:r>
            <a:r>
              <a:rPr lang="tr-TR" dirty="0" err="1">
                <a:solidFill>
                  <a:srgbClr val="0000C0"/>
                </a:solidFill>
                <a:latin typeface="Consolas" panose="020B0609020204030204" pitchFamily="49" charset="0"/>
              </a:rPr>
              <a:t>sira</a:t>
            </a:r>
            <a:r>
              <a:rPr lang="tr-TR" dirty="0">
                <a:solidFill>
                  <a:srgbClr val="000000"/>
                </a:solidFill>
                <a:latin typeface="Consolas" panose="020B0609020204030204" pitchFamily="49" charset="0"/>
              </a:rPr>
              <a:t>[</a:t>
            </a:r>
            <a:r>
              <a:rPr lang="tr-TR" dirty="0" err="1">
                <a:solidFill>
                  <a:srgbClr val="6A3E3E"/>
                </a:solidFill>
                <a:latin typeface="Consolas" panose="020B0609020204030204" pitchFamily="49" charset="0"/>
              </a:rPr>
              <a:t>kokX</a:t>
            </a:r>
            <a:r>
              <a:rPr lang="tr-TR" dirty="0">
                <a:solidFill>
                  <a:srgbClr val="000000"/>
                </a:solidFill>
                <a:latin typeface="Consolas" panose="020B0609020204030204" pitchFamily="49" charset="0"/>
              </a:rPr>
              <a:t>] &gt; </a:t>
            </a:r>
            <a:r>
              <a:rPr lang="tr-TR" dirty="0" err="1">
                <a:solidFill>
                  <a:srgbClr val="0000C0"/>
                </a:solidFill>
                <a:latin typeface="Consolas" panose="020B0609020204030204" pitchFamily="49" charset="0"/>
              </a:rPr>
              <a:t>sira</a:t>
            </a:r>
            <a:r>
              <a:rPr lang="tr-TR" dirty="0">
                <a:solidFill>
                  <a:srgbClr val="000000"/>
                </a:solidFill>
                <a:latin typeface="Consolas" panose="020B0609020204030204" pitchFamily="49" charset="0"/>
              </a:rPr>
              <a:t>[</a:t>
            </a:r>
            <a:r>
              <a:rPr lang="tr-TR" dirty="0" err="1">
                <a:solidFill>
                  <a:srgbClr val="6A3E3E"/>
                </a:solidFill>
                <a:latin typeface="Consolas" panose="020B0609020204030204" pitchFamily="49" charset="0"/>
              </a:rPr>
              <a:t>kokY</a:t>
            </a:r>
            <a:r>
              <a:rPr lang="tr-TR" dirty="0">
                <a:solidFill>
                  <a:srgbClr val="000000"/>
                </a:solidFill>
                <a:latin typeface="Consolas" panose="020B0609020204030204" pitchFamily="49" charset="0"/>
              </a:rPr>
              <a:t>]) {</a:t>
            </a:r>
          </a:p>
          <a:p>
            <a:pPr marL="0" marR="0" indent="0">
              <a:spcBef>
                <a:spcPts val="0"/>
              </a:spcBef>
              <a:spcAft>
                <a:spcPts val="0"/>
              </a:spcAft>
              <a:buNone/>
            </a:pPr>
            <a:r>
              <a:rPr lang="tr-TR" dirty="0" smtClean="0">
                <a:solidFill>
                  <a:srgbClr val="0000C0"/>
                </a:solidFill>
                <a:latin typeface="Consolas" panose="020B0609020204030204" pitchFamily="49" charset="0"/>
              </a:rPr>
              <a:t>      ata</a:t>
            </a:r>
            <a:r>
              <a:rPr lang="tr-TR" dirty="0" smtClean="0">
                <a:solidFill>
                  <a:srgbClr val="000000"/>
                </a:solidFill>
                <a:latin typeface="Consolas" panose="020B0609020204030204" pitchFamily="49" charset="0"/>
              </a:rPr>
              <a:t>[</a:t>
            </a:r>
            <a:r>
              <a:rPr lang="tr-TR" dirty="0" err="1" smtClean="0">
                <a:solidFill>
                  <a:srgbClr val="6A3E3E"/>
                </a:solidFill>
                <a:latin typeface="Consolas" panose="020B0609020204030204" pitchFamily="49" charset="0"/>
              </a:rPr>
              <a:t>kokY</a:t>
            </a:r>
            <a:r>
              <a:rPr lang="tr-TR" dirty="0">
                <a:solidFill>
                  <a:srgbClr val="000000"/>
                </a:solidFill>
                <a:latin typeface="Consolas" panose="020B0609020204030204" pitchFamily="49" charset="0"/>
              </a:rPr>
              <a:t>] = </a:t>
            </a:r>
            <a:r>
              <a:rPr lang="tr-TR" dirty="0" err="1">
                <a:solidFill>
                  <a:srgbClr val="6A3E3E"/>
                </a:solidFill>
                <a:latin typeface="Consolas" panose="020B0609020204030204" pitchFamily="49" charset="0"/>
              </a:rPr>
              <a:t>kokX</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smtClean="0">
                <a:solidFill>
                  <a:srgbClr val="000000"/>
                </a:solidFill>
                <a:latin typeface="Consolas" panose="020B0609020204030204" pitchFamily="49" charset="0"/>
              </a:rPr>
              <a:t>    } </a:t>
            </a:r>
            <a:r>
              <a:rPr lang="tr-TR" b="1" dirty="0">
                <a:solidFill>
                  <a:srgbClr val="7F0055"/>
                </a:solidFill>
                <a:latin typeface="Consolas" panose="020B0609020204030204" pitchFamily="49" charset="0"/>
              </a:rPr>
              <a:t>else</a:t>
            </a:r>
            <a:r>
              <a:rPr lang="tr-TR" dirty="0">
                <a:solidFill>
                  <a:srgbClr val="000000"/>
                </a:solidFill>
                <a:latin typeface="Consolas" panose="020B0609020204030204" pitchFamily="49" charset="0"/>
              </a:rPr>
              <a:t> </a:t>
            </a:r>
            <a:r>
              <a:rPr lang="tr-TR" dirty="0" smtClean="0">
                <a:solidFill>
                  <a:srgbClr val="000000"/>
                </a:solidFill>
                <a:latin typeface="Consolas" panose="020B0609020204030204" pitchFamily="49" charset="0"/>
              </a:rPr>
              <a:t>{ </a:t>
            </a:r>
            <a:r>
              <a:rPr lang="tr-TR" dirty="0" smtClean="0">
                <a:solidFill>
                  <a:srgbClr val="3F7F5F"/>
                </a:solidFill>
                <a:latin typeface="Consolas" panose="020B0609020204030204" pitchFamily="49" charset="0"/>
              </a:rPr>
              <a:t>// </a:t>
            </a:r>
            <a:r>
              <a:rPr lang="tr-TR" dirty="0" err="1">
                <a:solidFill>
                  <a:srgbClr val="3F7F5F"/>
                </a:solidFill>
                <a:latin typeface="Consolas" panose="020B0609020204030204" pitchFamily="49" charset="0"/>
              </a:rPr>
              <a:t>siralar</a:t>
            </a:r>
            <a:r>
              <a:rPr lang="tr-TR" dirty="0">
                <a:solidFill>
                  <a:srgbClr val="3F7F5F"/>
                </a:solidFill>
                <a:latin typeface="Consolas" panose="020B0609020204030204" pitchFamily="49" charset="0"/>
              </a:rPr>
              <a:t> eşitse birini seç</a:t>
            </a:r>
            <a:endParaRPr lang="tr-TR" dirty="0">
              <a:solidFill>
                <a:srgbClr val="000000"/>
              </a:solidFill>
              <a:latin typeface="Consolas" panose="020B0609020204030204" pitchFamily="49" charset="0"/>
            </a:endParaRPr>
          </a:p>
          <a:p>
            <a:pPr marL="0" marR="0" indent="0">
              <a:spcBef>
                <a:spcPts val="0"/>
              </a:spcBef>
              <a:spcAft>
                <a:spcPts val="0"/>
              </a:spcAft>
              <a:buNone/>
            </a:pPr>
            <a:r>
              <a:rPr lang="tr-TR" dirty="0" smtClean="0">
                <a:solidFill>
                  <a:srgbClr val="0000C0"/>
                </a:solidFill>
                <a:latin typeface="Consolas" panose="020B0609020204030204" pitchFamily="49" charset="0"/>
              </a:rPr>
              <a:t>      ata</a:t>
            </a:r>
            <a:r>
              <a:rPr lang="tr-TR" dirty="0" smtClean="0">
                <a:solidFill>
                  <a:srgbClr val="000000"/>
                </a:solidFill>
                <a:latin typeface="Consolas" panose="020B0609020204030204" pitchFamily="49" charset="0"/>
              </a:rPr>
              <a:t>[</a:t>
            </a:r>
            <a:r>
              <a:rPr lang="tr-TR" dirty="0" err="1" smtClean="0">
                <a:solidFill>
                  <a:srgbClr val="6A3E3E"/>
                </a:solidFill>
                <a:latin typeface="Consolas" panose="020B0609020204030204" pitchFamily="49" charset="0"/>
              </a:rPr>
              <a:t>kokX</a:t>
            </a:r>
            <a:r>
              <a:rPr lang="tr-TR" dirty="0">
                <a:solidFill>
                  <a:srgbClr val="000000"/>
                </a:solidFill>
                <a:latin typeface="Consolas" panose="020B0609020204030204" pitchFamily="49" charset="0"/>
              </a:rPr>
              <a:t>] = </a:t>
            </a:r>
            <a:r>
              <a:rPr lang="tr-TR" dirty="0" err="1">
                <a:solidFill>
                  <a:srgbClr val="6A3E3E"/>
                </a:solidFill>
                <a:latin typeface="Consolas" panose="020B0609020204030204" pitchFamily="49" charset="0"/>
              </a:rPr>
              <a:t>kokY</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smtClean="0">
                <a:solidFill>
                  <a:srgbClr val="0000C0"/>
                </a:solidFill>
                <a:latin typeface="Consolas" panose="020B0609020204030204" pitchFamily="49" charset="0"/>
              </a:rPr>
              <a:t>      </a:t>
            </a:r>
            <a:r>
              <a:rPr lang="tr-TR" dirty="0" err="1" smtClean="0">
                <a:solidFill>
                  <a:srgbClr val="0000C0"/>
                </a:solidFill>
                <a:latin typeface="Consolas" panose="020B0609020204030204" pitchFamily="49" charset="0"/>
              </a:rPr>
              <a:t>sira</a:t>
            </a:r>
            <a:r>
              <a:rPr lang="tr-TR" dirty="0" smtClean="0">
                <a:solidFill>
                  <a:srgbClr val="000000"/>
                </a:solidFill>
                <a:latin typeface="Consolas" panose="020B0609020204030204" pitchFamily="49" charset="0"/>
              </a:rPr>
              <a:t>[</a:t>
            </a:r>
            <a:r>
              <a:rPr lang="tr-TR" dirty="0" err="1" smtClean="0">
                <a:solidFill>
                  <a:srgbClr val="6A3E3E"/>
                </a:solidFill>
                <a:latin typeface="Consolas" panose="020B0609020204030204" pitchFamily="49" charset="0"/>
              </a:rPr>
              <a:t>kokY</a:t>
            </a:r>
            <a:r>
              <a:rPr lang="tr-TR" dirty="0">
                <a:solidFill>
                  <a:srgbClr val="000000"/>
                </a:solidFill>
                <a:latin typeface="Consolas" panose="020B0609020204030204" pitchFamily="49" charset="0"/>
              </a:rPr>
              <a:t>]++;</a:t>
            </a:r>
          </a:p>
          <a:p>
            <a:pPr marL="0" marR="0" indent="0">
              <a:spcBef>
                <a:spcPts val="0"/>
              </a:spcBef>
              <a:spcAft>
                <a:spcPts val="0"/>
              </a:spcAft>
              <a:buNone/>
            </a:pPr>
            <a:r>
              <a:rPr lang="tr-TR" dirty="0" smtClean="0">
                <a:solidFill>
                  <a:srgbClr val="000000"/>
                </a:solidFill>
                <a:latin typeface="Consolas" panose="020B0609020204030204" pitchFamily="49" charset="0"/>
              </a:rPr>
              <a:t>    }</a:t>
            </a:r>
            <a:endParaRPr lang="tr-TR" dirty="0">
              <a:solidFill>
                <a:srgbClr val="000000"/>
              </a:solidFill>
              <a:latin typeface="Consolas" panose="020B0609020204030204" pitchFamily="49" charset="0"/>
            </a:endParaRPr>
          </a:p>
          <a:p>
            <a:pPr marL="0" marR="0" indent="0">
              <a:spcBef>
                <a:spcPts val="0"/>
              </a:spcBef>
              <a:spcAft>
                <a:spcPts val="0"/>
              </a:spcAft>
              <a:buNone/>
            </a:pPr>
            <a:r>
              <a:rPr lang="tr-TR" smtClean="0">
                <a:solidFill>
                  <a:srgbClr val="000000"/>
                </a:solidFill>
                <a:latin typeface="Consolas" panose="020B0609020204030204" pitchFamily="49" charset="0"/>
              </a:rPr>
              <a:t>  }</a:t>
            </a:r>
            <a:endParaRPr lang="tr-TR" dirty="0">
              <a:solidFill>
                <a:srgbClr val="000000"/>
              </a:solidFill>
              <a:latin typeface="Consolas" panose="020B0609020204030204" pitchFamily="49" charset="0"/>
            </a:endParaRPr>
          </a:p>
          <a:p>
            <a:pPr marL="0" marR="0" indent="0">
              <a:spcBef>
                <a:spcPts val="0"/>
              </a:spcBef>
              <a:spcAft>
                <a:spcPts val="0"/>
              </a:spcAft>
              <a:buNone/>
            </a:pPr>
            <a:r>
              <a:rPr lang="tr-TR" dirty="0">
                <a:solidFill>
                  <a:srgbClr val="000000"/>
                </a:solidFill>
                <a:latin typeface="Consolas" panose="020B0609020204030204" pitchFamily="49" charset="0"/>
              </a:rPr>
              <a:t>}</a:t>
            </a:r>
          </a:p>
          <a:p>
            <a:pPr marL="0" indent="0">
              <a:buNone/>
            </a:pPr>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smtClean="0"/>
              <a:t>Sercan KÜLCÜ, Tüm hakları saklıdır.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125</a:t>
            </a:fld>
            <a:endParaRPr lang="en-US" dirty="0"/>
          </a:p>
        </p:txBody>
      </p:sp>
    </p:spTree>
    <p:extLst>
      <p:ext uri="{BB962C8B-B14F-4D97-AF65-F5344CB8AC3E}">
        <p14:creationId xmlns:p14="http://schemas.microsoft.com/office/powerpoint/2010/main" val="138283269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dirty="0"/>
          </a:p>
        </p:txBody>
      </p:sp>
      <p:sp>
        <p:nvSpPr>
          <p:cNvPr id="3" name="Content Placeholder 2"/>
          <p:cNvSpPr>
            <a:spLocks noGrp="1"/>
          </p:cNvSpPr>
          <p:nvPr>
            <p:ph idx="1"/>
          </p:nvPr>
        </p:nvSpPr>
        <p:spPr>
          <a:xfrm>
            <a:off x="838200" y="1825625"/>
            <a:ext cx="10515600" cy="4680000"/>
          </a:xfrm>
        </p:spPr>
        <p:txBody>
          <a:bodyPr>
            <a:normAutofit/>
          </a:bodyPr>
          <a:lstStyle/>
          <a:p>
            <a:endParaRPr lang="tr-TR" dirty="0" smtClean="0"/>
          </a:p>
          <a:p>
            <a:endParaRPr lang="tr-TR" dirty="0"/>
          </a:p>
          <a:p>
            <a:endParaRPr lang="tr-TR" dirty="0" smtClean="0"/>
          </a:p>
          <a:p>
            <a:pPr marL="0" indent="0" algn="ctr">
              <a:buNone/>
            </a:pPr>
            <a:r>
              <a:rPr lang="tr-TR" dirty="0" smtClean="0"/>
              <a:t>SON</a:t>
            </a:r>
            <a:endParaRPr lang="tr-TR" dirty="0"/>
          </a:p>
          <a:p>
            <a:endParaRPr lang="tr-TR" dirty="0"/>
          </a:p>
          <a:p>
            <a:endParaRPr lang="tr-TR" dirty="0"/>
          </a:p>
          <a:p>
            <a:endParaRPr lang="tr-TR" dirty="0"/>
          </a:p>
        </p:txBody>
      </p:sp>
      <p:sp>
        <p:nvSpPr>
          <p:cNvPr id="4" name="Date Placeholder 3"/>
          <p:cNvSpPr>
            <a:spLocks noGrp="1"/>
          </p:cNvSpPr>
          <p:nvPr>
            <p:ph type="dt" sz="half" idx="10"/>
          </p:nvPr>
        </p:nvSpPr>
        <p:spPr/>
        <p:txBody>
          <a:bodyPr/>
          <a:lstStyle/>
          <a:p>
            <a:r>
              <a:rPr lang="en-US" smtClean="0"/>
              <a:t>1/20/2023</a:t>
            </a:r>
            <a:endParaRPr lang="en-US" dirty="0"/>
          </a:p>
        </p:txBody>
      </p:sp>
      <p:sp>
        <p:nvSpPr>
          <p:cNvPr id="5" name="Footer Placeholder 4"/>
          <p:cNvSpPr>
            <a:spLocks noGrp="1"/>
          </p:cNvSpPr>
          <p:nvPr>
            <p:ph type="ftr" sz="quarter" idx="11"/>
          </p:nvPr>
        </p:nvSpPr>
        <p:spPr/>
        <p:txBody>
          <a:bodyPr/>
          <a:lstStyle/>
          <a:p>
            <a:r>
              <a:rPr lang="en-US" dirty="0" smtClean="0"/>
              <a:t>Sercan KÜLCÜ, </a:t>
            </a:r>
            <a:r>
              <a:rPr lang="en-US" dirty="0" err="1" smtClean="0"/>
              <a:t>Tüm</a:t>
            </a:r>
            <a:r>
              <a:rPr lang="en-US" dirty="0" smtClean="0"/>
              <a:t> </a:t>
            </a:r>
            <a:r>
              <a:rPr lang="en-US" dirty="0" err="1" smtClean="0"/>
              <a:t>hakları</a:t>
            </a:r>
            <a:r>
              <a:rPr lang="en-US" dirty="0" smtClean="0"/>
              <a:t> </a:t>
            </a:r>
            <a:r>
              <a:rPr lang="en-US" dirty="0" err="1" smtClean="0"/>
              <a:t>saklıdır</a:t>
            </a:r>
            <a:r>
              <a:rPr lang="en-US" dirty="0" smtClean="0"/>
              <a:t>.</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126</a:t>
            </a:fld>
            <a:endParaRPr lang="en-US" dirty="0"/>
          </a:p>
        </p:txBody>
      </p:sp>
    </p:spTree>
    <p:extLst>
      <p:ext uri="{BB962C8B-B14F-4D97-AF65-F5344CB8AC3E}">
        <p14:creationId xmlns:p14="http://schemas.microsoft.com/office/powerpoint/2010/main" val="282459277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7504</TotalTime>
  <Words>7005</Words>
  <Application>Microsoft Office PowerPoint</Application>
  <PresentationFormat>Widescreen</PresentationFormat>
  <Paragraphs>3189</Paragraphs>
  <Slides>126</Slides>
  <Notes>17</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126</vt:i4>
      </vt:variant>
    </vt:vector>
  </HeadingPairs>
  <TitlesOfParts>
    <vt:vector size="141" baseType="lpstr">
      <vt:lpstr>Arial Unicode MS</vt:lpstr>
      <vt:lpstr>MS PGothic</vt:lpstr>
      <vt:lpstr>MS PGothic</vt:lpstr>
      <vt:lpstr>Arial</vt:lpstr>
      <vt:lpstr>Calibri</vt:lpstr>
      <vt:lpstr>Calibri Light</vt:lpstr>
      <vt:lpstr>Consolas</vt:lpstr>
      <vt:lpstr>Gadugi</vt:lpstr>
      <vt:lpstr>Helvetica</vt:lpstr>
      <vt:lpstr>Helvetica Light</vt:lpstr>
      <vt:lpstr>Menlo</vt:lpstr>
      <vt:lpstr>新細明體</vt:lpstr>
      <vt:lpstr>Times</vt:lpstr>
      <vt:lpstr>Wingdings</vt:lpstr>
      <vt:lpstr>Office Theme</vt:lpstr>
      <vt:lpstr>Bölüm 12: Kümeler</vt:lpstr>
      <vt:lpstr>Kümeler</vt:lpstr>
      <vt:lpstr>Kümeler</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Mıknatıs Örneği</vt:lpstr>
      <vt:lpstr>Find ve Union Fonksiyonları</vt:lpstr>
      <vt:lpstr>Find ve Union Fonksiyonları</vt:lpstr>
      <vt:lpstr>Kruskal Minimum Kapsayan Ağaç</vt:lpstr>
      <vt:lpstr>Kruskal Minimum Kapsayan Ağaç</vt:lpstr>
      <vt:lpstr>Kruskal Minimum Kapsayan Ağaç</vt:lpstr>
      <vt:lpstr>PowerPoint Presentation</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PowerPoint Presentation</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Kruskal Algoritması Uygulama</vt:lpstr>
      <vt:lpstr>PowerPoint Presentation</vt:lpstr>
      <vt:lpstr>Küme İşleçleri</vt:lpstr>
      <vt:lpstr>Kümelerin Gösterimi</vt:lpstr>
      <vt:lpstr>java.util.Set Arayüzü Metodları</vt:lpstr>
      <vt:lpstr>java.util.Set Arayüzü Uygulamaları</vt:lpstr>
      <vt:lpstr>Hash Tabanlı Küme</vt:lpstr>
      <vt:lpstr>Ağaç Tabanlı Küme</vt:lpstr>
      <vt:lpstr>PowerPoint Presentation</vt:lpstr>
      <vt:lpstr>Union İşlemi</vt:lpstr>
      <vt:lpstr>PowerPoint Presentation</vt:lpstr>
      <vt:lpstr>Union İşlemi</vt:lpstr>
      <vt:lpstr>Union İşlemi</vt:lpstr>
      <vt:lpstr>Union İşlemi</vt:lpstr>
      <vt:lpstr>Union İşlemi</vt:lpstr>
      <vt:lpstr>Union İşlemi</vt:lpstr>
      <vt:lpstr>Union İşlemi</vt:lpstr>
      <vt:lpstr>Union İşlemi</vt:lpstr>
      <vt:lpstr>Union İşlemi</vt:lpstr>
      <vt:lpstr>Union İşlemi</vt:lpstr>
      <vt:lpstr>Union İşlemi</vt:lpstr>
      <vt:lpstr>Union İşlemi</vt:lpstr>
      <vt:lpstr>Union İşlemi</vt:lpstr>
      <vt:lpstr>Union İşlemi</vt:lpstr>
      <vt:lpstr>Union İşlemi</vt:lpstr>
      <vt:lpstr>Union İşlemi</vt:lpstr>
      <vt:lpstr>Union İşlemi</vt:lpstr>
      <vt:lpstr>Union İşlemi</vt:lpstr>
      <vt:lpstr>Union İşlemi</vt:lpstr>
      <vt:lpstr>Union İşlemi</vt:lpstr>
      <vt:lpstr>Union İşlemi</vt:lpstr>
      <vt:lpstr>PowerPoint Presentation</vt:lpstr>
      <vt:lpstr>Yol Kısaltma (path compression)</vt:lpstr>
      <vt:lpstr>Algoritmalar</vt:lpstr>
      <vt:lpstr>Küme Yapısının Ağaç Temsili</vt:lpstr>
      <vt:lpstr>Find İşlemi</vt:lpstr>
      <vt:lpstr>Find İşlemi</vt:lpstr>
      <vt:lpstr>Find İşlemi</vt:lpstr>
      <vt:lpstr>Find İşlemi</vt:lpstr>
      <vt:lpstr>Union İşlemi</vt:lpstr>
      <vt:lpstr>Boyuta Bağlı Union İşlemi</vt:lpstr>
      <vt:lpstr>Boyuta Bağlı Union İşlemi</vt:lpstr>
      <vt:lpstr>Yol Kısaltma</vt:lpstr>
      <vt:lpstr>Yol Kısaltma</vt:lpstr>
      <vt:lpstr>Yol Kısaltma</vt:lpstr>
      <vt:lpstr>Yol Kısaltma</vt:lpstr>
      <vt:lpstr>Yol Kısaltma</vt:lpstr>
      <vt:lpstr>PowerPoint Presentation</vt:lpstr>
      <vt:lpstr>SetDugum Sınıfı</vt:lpstr>
      <vt:lpstr>Find İşlemi</vt:lpstr>
      <vt:lpstr>Union İşlemi</vt:lpstr>
      <vt:lpstr>PowerPoint Presentation</vt:lpstr>
      <vt:lpstr>Find İşlemi</vt:lpstr>
      <vt:lpstr>Union İşlemi</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Kümeler</dc:title>
  <dc:creator>sercan</dc:creator>
  <cp:lastModifiedBy>sercan</cp:lastModifiedBy>
  <cp:revision>570</cp:revision>
  <dcterms:created xsi:type="dcterms:W3CDTF">2023-01-12T09:23:55Z</dcterms:created>
  <dcterms:modified xsi:type="dcterms:W3CDTF">2023-12-27T22:29:08Z</dcterms:modified>
</cp:coreProperties>
</file>