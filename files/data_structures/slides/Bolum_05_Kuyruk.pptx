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71"/>
  </p:notesMasterIdLst>
  <p:sldIdLst>
    <p:sldId id="256" r:id="rId2"/>
    <p:sldId id="314" r:id="rId3"/>
    <p:sldId id="315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353" r:id="rId23"/>
    <p:sldId id="354" r:id="rId24"/>
    <p:sldId id="355" r:id="rId25"/>
    <p:sldId id="356" r:id="rId26"/>
    <p:sldId id="357" r:id="rId27"/>
    <p:sldId id="318" r:id="rId28"/>
    <p:sldId id="319" r:id="rId29"/>
    <p:sldId id="320" r:id="rId30"/>
    <p:sldId id="330" r:id="rId31"/>
    <p:sldId id="331" r:id="rId32"/>
    <p:sldId id="332" r:id="rId33"/>
    <p:sldId id="333" r:id="rId34"/>
    <p:sldId id="334" r:id="rId35"/>
    <p:sldId id="321" r:id="rId36"/>
    <p:sldId id="322" r:id="rId37"/>
    <p:sldId id="358" r:id="rId38"/>
    <p:sldId id="360" r:id="rId39"/>
    <p:sldId id="361" r:id="rId40"/>
    <p:sldId id="362" r:id="rId41"/>
    <p:sldId id="363" r:id="rId42"/>
    <p:sldId id="364" r:id="rId43"/>
    <p:sldId id="365" r:id="rId44"/>
    <p:sldId id="366" r:id="rId45"/>
    <p:sldId id="367" r:id="rId46"/>
    <p:sldId id="368" r:id="rId47"/>
    <p:sldId id="369" r:id="rId48"/>
    <p:sldId id="370" r:id="rId49"/>
    <p:sldId id="371" r:id="rId50"/>
    <p:sldId id="372" r:id="rId51"/>
    <p:sldId id="373" r:id="rId52"/>
    <p:sldId id="374" r:id="rId53"/>
    <p:sldId id="375" r:id="rId54"/>
    <p:sldId id="376" r:id="rId55"/>
    <p:sldId id="377" r:id="rId56"/>
    <p:sldId id="378" r:id="rId57"/>
    <p:sldId id="379" r:id="rId58"/>
    <p:sldId id="380" r:id="rId59"/>
    <p:sldId id="381" r:id="rId60"/>
    <p:sldId id="382" r:id="rId61"/>
    <p:sldId id="383" r:id="rId62"/>
    <p:sldId id="384" r:id="rId63"/>
    <p:sldId id="385" r:id="rId64"/>
    <p:sldId id="323" r:id="rId65"/>
    <p:sldId id="420" r:id="rId66"/>
    <p:sldId id="387" r:id="rId67"/>
    <p:sldId id="388" r:id="rId68"/>
    <p:sldId id="389" r:id="rId69"/>
    <p:sldId id="390" r:id="rId70"/>
    <p:sldId id="391" r:id="rId71"/>
    <p:sldId id="392" r:id="rId72"/>
    <p:sldId id="393" r:id="rId73"/>
    <p:sldId id="394" r:id="rId74"/>
    <p:sldId id="395" r:id="rId75"/>
    <p:sldId id="396" r:id="rId76"/>
    <p:sldId id="397" r:id="rId77"/>
    <p:sldId id="398" r:id="rId78"/>
    <p:sldId id="399" r:id="rId79"/>
    <p:sldId id="400" r:id="rId80"/>
    <p:sldId id="401" r:id="rId81"/>
    <p:sldId id="402" r:id="rId82"/>
    <p:sldId id="403" r:id="rId83"/>
    <p:sldId id="404" r:id="rId84"/>
    <p:sldId id="405" r:id="rId85"/>
    <p:sldId id="406" r:id="rId86"/>
    <p:sldId id="407" r:id="rId87"/>
    <p:sldId id="408" r:id="rId88"/>
    <p:sldId id="409" r:id="rId89"/>
    <p:sldId id="410" r:id="rId90"/>
    <p:sldId id="411" r:id="rId91"/>
    <p:sldId id="412" r:id="rId92"/>
    <p:sldId id="413" r:id="rId93"/>
    <p:sldId id="414" r:id="rId94"/>
    <p:sldId id="415" r:id="rId95"/>
    <p:sldId id="416" r:id="rId96"/>
    <p:sldId id="417" r:id="rId97"/>
    <p:sldId id="418" r:id="rId98"/>
    <p:sldId id="419" r:id="rId99"/>
    <p:sldId id="478" r:id="rId100"/>
    <p:sldId id="324" r:id="rId101"/>
    <p:sldId id="479" r:id="rId102"/>
    <p:sldId id="480" r:id="rId103"/>
    <p:sldId id="481" r:id="rId104"/>
    <p:sldId id="325" r:id="rId105"/>
    <p:sldId id="482" r:id="rId106"/>
    <p:sldId id="485" r:id="rId107"/>
    <p:sldId id="483" r:id="rId108"/>
    <p:sldId id="484" r:id="rId109"/>
    <p:sldId id="326" r:id="rId110"/>
    <p:sldId id="486" r:id="rId111"/>
    <p:sldId id="487" r:id="rId112"/>
    <p:sldId id="488" r:id="rId113"/>
    <p:sldId id="489" r:id="rId114"/>
    <p:sldId id="490" r:id="rId115"/>
    <p:sldId id="475" r:id="rId116"/>
    <p:sldId id="422" r:id="rId117"/>
    <p:sldId id="423" r:id="rId118"/>
    <p:sldId id="424" r:id="rId119"/>
    <p:sldId id="425" r:id="rId120"/>
    <p:sldId id="426" r:id="rId121"/>
    <p:sldId id="427" r:id="rId122"/>
    <p:sldId id="428" r:id="rId123"/>
    <p:sldId id="429" r:id="rId124"/>
    <p:sldId id="430" r:id="rId125"/>
    <p:sldId id="431" r:id="rId126"/>
    <p:sldId id="432" r:id="rId127"/>
    <p:sldId id="433" r:id="rId128"/>
    <p:sldId id="434" r:id="rId129"/>
    <p:sldId id="435" r:id="rId130"/>
    <p:sldId id="436" r:id="rId131"/>
    <p:sldId id="437" r:id="rId132"/>
    <p:sldId id="438" r:id="rId133"/>
    <p:sldId id="439" r:id="rId134"/>
    <p:sldId id="440" r:id="rId135"/>
    <p:sldId id="441" r:id="rId136"/>
    <p:sldId id="442" r:id="rId137"/>
    <p:sldId id="443" r:id="rId138"/>
    <p:sldId id="444" r:id="rId139"/>
    <p:sldId id="445" r:id="rId140"/>
    <p:sldId id="446" r:id="rId141"/>
    <p:sldId id="447" r:id="rId142"/>
    <p:sldId id="448" r:id="rId143"/>
    <p:sldId id="449" r:id="rId144"/>
    <p:sldId id="450" r:id="rId145"/>
    <p:sldId id="451" r:id="rId146"/>
    <p:sldId id="452" r:id="rId147"/>
    <p:sldId id="453" r:id="rId148"/>
    <p:sldId id="454" r:id="rId149"/>
    <p:sldId id="455" r:id="rId150"/>
    <p:sldId id="456" r:id="rId151"/>
    <p:sldId id="457" r:id="rId152"/>
    <p:sldId id="458" r:id="rId153"/>
    <p:sldId id="459" r:id="rId154"/>
    <p:sldId id="460" r:id="rId155"/>
    <p:sldId id="461" r:id="rId156"/>
    <p:sldId id="462" r:id="rId157"/>
    <p:sldId id="463" r:id="rId158"/>
    <p:sldId id="464" r:id="rId159"/>
    <p:sldId id="465" r:id="rId160"/>
    <p:sldId id="466" r:id="rId161"/>
    <p:sldId id="467" r:id="rId162"/>
    <p:sldId id="468" r:id="rId163"/>
    <p:sldId id="469" r:id="rId164"/>
    <p:sldId id="470" r:id="rId165"/>
    <p:sldId id="471" r:id="rId166"/>
    <p:sldId id="472" r:id="rId167"/>
    <p:sldId id="473" r:id="rId168"/>
    <p:sldId id="474" r:id="rId169"/>
    <p:sldId id="312" r:id="rId1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tableStyles" Target="tableStyles.xml"/><Relationship Id="rId170" Type="http://schemas.openxmlformats.org/officeDocument/2006/relationships/slide" Target="slides/slide169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72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21.12.2023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r>
              <a:rPr lang="tr-TR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 smtClean="0"/>
              <a:t>Bölüm 5: Kuyruk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Veri Yapıları</a:t>
            </a:r>
            <a:endParaRPr lang="tr-TR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Kuyruk (Queue)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Her </a:t>
            </a:r>
            <a:r>
              <a:rPr lang="tr-TR" dirty="0"/>
              <a:t>iki ucu açık </a:t>
            </a:r>
            <a:r>
              <a:rPr lang="tr-TR" dirty="0" smtClean="0"/>
              <a:t>doğrusal bir veri </a:t>
            </a:r>
            <a:r>
              <a:rPr lang="tr-TR" dirty="0"/>
              <a:t>yapısıdır.</a:t>
            </a:r>
          </a:p>
          <a:p>
            <a:r>
              <a:rPr lang="tr-TR" dirty="0"/>
              <a:t>İşlemler, İlk Giren İlk Çıkar (FIFO) sırasına göre gerçekleştirilir.</a:t>
            </a:r>
          </a:p>
          <a:p>
            <a:r>
              <a:rPr lang="tr-TR" dirty="0" smtClean="0"/>
              <a:t>Listeye eklemeler bir uçtan, çıkarmalar </a:t>
            </a:r>
            <a:r>
              <a:rPr lang="tr-TR" dirty="0"/>
              <a:t>diğer </a:t>
            </a:r>
            <a:r>
              <a:rPr lang="tr-TR" dirty="0" smtClean="0"/>
              <a:t>uçtan gerçekleştirilir.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7" name="Grup 2"/>
          <p:cNvGrpSpPr/>
          <p:nvPr/>
        </p:nvGrpSpPr>
        <p:grpSpPr>
          <a:xfrm>
            <a:off x="1402577" y="4300719"/>
            <a:ext cx="9735182" cy="1360196"/>
            <a:chOff x="1402577" y="4300719"/>
            <a:chExt cx="9735182" cy="1360196"/>
          </a:xfrm>
        </p:grpSpPr>
        <p:grpSp>
          <p:nvGrpSpPr>
            <p:cNvPr id="8" name="Grup 13"/>
            <p:cNvGrpSpPr/>
            <p:nvPr/>
          </p:nvGrpSpPr>
          <p:grpSpPr>
            <a:xfrm>
              <a:off x="1402577" y="5254972"/>
              <a:ext cx="1244601" cy="381000"/>
              <a:chOff x="2527299" y="5721246"/>
              <a:chExt cx="1244601" cy="381000"/>
            </a:xfrm>
          </p:grpSpPr>
          <p:sp>
            <p:nvSpPr>
              <p:cNvPr id="31" name="Dikdörtgen 36"/>
              <p:cNvSpPr/>
              <p:nvPr/>
            </p:nvSpPr>
            <p:spPr>
              <a:xfrm>
                <a:off x="2527299" y="5721246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10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Dikdörtgen 37"/>
              <p:cNvSpPr/>
              <p:nvPr/>
            </p:nvSpPr>
            <p:spPr>
              <a:xfrm>
                <a:off x="3337323" y="5721246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up 14"/>
            <p:cNvGrpSpPr/>
            <p:nvPr/>
          </p:nvGrpSpPr>
          <p:grpSpPr>
            <a:xfrm>
              <a:off x="3213449" y="5254972"/>
              <a:ext cx="1244601" cy="381000"/>
              <a:chOff x="2527299" y="5721246"/>
              <a:chExt cx="1244601" cy="381000"/>
            </a:xfrm>
          </p:grpSpPr>
          <p:sp>
            <p:nvSpPr>
              <p:cNvPr id="29" name="Dikdörtgen 32"/>
              <p:cNvSpPr/>
              <p:nvPr/>
            </p:nvSpPr>
            <p:spPr>
              <a:xfrm>
                <a:off x="2527299" y="5721246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8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Dikdörtgen 33"/>
              <p:cNvSpPr/>
              <p:nvPr/>
            </p:nvSpPr>
            <p:spPr>
              <a:xfrm>
                <a:off x="3337323" y="5721246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0" name="Düz Ok Bağlayıcısı 15"/>
            <p:cNvCxnSpPr/>
            <p:nvPr/>
          </p:nvCxnSpPr>
          <p:spPr>
            <a:xfrm>
              <a:off x="2429889" y="5445472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6"/>
            <p:cNvGrpSpPr/>
            <p:nvPr/>
          </p:nvGrpSpPr>
          <p:grpSpPr>
            <a:xfrm>
              <a:off x="5029549" y="5254972"/>
              <a:ext cx="1244601" cy="381000"/>
              <a:chOff x="2527299" y="5721246"/>
              <a:chExt cx="1244601" cy="381000"/>
            </a:xfrm>
          </p:grpSpPr>
          <p:sp>
            <p:nvSpPr>
              <p:cNvPr id="27" name="Dikdörtgen 30"/>
              <p:cNvSpPr/>
              <p:nvPr/>
            </p:nvSpPr>
            <p:spPr>
              <a:xfrm>
                <a:off x="2527299" y="5721246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Dikdörtgen 31"/>
              <p:cNvSpPr/>
              <p:nvPr/>
            </p:nvSpPr>
            <p:spPr>
              <a:xfrm>
                <a:off x="3337323" y="5721246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" name="Düz Ok Bağlayıcısı 17"/>
            <p:cNvCxnSpPr/>
            <p:nvPr/>
          </p:nvCxnSpPr>
          <p:spPr>
            <a:xfrm>
              <a:off x="4245989" y="5445472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up 18"/>
            <p:cNvGrpSpPr/>
            <p:nvPr/>
          </p:nvGrpSpPr>
          <p:grpSpPr>
            <a:xfrm>
              <a:off x="6846711" y="5254972"/>
              <a:ext cx="1244601" cy="381000"/>
              <a:chOff x="2527299" y="5721246"/>
              <a:chExt cx="1244601" cy="381000"/>
            </a:xfrm>
          </p:grpSpPr>
          <p:sp>
            <p:nvSpPr>
              <p:cNvPr id="25" name="Dikdörtgen 28"/>
              <p:cNvSpPr/>
              <p:nvPr/>
            </p:nvSpPr>
            <p:spPr>
              <a:xfrm>
                <a:off x="2527299" y="5721246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Dikdörtgen 29"/>
              <p:cNvSpPr/>
              <p:nvPr/>
            </p:nvSpPr>
            <p:spPr>
              <a:xfrm>
                <a:off x="3337323" y="5721246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" name="Düz Ok Bağlayıcısı 19"/>
            <p:cNvCxnSpPr/>
            <p:nvPr/>
          </p:nvCxnSpPr>
          <p:spPr>
            <a:xfrm>
              <a:off x="6063151" y="5445472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up 20"/>
            <p:cNvGrpSpPr/>
            <p:nvPr/>
          </p:nvGrpSpPr>
          <p:grpSpPr>
            <a:xfrm>
              <a:off x="8659250" y="5254972"/>
              <a:ext cx="1244601" cy="381000"/>
              <a:chOff x="2527299" y="5721246"/>
              <a:chExt cx="1244601" cy="381000"/>
            </a:xfrm>
          </p:grpSpPr>
          <p:sp>
            <p:nvSpPr>
              <p:cNvPr id="23" name="Dikdörtgen 26"/>
              <p:cNvSpPr/>
              <p:nvPr/>
            </p:nvSpPr>
            <p:spPr>
              <a:xfrm>
                <a:off x="2527299" y="5721246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Dikdörtgen 27"/>
              <p:cNvSpPr/>
              <p:nvPr/>
            </p:nvSpPr>
            <p:spPr>
              <a:xfrm>
                <a:off x="3337323" y="5721246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" name="Düz Ok Bağlayıcısı 21"/>
            <p:cNvCxnSpPr/>
            <p:nvPr/>
          </p:nvCxnSpPr>
          <p:spPr>
            <a:xfrm>
              <a:off x="7875690" y="5445472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üz Ok Bağlayıcısı 22"/>
            <p:cNvCxnSpPr/>
            <p:nvPr/>
          </p:nvCxnSpPr>
          <p:spPr>
            <a:xfrm>
              <a:off x="9698140" y="5445472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üz Ok Bağlayıcısı 23"/>
            <p:cNvCxnSpPr/>
            <p:nvPr/>
          </p:nvCxnSpPr>
          <p:spPr>
            <a:xfrm>
              <a:off x="1813852" y="4704443"/>
              <a:ext cx="0" cy="5505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Metin kutusu 24"/>
            <p:cNvSpPr txBox="1"/>
            <p:nvPr/>
          </p:nvSpPr>
          <p:spPr>
            <a:xfrm>
              <a:off x="1432439" y="4300719"/>
              <a:ext cx="77008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  <p:sp>
          <p:nvSpPr>
            <p:cNvPr id="20" name="Metin kutusu 25"/>
            <p:cNvSpPr txBox="1"/>
            <p:nvPr/>
          </p:nvSpPr>
          <p:spPr>
            <a:xfrm>
              <a:off x="10513869" y="523002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1" name="Düz Ok Bağlayıcısı 34"/>
            <p:cNvCxnSpPr/>
            <p:nvPr/>
          </p:nvCxnSpPr>
          <p:spPr>
            <a:xfrm>
              <a:off x="9052852" y="4704443"/>
              <a:ext cx="0" cy="5505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Metin kutusu 35"/>
            <p:cNvSpPr txBox="1"/>
            <p:nvPr/>
          </p:nvSpPr>
          <p:spPr>
            <a:xfrm>
              <a:off x="8723665" y="4300719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1726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Temel Kuyruk İşlemleri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Ekleme (</a:t>
            </a:r>
            <a:r>
              <a:rPr lang="tr-TR" dirty="0" err="1"/>
              <a:t>Enqueue</a:t>
            </a:r>
            <a:r>
              <a:rPr lang="tr-TR" dirty="0"/>
              <a:t>): </a:t>
            </a:r>
            <a:endParaRPr lang="tr-TR" dirty="0" smtClean="0"/>
          </a:p>
          <a:p>
            <a:pPr lvl="1"/>
            <a:r>
              <a:rPr lang="tr-TR" dirty="0" smtClean="0"/>
              <a:t>Kuyruğun sonuna yeni </a:t>
            </a:r>
            <a:r>
              <a:rPr lang="tr-TR" dirty="0"/>
              <a:t>bir öğe ekler.</a:t>
            </a:r>
          </a:p>
          <a:p>
            <a:pPr lvl="1"/>
            <a:r>
              <a:rPr lang="tr-TR" dirty="0" smtClean="0"/>
              <a:t>Zaman karmaşıklığı: </a:t>
            </a:r>
            <a:r>
              <a:rPr lang="tr-TR" dirty="0"/>
              <a:t>O(1)</a:t>
            </a:r>
          </a:p>
          <a:p>
            <a:r>
              <a:rPr lang="tr-TR" dirty="0" smtClean="0"/>
              <a:t>Çıkarma (</a:t>
            </a:r>
            <a:r>
              <a:rPr lang="tr-TR" dirty="0" err="1" smtClean="0"/>
              <a:t>Dequeue</a:t>
            </a:r>
            <a:r>
              <a:rPr lang="tr-TR" dirty="0"/>
              <a:t>): </a:t>
            </a:r>
            <a:endParaRPr lang="tr-TR" dirty="0" smtClean="0"/>
          </a:p>
          <a:p>
            <a:pPr lvl="1"/>
            <a:r>
              <a:rPr lang="tr-TR" dirty="0" smtClean="0"/>
              <a:t>Kuyruğun </a:t>
            </a:r>
            <a:r>
              <a:rPr lang="tr-TR" dirty="0"/>
              <a:t>başındaki öğeyi kuyruktan çıkarır.</a:t>
            </a:r>
          </a:p>
          <a:p>
            <a:pPr lvl="1"/>
            <a:r>
              <a:rPr lang="tr-TR" dirty="0" smtClean="0"/>
              <a:t>İlk </a:t>
            </a:r>
            <a:r>
              <a:rPr lang="tr-TR" dirty="0"/>
              <a:t>giren öğeyi çıkarır (FIFO ilkesi).</a:t>
            </a:r>
          </a:p>
          <a:p>
            <a:pPr lvl="1"/>
            <a:r>
              <a:rPr lang="tr-TR" dirty="0"/>
              <a:t>Zaman </a:t>
            </a:r>
            <a:r>
              <a:rPr lang="tr-TR" dirty="0" smtClean="0"/>
              <a:t>karmaşıklığı: </a:t>
            </a:r>
            <a:r>
              <a:rPr lang="tr-TR" dirty="0"/>
              <a:t>O(1)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742" y="2058650"/>
            <a:ext cx="3976915" cy="421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9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etin kutusu 18"/>
          <p:cNvSpPr txBox="1"/>
          <p:nvPr/>
        </p:nvSpPr>
        <p:spPr>
          <a:xfrm>
            <a:off x="5569800" y="1214293"/>
            <a:ext cx="1050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Kuyruk</a:t>
            </a:r>
            <a:endParaRPr lang="tr-TR" sz="2400" dirty="0"/>
          </a:p>
        </p:txBody>
      </p:sp>
      <p:grpSp>
        <p:nvGrpSpPr>
          <p:cNvPr id="3" name="Grup 2"/>
          <p:cNvGrpSpPr/>
          <p:nvPr/>
        </p:nvGrpSpPr>
        <p:grpSpPr>
          <a:xfrm>
            <a:off x="4477593" y="2839396"/>
            <a:ext cx="3236815" cy="1116000"/>
            <a:chOff x="4473770" y="3233096"/>
            <a:chExt cx="3221160" cy="1116000"/>
          </a:xfrm>
        </p:grpSpPr>
        <p:sp>
          <p:nvSpPr>
            <p:cNvPr id="17" name="Dikdörtgen 16"/>
            <p:cNvSpPr/>
            <p:nvPr/>
          </p:nvSpPr>
          <p:spPr>
            <a:xfrm rot="5400000">
              <a:off x="5543300" y="2197246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8" name="Dikdörtgen 17"/>
            <p:cNvSpPr/>
            <p:nvPr/>
          </p:nvSpPr>
          <p:spPr>
            <a:xfrm rot="5400000">
              <a:off x="7118930" y="3773096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1" name="Dikdörtgen 10"/>
            <p:cNvSpPr/>
            <p:nvPr/>
          </p:nvSpPr>
          <p:spPr>
            <a:xfrm rot="5400000">
              <a:off x="3933770" y="3773096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" name="Sağ Ok 3"/>
          <p:cNvSpPr/>
          <p:nvPr/>
        </p:nvSpPr>
        <p:spPr>
          <a:xfrm flipH="1">
            <a:off x="8463708" y="3225800"/>
            <a:ext cx="1397000" cy="3429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Metin kutusu 19"/>
          <p:cNvSpPr txBox="1"/>
          <p:nvPr/>
        </p:nvSpPr>
        <p:spPr>
          <a:xfrm>
            <a:off x="8788548" y="2764135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Giriş</a:t>
            </a:r>
            <a:endParaRPr lang="tr-TR" sz="2400" dirty="0"/>
          </a:p>
        </p:txBody>
      </p:sp>
      <p:sp>
        <p:nvSpPr>
          <p:cNvPr id="21" name="Sağ Ok 20"/>
          <p:cNvSpPr/>
          <p:nvPr/>
        </p:nvSpPr>
        <p:spPr>
          <a:xfrm flipH="1">
            <a:off x="2331293" y="3225800"/>
            <a:ext cx="1397000" cy="3429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Metin kutusu 21"/>
          <p:cNvSpPr txBox="1"/>
          <p:nvPr/>
        </p:nvSpPr>
        <p:spPr>
          <a:xfrm>
            <a:off x="2655333" y="2764135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Çıkış</a:t>
            </a:r>
            <a:endParaRPr lang="tr-TR" sz="24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Gösterim</a:t>
            </a:r>
            <a:endParaRPr lang="tr-TR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060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grpSp>
        <p:nvGrpSpPr>
          <p:cNvPr id="13" name="Grup 12"/>
          <p:cNvGrpSpPr/>
          <p:nvPr/>
        </p:nvGrpSpPr>
        <p:grpSpPr>
          <a:xfrm>
            <a:off x="698238" y="4999214"/>
            <a:ext cx="1970061" cy="430887"/>
            <a:chOff x="497458" y="4798618"/>
            <a:chExt cx="1970061" cy="430887"/>
          </a:xfrm>
        </p:grpSpPr>
        <p:sp>
          <p:nvSpPr>
            <p:cNvPr id="14" name="Metin kutusu 13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5" name="Düz Ok Bağlayıcısı 14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Metin kutusu 15"/>
            <p:cNvSpPr txBox="1"/>
            <p:nvPr/>
          </p:nvSpPr>
          <p:spPr>
            <a:xfrm>
              <a:off x="497458" y="4798618"/>
              <a:ext cx="770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</p:grpSp>
      <p:grpSp>
        <p:nvGrpSpPr>
          <p:cNvPr id="23" name="Grup 22"/>
          <p:cNvGrpSpPr/>
          <p:nvPr/>
        </p:nvGrpSpPr>
        <p:grpSpPr>
          <a:xfrm>
            <a:off x="802691" y="5410981"/>
            <a:ext cx="1865608" cy="430887"/>
            <a:chOff x="601911" y="4798618"/>
            <a:chExt cx="1865608" cy="430887"/>
          </a:xfrm>
        </p:grpSpPr>
        <p:sp>
          <p:nvSpPr>
            <p:cNvPr id="24" name="Metin kutusu 23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5" name="Düz Ok Bağlayıcısı 24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Metin kutusu 25"/>
            <p:cNvSpPr txBox="1"/>
            <p:nvPr/>
          </p:nvSpPr>
          <p:spPr>
            <a:xfrm>
              <a:off x="601911" y="4798618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92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grpSp>
        <p:nvGrpSpPr>
          <p:cNvPr id="13" name="Grup 12"/>
          <p:cNvGrpSpPr/>
          <p:nvPr/>
        </p:nvGrpSpPr>
        <p:grpSpPr>
          <a:xfrm>
            <a:off x="698238" y="4999214"/>
            <a:ext cx="1970061" cy="430887"/>
            <a:chOff x="497458" y="4798618"/>
            <a:chExt cx="1970061" cy="430887"/>
          </a:xfrm>
        </p:grpSpPr>
        <p:sp>
          <p:nvSpPr>
            <p:cNvPr id="14" name="Metin kutusu 13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5" name="Düz Ok Bağlayıcısı 14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Metin kutusu 15"/>
            <p:cNvSpPr txBox="1"/>
            <p:nvPr/>
          </p:nvSpPr>
          <p:spPr>
            <a:xfrm>
              <a:off x="497458" y="4798618"/>
              <a:ext cx="770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</p:grpSp>
      <p:grpSp>
        <p:nvGrpSpPr>
          <p:cNvPr id="23" name="Grup 22"/>
          <p:cNvGrpSpPr/>
          <p:nvPr/>
        </p:nvGrpSpPr>
        <p:grpSpPr>
          <a:xfrm>
            <a:off x="802691" y="5410981"/>
            <a:ext cx="1865608" cy="430887"/>
            <a:chOff x="601911" y="4798618"/>
            <a:chExt cx="1865608" cy="430887"/>
          </a:xfrm>
        </p:grpSpPr>
        <p:sp>
          <p:nvSpPr>
            <p:cNvPr id="24" name="Metin kutusu 23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5" name="Düz Ok Bağlayıcısı 24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Metin kutusu 25"/>
            <p:cNvSpPr txBox="1"/>
            <p:nvPr/>
          </p:nvSpPr>
          <p:spPr>
            <a:xfrm>
              <a:off x="601911" y="4798618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</p:grpSp>
      <p:sp>
        <p:nvSpPr>
          <p:cNvPr id="6" name="Metin kutusu 5"/>
          <p:cNvSpPr txBox="1"/>
          <p:nvPr/>
        </p:nvSpPr>
        <p:spPr>
          <a:xfrm>
            <a:off x="884120" y="851020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nqueue(20)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131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grpSp>
        <p:nvGrpSpPr>
          <p:cNvPr id="13" name="Grup 12"/>
          <p:cNvGrpSpPr/>
          <p:nvPr/>
        </p:nvGrpSpPr>
        <p:grpSpPr>
          <a:xfrm>
            <a:off x="698238" y="4999214"/>
            <a:ext cx="1970061" cy="430887"/>
            <a:chOff x="497458" y="4798618"/>
            <a:chExt cx="1970061" cy="430887"/>
          </a:xfrm>
        </p:grpSpPr>
        <p:sp>
          <p:nvSpPr>
            <p:cNvPr id="14" name="Metin kutusu 13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5" name="Düz Ok Bağlayıcısı 14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Metin kutusu 15"/>
            <p:cNvSpPr txBox="1"/>
            <p:nvPr/>
          </p:nvSpPr>
          <p:spPr>
            <a:xfrm>
              <a:off x="497458" y="4798618"/>
              <a:ext cx="770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</p:grpSp>
      <p:grpSp>
        <p:nvGrpSpPr>
          <p:cNvPr id="23" name="Grup 22"/>
          <p:cNvGrpSpPr/>
          <p:nvPr/>
        </p:nvGrpSpPr>
        <p:grpSpPr>
          <a:xfrm>
            <a:off x="802691" y="5410981"/>
            <a:ext cx="1865608" cy="430887"/>
            <a:chOff x="601911" y="4798618"/>
            <a:chExt cx="1865608" cy="430887"/>
          </a:xfrm>
        </p:grpSpPr>
        <p:sp>
          <p:nvSpPr>
            <p:cNvPr id="24" name="Metin kutusu 23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5" name="Düz Ok Bağlayıcısı 24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Metin kutusu 25"/>
            <p:cNvSpPr txBox="1"/>
            <p:nvPr/>
          </p:nvSpPr>
          <p:spPr>
            <a:xfrm>
              <a:off x="601911" y="4798618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</p:grpSp>
      <p:sp>
        <p:nvSpPr>
          <p:cNvPr id="6" name="Metin kutusu 5"/>
          <p:cNvSpPr txBox="1"/>
          <p:nvPr/>
        </p:nvSpPr>
        <p:spPr>
          <a:xfrm>
            <a:off x="884120" y="851020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nqueue(20)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10547356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95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grpSp>
        <p:nvGrpSpPr>
          <p:cNvPr id="13" name="Grup 12"/>
          <p:cNvGrpSpPr/>
          <p:nvPr/>
        </p:nvGrpSpPr>
        <p:grpSpPr>
          <a:xfrm>
            <a:off x="698238" y="4999214"/>
            <a:ext cx="1970061" cy="430887"/>
            <a:chOff x="497458" y="4798618"/>
            <a:chExt cx="1970061" cy="430887"/>
          </a:xfrm>
        </p:grpSpPr>
        <p:sp>
          <p:nvSpPr>
            <p:cNvPr id="14" name="Metin kutusu 13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5" name="Düz Ok Bağlayıcısı 14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Metin kutusu 15"/>
            <p:cNvSpPr txBox="1"/>
            <p:nvPr/>
          </p:nvSpPr>
          <p:spPr>
            <a:xfrm>
              <a:off x="497458" y="4798618"/>
              <a:ext cx="770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</p:grpSp>
      <p:grpSp>
        <p:nvGrpSpPr>
          <p:cNvPr id="23" name="Grup 22"/>
          <p:cNvGrpSpPr/>
          <p:nvPr/>
        </p:nvGrpSpPr>
        <p:grpSpPr>
          <a:xfrm>
            <a:off x="802691" y="5410981"/>
            <a:ext cx="1865608" cy="430887"/>
            <a:chOff x="601911" y="4798618"/>
            <a:chExt cx="1865608" cy="430887"/>
          </a:xfrm>
        </p:grpSpPr>
        <p:sp>
          <p:nvSpPr>
            <p:cNvPr id="24" name="Metin kutusu 23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5" name="Düz Ok Bağlayıcısı 24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Metin kutusu 25"/>
            <p:cNvSpPr txBox="1"/>
            <p:nvPr/>
          </p:nvSpPr>
          <p:spPr>
            <a:xfrm>
              <a:off x="601911" y="4798618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</p:grpSp>
      <p:sp>
        <p:nvSpPr>
          <p:cNvPr id="6" name="Metin kutusu 5"/>
          <p:cNvSpPr txBox="1"/>
          <p:nvPr/>
        </p:nvSpPr>
        <p:spPr>
          <a:xfrm>
            <a:off x="884120" y="851020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nqueue(20)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06097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210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sp>
        <p:nvSpPr>
          <p:cNvPr id="6" name="Metin kutusu 5"/>
          <p:cNvSpPr txBox="1"/>
          <p:nvPr/>
        </p:nvSpPr>
        <p:spPr>
          <a:xfrm>
            <a:off x="884120" y="851020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nqueue(20)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06097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5113802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4732389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5116074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4786888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7549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sp>
        <p:nvSpPr>
          <p:cNvPr id="6" name="Metin kutusu 5"/>
          <p:cNvSpPr txBox="1"/>
          <p:nvPr/>
        </p:nvSpPr>
        <p:spPr>
          <a:xfrm>
            <a:off x="884120" y="851020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06097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5113802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4732389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5116074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4786888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8" name="Dikdörtgen 27"/>
          <p:cNvSpPr/>
          <p:nvPr/>
        </p:nvSpPr>
        <p:spPr>
          <a:xfrm>
            <a:off x="10547356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867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sp>
        <p:nvSpPr>
          <p:cNvPr id="6" name="Metin kutusu 5"/>
          <p:cNvSpPr txBox="1"/>
          <p:nvPr/>
        </p:nvSpPr>
        <p:spPr>
          <a:xfrm>
            <a:off x="884120" y="851020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06097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5113802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4732389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5116074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4786888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9" name="Dikdörtgen 28"/>
          <p:cNvSpPr/>
          <p:nvPr/>
        </p:nvSpPr>
        <p:spPr>
          <a:xfrm>
            <a:off x="5697813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281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sp>
        <p:nvSpPr>
          <p:cNvPr id="6" name="Metin kutusu 5"/>
          <p:cNvSpPr txBox="1"/>
          <p:nvPr/>
        </p:nvSpPr>
        <p:spPr>
          <a:xfrm>
            <a:off x="884120" y="851020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06097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5113802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4732389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6112366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5783180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9" name="Dikdörtgen 28"/>
          <p:cNvSpPr/>
          <p:nvPr/>
        </p:nvSpPr>
        <p:spPr>
          <a:xfrm>
            <a:off x="5697813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1975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sp>
        <p:nvSpPr>
          <p:cNvPr id="6" name="Metin kutusu 5"/>
          <p:cNvSpPr txBox="1"/>
          <p:nvPr/>
        </p:nvSpPr>
        <p:spPr>
          <a:xfrm>
            <a:off x="884120" y="851020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enqueue(15)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06097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5113802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4732389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6112366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5783180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9" name="Dikdörtgen 28"/>
          <p:cNvSpPr/>
          <p:nvPr/>
        </p:nvSpPr>
        <p:spPr>
          <a:xfrm>
            <a:off x="5697813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757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sp>
        <p:nvSpPr>
          <p:cNvPr id="6" name="Metin kutusu 5"/>
          <p:cNvSpPr txBox="1"/>
          <p:nvPr/>
        </p:nvSpPr>
        <p:spPr>
          <a:xfrm>
            <a:off x="884120" y="851020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enqueue(15)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06097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5113802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4732389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6112366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5783180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9" name="Dikdörtgen 28"/>
          <p:cNvSpPr/>
          <p:nvPr/>
        </p:nvSpPr>
        <p:spPr>
          <a:xfrm>
            <a:off x="5697813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Dikdörtgen 27"/>
          <p:cNvSpPr/>
          <p:nvPr/>
        </p:nvSpPr>
        <p:spPr>
          <a:xfrm>
            <a:off x="10547356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026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sp>
        <p:nvSpPr>
          <p:cNvPr id="6" name="Metin kutusu 5"/>
          <p:cNvSpPr txBox="1"/>
          <p:nvPr/>
        </p:nvSpPr>
        <p:spPr>
          <a:xfrm>
            <a:off x="884120" y="851020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enqueue(15)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06097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5113802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4732389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6112366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5783180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9" name="Dikdörtgen 28"/>
          <p:cNvSpPr/>
          <p:nvPr/>
        </p:nvSpPr>
        <p:spPr>
          <a:xfrm>
            <a:off x="5697813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6689529" y="3223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516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sp>
        <p:nvSpPr>
          <p:cNvPr id="6" name="Metin kutusu 5"/>
          <p:cNvSpPr txBox="1"/>
          <p:nvPr/>
        </p:nvSpPr>
        <p:spPr>
          <a:xfrm>
            <a:off x="884120" y="851020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enqueue(15)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06097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5113802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4732389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7095011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6765825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9" name="Dikdörtgen 28"/>
          <p:cNvSpPr/>
          <p:nvPr/>
        </p:nvSpPr>
        <p:spPr>
          <a:xfrm>
            <a:off x="5697813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6689529" y="3223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3055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sp>
        <p:nvSpPr>
          <p:cNvPr id="27" name="Dikdörtgen 26"/>
          <p:cNvSpPr/>
          <p:nvPr/>
        </p:nvSpPr>
        <p:spPr>
          <a:xfrm>
            <a:off x="4706097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5113802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4732389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7095011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6765825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9" name="Dikdörtgen 28"/>
          <p:cNvSpPr/>
          <p:nvPr/>
        </p:nvSpPr>
        <p:spPr>
          <a:xfrm>
            <a:off x="5697813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6689529" y="3223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884120" y="851020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412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sp>
        <p:nvSpPr>
          <p:cNvPr id="6" name="Metin kutusu 5"/>
          <p:cNvSpPr txBox="1"/>
          <p:nvPr/>
        </p:nvSpPr>
        <p:spPr>
          <a:xfrm>
            <a:off x="884120" y="851020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5113802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4732389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7095011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6765825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9" name="Dikdörtgen 28"/>
          <p:cNvSpPr/>
          <p:nvPr/>
        </p:nvSpPr>
        <p:spPr>
          <a:xfrm>
            <a:off x="5697813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6689529" y="3223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833822" y="321310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632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sp>
        <p:nvSpPr>
          <p:cNvPr id="6" name="Metin kutusu 5"/>
          <p:cNvSpPr txBox="1"/>
          <p:nvPr/>
        </p:nvSpPr>
        <p:spPr>
          <a:xfrm>
            <a:off x="884120" y="851020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6115286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5733873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7095011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6765825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9" name="Dikdörtgen 28"/>
          <p:cNvSpPr/>
          <p:nvPr/>
        </p:nvSpPr>
        <p:spPr>
          <a:xfrm>
            <a:off x="5697813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6689529" y="3223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833822" y="321310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6279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cxnSp>
        <p:nvCxnSpPr>
          <p:cNvPr id="30" name="Düz Ok Bağlayıcısı 29"/>
          <p:cNvCxnSpPr/>
          <p:nvPr/>
        </p:nvCxnSpPr>
        <p:spPr>
          <a:xfrm>
            <a:off x="6115286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5733873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7095011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6765825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9" name="Dikdörtgen 28"/>
          <p:cNvSpPr/>
          <p:nvPr/>
        </p:nvSpPr>
        <p:spPr>
          <a:xfrm>
            <a:off x="5697813" y="320675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6689529" y="3223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017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cxnSp>
        <p:nvCxnSpPr>
          <p:cNvPr id="30" name="Düz Ok Bağlayıcısı 29"/>
          <p:cNvCxnSpPr/>
          <p:nvPr/>
        </p:nvCxnSpPr>
        <p:spPr>
          <a:xfrm>
            <a:off x="6115286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5733873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7095011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6765825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34" name="Dikdörtgen 33"/>
          <p:cNvSpPr/>
          <p:nvPr/>
        </p:nvSpPr>
        <p:spPr>
          <a:xfrm>
            <a:off x="6689529" y="3223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884120" y="851020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833822" y="321310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8621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cxnSp>
        <p:nvCxnSpPr>
          <p:cNvPr id="30" name="Düz Ok Bağlayıcısı 29"/>
          <p:cNvCxnSpPr/>
          <p:nvPr/>
        </p:nvCxnSpPr>
        <p:spPr>
          <a:xfrm>
            <a:off x="7102252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6720839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7095011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6765825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34" name="Dikdörtgen 33"/>
          <p:cNvSpPr/>
          <p:nvPr/>
        </p:nvSpPr>
        <p:spPr>
          <a:xfrm>
            <a:off x="6689529" y="3223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884120" y="851020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833822" y="321310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8228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cxnSp>
        <p:nvCxnSpPr>
          <p:cNvPr id="30" name="Düz Ok Bağlayıcısı 29"/>
          <p:cNvCxnSpPr/>
          <p:nvPr/>
        </p:nvCxnSpPr>
        <p:spPr>
          <a:xfrm>
            <a:off x="7102252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6720839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7095011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6765825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34" name="Dikdörtgen 33"/>
          <p:cNvSpPr/>
          <p:nvPr/>
        </p:nvSpPr>
        <p:spPr>
          <a:xfrm>
            <a:off x="6689529" y="3223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380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cxnSp>
        <p:nvCxnSpPr>
          <p:cNvPr id="30" name="Düz Ok Bağlayıcısı 29"/>
          <p:cNvCxnSpPr/>
          <p:nvPr/>
        </p:nvCxnSpPr>
        <p:spPr>
          <a:xfrm>
            <a:off x="7102252" y="2250814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6720839" y="1847090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 flipV="1">
            <a:off x="7095011" y="4013650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6765825" y="4497031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884120" y="851020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833822" y="321310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704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sp>
        <p:nvSpPr>
          <p:cNvPr id="23" name="Metin kutusu 22"/>
          <p:cNvSpPr txBox="1"/>
          <p:nvPr/>
        </p:nvSpPr>
        <p:spPr>
          <a:xfrm>
            <a:off x="884120" y="851020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833822" y="321310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5" name="Grup 24"/>
          <p:cNvGrpSpPr/>
          <p:nvPr/>
        </p:nvGrpSpPr>
        <p:grpSpPr>
          <a:xfrm>
            <a:off x="698238" y="4999214"/>
            <a:ext cx="1970061" cy="430887"/>
            <a:chOff x="497458" y="4798618"/>
            <a:chExt cx="1970061" cy="430887"/>
          </a:xfrm>
        </p:grpSpPr>
        <p:sp>
          <p:nvSpPr>
            <p:cNvPr id="26" name="Metin kutusu 25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7" name="Düz Ok Bağlayıcısı 26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Metin kutusu 27"/>
            <p:cNvSpPr txBox="1"/>
            <p:nvPr/>
          </p:nvSpPr>
          <p:spPr>
            <a:xfrm>
              <a:off x="497458" y="4798618"/>
              <a:ext cx="770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802691" y="5410981"/>
            <a:ext cx="1865608" cy="430887"/>
            <a:chOff x="601911" y="4798618"/>
            <a:chExt cx="1865608" cy="430887"/>
          </a:xfrm>
        </p:grpSpPr>
        <p:sp>
          <p:nvSpPr>
            <p:cNvPr id="34" name="Metin kutusu 33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35" name="Düz Ok Bağlayıcısı 34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Metin kutusu 35"/>
            <p:cNvSpPr txBox="1"/>
            <p:nvPr/>
          </p:nvSpPr>
          <p:spPr>
            <a:xfrm>
              <a:off x="601911" y="4798618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027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2331293" y="1214293"/>
            <a:ext cx="7529415" cy="2741103"/>
            <a:chOff x="2008285" y="1214293"/>
            <a:chExt cx="7529415" cy="2741103"/>
          </a:xfrm>
        </p:grpSpPr>
        <p:sp>
          <p:nvSpPr>
            <p:cNvPr id="19" name="Metin kutusu 18"/>
            <p:cNvSpPr txBox="1"/>
            <p:nvPr/>
          </p:nvSpPr>
          <p:spPr>
            <a:xfrm>
              <a:off x="5246792" y="1214293"/>
              <a:ext cx="10502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Kuyruk</a:t>
              </a:r>
              <a:endParaRPr lang="tr-TR" sz="2400" dirty="0"/>
            </a:p>
          </p:txBody>
        </p:sp>
        <p:grpSp>
          <p:nvGrpSpPr>
            <p:cNvPr id="3" name="Grup 2"/>
            <p:cNvGrpSpPr/>
            <p:nvPr/>
          </p:nvGrpSpPr>
          <p:grpSpPr>
            <a:xfrm>
              <a:off x="4154585" y="2839396"/>
              <a:ext cx="3236815" cy="1116000"/>
              <a:chOff x="4473770" y="3233096"/>
              <a:chExt cx="3221160" cy="1116000"/>
            </a:xfrm>
          </p:grpSpPr>
          <p:sp>
            <p:nvSpPr>
              <p:cNvPr id="17" name="Dikdörtgen 16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8" name="Dikdörtgen 17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1" name="Dikdörtgen 10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4" name="Sağ Ok 3"/>
            <p:cNvSpPr/>
            <p:nvPr/>
          </p:nvSpPr>
          <p:spPr>
            <a:xfrm flipH="1">
              <a:off x="8140700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8465540" y="2764135"/>
              <a:ext cx="747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Giriş</a:t>
              </a:r>
              <a:endParaRPr lang="tr-TR" sz="2400" dirty="0"/>
            </a:p>
          </p:txBody>
        </p:sp>
        <p:sp>
          <p:nvSpPr>
            <p:cNvPr id="21" name="Sağ Ok 20"/>
            <p:cNvSpPr/>
            <p:nvPr/>
          </p:nvSpPr>
          <p:spPr>
            <a:xfrm flipH="1">
              <a:off x="2008285" y="3225800"/>
              <a:ext cx="1397000" cy="3429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2332325" y="2764135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/>
                <a:t>Çıkış</a:t>
              </a:r>
              <a:endParaRPr lang="tr-TR" sz="2400" dirty="0"/>
            </a:p>
          </p:txBody>
        </p:sp>
      </p:grpSp>
      <p:grpSp>
        <p:nvGrpSpPr>
          <p:cNvPr id="25" name="Grup 24"/>
          <p:cNvGrpSpPr/>
          <p:nvPr/>
        </p:nvGrpSpPr>
        <p:grpSpPr>
          <a:xfrm>
            <a:off x="698238" y="4999214"/>
            <a:ext cx="1970061" cy="430887"/>
            <a:chOff x="497458" y="4798618"/>
            <a:chExt cx="1970061" cy="430887"/>
          </a:xfrm>
        </p:grpSpPr>
        <p:sp>
          <p:nvSpPr>
            <p:cNvPr id="26" name="Metin kutusu 25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7" name="Düz Ok Bağlayıcısı 26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Metin kutusu 27"/>
            <p:cNvSpPr txBox="1"/>
            <p:nvPr/>
          </p:nvSpPr>
          <p:spPr>
            <a:xfrm>
              <a:off x="497458" y="4798618"/>
              <a:ext cx="770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802691" y="5410981"/>
            <a:ext cx="1865608" cy="430887"/>
            <a:chOff x="601911" y="4798618"/>
            <a:chExt cx="1865608" cy="430887"/>
          </a:xfrm>
        </p:grpSpPr>
        <p:sp>
          <p:nvSpPr>
            <p:cNvPr id="34" name="Metin kutusu 33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35" name="Düz Ok Bağlayıcısı 34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Metin kutusu 35"/>
            <p:cNvSpPr txBox="1"/>
            <p:nvPr/>
          </p:nvSpPr>
          <p:spPr>
            <a:xfrm>
              <a:off x="601911" y="4798618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035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 Temsili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Kuyruk, </a:t>
            </a:r>
            <a:r>
              <a:rPr lang="tr-TR" dirty="0" smtClean="0"/>
              <a:t>dizi kullanılarak </a:t>
            </a:r>
            <a:r>
              <a:rPr lang="tr-TR" dirty="0"/>
              <a:t>temsil edilebilir.</a:t>
            </a:r>
          </a:p>
          <a:p>
            <a:pPr lvl="1"/>
            <a:r>
              <a:rPr lang="tr-TR" b="1" dirty="0" smtClean="0"/>
              <a:t>Kuyruk</a:t>
            </a:r>
            <a:r>
              <a:rPr lang="tr-TR" b="1" dirty="0"/>
              <a:t>:</a:t>
            </a:r>
            <a:r>
              <a:rPr lang="tr-TR" dirty="0"/>
              <a:t> </a:t>
            </a:r>
            <a:r>
              <a:rPr lang="tr-TR" dirty="0" smtClean="0"/>
              <a:t>Öğeleri saklayan dizinin </a:t>
            </a:r>
            <a:r>
              <a:rPr lang="tr-TR" dirty="0"/>
              <a:t>adı.</a:t>
            </a:r>
          </a:p>
          <a:p>
            <a:pPr lvl="1"/>
            <a:r>
              <a:rPr lang="tr-TR" b="1" dirty="0" smtClean="0"/>
              <a:t>Ön (Front):</a:t>
            </a:r>
            <a:r>
              <a:rPr lang="tr-TR" dirty="0" smtClean="0"/>
              <a:t> Kuyruğu temsil eden dizideki </a:t>
            </a:r>
            <a:r>
              <a:rPr lang="tr-TR" dirty="0"/>
              <a:t>ilk </a:t>
            </a:r>
            <a:r>
              <a:rPr lang="tr-TR" dirty="0" smtClean="0"/>
              <a:t>öğeyi gösteren </a:t>
            </a:r>
            <a:r>
              <a:rPr lang="tr-TR" dirty="0"/>
              <a:t>indis.</a:t>
            </a:r>
          </a:p>
          <a:p>
            <a:pPr lvl="1"/>
            <a:r>
              <a:rPr lang="tr-TR" b="1" dirty="0"/>
              <a:t>Arka (</a:t>
            </a:r>
            <a:r>
              <a:rPr lang="tr-TR" b="1" dirty="0" err="1"/>
              <a:t>Rear</a:t>
            </a:r>
            <a:r>
              <a:rPr lang="tr-TR" b="1" dirty="0"/>
              <a:t>):</a:t>
            </a:r>
            <a:r>
              <a:rPr lang="tr-TR" dirty="0"/>
              <a:t> Kuyruğu temsil eden dizideki son </a:t>
            </a:r>
            <a:r>
              <a:rPr lang="tr-TR" dirty="0" smtClean="0"/>
              <a:t>öğeyi gösteren indis.</a:t>
            </a:r>
          </a:p>
          <a:p>
            <a:r>
              <a:rPr lang="tr-TR" dirty="0"/>
              <a:t>Ön (Front) ve Arka (</a:t>
            </a:r>
            <a:r>
              <a:rPr lang="tr-TR" dirty="0" err="1"/>
              <a:t>Rear</a:t>
            </a:r>
            <a:r>
              <a:rPr lang="tr-TR" dirty="0"/>
              <a:t>) indisleri, kuyruğun başını ve sonunu işaret eder.</a:t>
            </a:r>
          </a:p>
          <a:p>
            <a:r>
              <a:rPr lang="tr-TR" dirty="0"/>
              <a:t>Kuyruğa öğe eklerken </a:t>
            </a:r>
            <a:r>
              <a:rPr lang="tr-TR" dirty="0" err="1"/>
              <a:t>Rear</a:t>
            </a:r>
            <a:r>
              <a:rPr lang="tr-TR" dirty="0"/>
              <a:t> artar, öğe çıkartılırken Front artar.</a:t>
            </a:r>
          </a:p>
          <a:p>
            <a:r>
              <a:rPr lang="tr-TR" dirty="0"/>
              <a:t>Dizi temsili basit ve hızlıdır, ancak sabit </a:t>
            </a:r>
            <a:r>
              <a:rPr lang="tr-TR" dirty="0" smtClean="0"/>
              <a:t>boyuta </a:t>
            </a:r>
            <a:r>
              <a:rPr lang="tr-TR" dirty="0"/>
              <a:t>sahiptir.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47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Bağlı Liste Temsili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Kuyruk </a:t>
            </a:r>
            <a:r>
              <a:rPr lang="tr-TR" dirty="0" smtClean="0"/>
              <a:t>bağlı </a:t>
            </a:r>
            <a:r>
              <a:rPr lang="tr-TR" dirty="0"/>
              <a:t>listeler kullanılarak temsil edilebilir.</a:t>
            </a:r>
          </a:p>
          <a:p>
            <a:r>
              <a:rPr lang="tr-TR" dirty="0" smtClean="0"/>
              <a:t>Kuyruğu </a:t>
            </a:r>
            <a:r>
              <a:rPr lang="tr-TR" dirty="0"/>
              <a:t>temsil etmek için aşağıdaki </a:t>
            </a:r>
            <a:r>
              <a:rPr lang="tr-TR" dirty="0" smtClean="0"/>
              <a:t>yapılar:</a:t>
            </a:r>
            <a:endParaRPr lang="tr-TR" dirty="0"/>
          </a:p>
          <a:p>
            <a:pPr lvl="1"/>
            <a:r>
              <a:rPr lang="tr-TR" dirty="0" smtClean="0"/>
              <a:t>Bağlı liste</a:t>
            </a:r>
            <a:endParaRPr lang="tr-TR" dirty="0"/>
          </a:p>
          <a:p>
            <a:pPr lvl="1"/>
            <a:r>
              <a:rPr lang="tr-TR" dirty="0" smtClean="0"/>
              <a:t>Ön ve Arka işaretçileri</a:t>
            </a:r>
            <a:endParaRPr lang="tr-TR" dirty="0"/>
          </a:p>
          <a:p>
            <a:pPr lvl="1"/>
            <a:r>
              <a:rPr lang="tr-TR" dirty="0" smtClean="0"/>
              <a:t>Nesneler</a:t>
            </a:r>
          </a:p>
          <a:p>
            <a:r>
              <a:rPr lang="tr-TR" dirty="0" smtClean="0"/>
              <a:t>Her bir kuyruk öğesi, </a:t>
            </a:r>
            <a:r>
              <a:rPr lang="tr-TR" dirty="0"/>
              <a:t>bir bağlı liste düğümüdür.</a:t>
            </a:r>
          </a:p>
          <a:p>
            <a:r>
              <a:rPr lang="tr-TR" dirty="0" smtClean="0"/>
              <a:t>Öğeleri </a:t>
            </a:r>
            <a:r>
              <a:rPr lang="tr-TR" dirty="0"/>
              <a:t>dinamik olarak </a:t>
            </a:r>
            <a:r>
              <a:rPr lang="tr-TR" dirty="0" smtClean="0"/>
              <a:t>saklar, boyutu otomatik olarak değişir.</a:t>
            </a:r>
            <a:endParaRPr lang="tr-TR" dirty="0"/>
          </a:p>
          <a:p>
            <a:r>
              <a:rPr lang="tr-TR" dirty="0" smtClean="0"/>
              <a:t>Dizi </a:t>
            </a:r>
            <a:r>
              <a:rPr lang="tr-TR" dirty="0"/>
              <a:t>temsiline göre </a:t>
            </a:r>
            <a:r>
              <a:rPr lang="tr-TR" dirty="0" smtClean="0"/>
              <a:t>daha </a:t>
            </a:r>
            <a:r>
              <a:rPr lang="tr-TR" dirty="0"/>
              <a:t>karmaşıktır ve bellek yönetimi gerektirir.</a:t>
            </a:r>
          </a:p>
          <a:p>
            <a:endParaRPr lang="tr-TR" dirty="0" smtClean="0"/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05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Kuyruk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Giriş Sınırlı Kuyruk (</a:t>
            </a:r>
            <a:r>
              <a:rPr lang="tr-TR" dirty="0" err="1"/>
              <a:t>Input</a:t>
            </a:r>
            <a:r>
              <a:rPr lang="tr-TR" dirty="0"/>
              <a:t> </a:t>
            </a:r>
            <a:r>
              <a:rPr lang="tr-TR" dirty="0" err="1"/>
              <a:t>Restricted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dirty="0"/>
              <a:t>Çıkış Sınırlı Kuyruk (</a:t>
            </a:r>
            <a:r>
              <a:rPr lang="tr-TR" dirty="0" err="1"/>
              <a:t>Output</a:t>
            </a:r>
            <a:r>
              <a:rPr lang="tr-TR" dirty="0"/>
              <a:t> </a:t>
            </a:r>
            <a:r>
              <a:rPr lang="tr-TR" dirty="0" err="1"/>
              <a:t>Restricted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dirty="0"/>
              <a:t>Dairesel Kuyruk (</a:t>
            </a:r>
            <a:r>
              <a:rPr lang="tr-TR" dirty="0" err="1"/>
              <a:t>Circular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dirty="0"/>
              <a:t>Çift Uçlu Kuyruk (</a:t>
            </a:r>
            <a:r>
              <a:rPr lang="tr-TR" dirty="0" err="1"/>
              <a:t>Double-Ended</a:t>
            </a:r>
            <a:r>
              <a:rPr lang="tr-TR" dirty="0"/>
              <a:t> Queue veya </a:t>
            </a:r>
            <a:r>
              <a:rPr lang="tr-TR" dirty="0" err="1"/>
              <a:t>Dequeue</a:t>
            </a:r>
            <a:r>
              <a:rPr lang="tr-TR" dirty="0" smtClean="0"/>
              <a:t>)</a:t>
            </a:r>
          </a:p>
          <a:p>
            <a:r>
              <a:rPr lang="tr-TR" dirty="0"/>
              <a:t>Öncelikli Kuyruk (</a:t>
            </a:r>
            <a:r>
              <a:rPr lang="tr-TR" dirty="0" err="1"/>
              <a:t>Priority</a:t>
            </a:r>
            <a:r>
              <a:rPr lang="tr-TR" dirty="0"/>
              <a:t> Queue)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24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Kuyruk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Giriş Sınırlı Kuyruk (</a:t>
            </a:r>
            <a:r>
              <a:rPr lang="tr-TR" b="1" dirty="0" err="1"/>
              <a:t>Input</a:t>
            </a:r>
            <a:r>
              <a:rPr lang="tr-TR" b="1" dirty="0"/>
              <a:t> </a:t>
            </a:r>
            <a:r>
              <a:rPr lang="tr-TR" b="1" dirty="0" err="1"/>
              <a:t>Restricted</a:t>
            </a:r>
            <a:r>
              <a:rPr lang="tr-TR" b="1" dirty="0"/>
              <a:t> Queue</a:t>
            </a:r>
            <a:r>
              <a:rPr lang="tr-TR" b="1" dirty="0" smtClean="0"/>
              <a:t>)</a:t>
            </a:r>
          </a:p>
          <a:p>
            <a:pPr lvl="1"/>
            <a:r>
              <a:rPr lang="tr-TR" dirty="0" smtClean="0"/>
              <a:t>Basit </a:t>
            </a:r>
            <a:r>
              <a:rPr lang="tr-TR" dirty="0"/>
              <a:t>bir kuyruktur.</a:t>
            </a:r>
          </a:p>
          <a:p>
            <a:pPr lvl="1"/>
            <a:r>
              <a:rPr lang="tr-TR" dirty="0" smtClean="0"/>
              <a:t>Giriş </a:t>
            </a:r>
            <a:r>
              <a:rPr lang="tr-TR" dirty="0"/>
              <a:t>sadece bir </a:t>
            </a:r>
            <a:r>
              <a:rPr lang="tr-TR" dirty="0" smtClean="0"/>
              <a:t>uçtan, çıkış işlemi </a:t>
            </a:r>
            <a:r>
              <a:rPr lang="tr-TR" dirty="0"/>
              <a:t>her iki uçtan </a:t>
            </a:r>
            <a:r>
              <a:rPr lang="tr-TR" dirty="0" smtClean="0"/>
              <a:t>yapılabilir.</a:t>
            </a:r>
          </a:p>
          <a:p>
            <a:r>
              <a:rPr lang="tr-TR" dirty="0"/>
              <a:t>Çıkış Sınırlı Kuyruk (</a:t>
            </a:r>
            <a:r>
              <a:rPr lang="tr-TR" dirty="0" err="1"/>
              <a:t>Output</a:t>
            </a:r>
            <a:r>
              <a:rPr lang="tr-TR" dirty="0"/>
              <a:t> </a:t>
            </a:r>
            <a:r>
              <a:rPr lang="tr-TR" dirty="0" err="1"/>
              <a:t>Restricted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dirty="0"/>
              <a:t>Dairesel Kuyruk (</a:t>
            </a:r>
            <a:r>
              <a:rPr lang="tr-TR" dirty="0" err="1"/>
              <a:t>Circular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dirty="0"/>
              <a:t>Çift Uçlu Kuyruk (</a:t>
            </a:r>
            <a:r>
              <a:rPr lang="tr-TR" dirty="0" err="1"/>
              <a:t>Double-Ended</a:t>
            </a:r>
            <a:r>
              <a:rPr lang="tr-TR" dirty="0"/>
              <a:t> Queue veya </a:t>
            </a:r>
            <a:r>
              <a:rPr lang="tr-TR" dirty="0" err="1"/>
              <a:t>Dequeue</a:t>
            </a:r>
            <a:r>
              <a:rPr lang="tr-TR" dirty="0" smtClean="0"/>
              <a:t>)</a:t>
            </a:r>
          </a:p>
          <a:p>
            <a:r>
              <a:rPr lang="tr-TR" dirty="0"/>
              <a:t>Öncelikli Kuyruk (</a:t>
            </a:r>
            <a:r>
              <a:rPr lang="tr-TR" dirty="0" err="1"/>
              <a:t>Priority</a:t>
            </a:r>
            <a:r>
              <a:rPr lang="tr-TR" dirty="0"/>
              <a:t> Queue)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75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Kuyruk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Giriş Sınırlı Kuyruk (</a:t>
            </a:r>
            <a:r>
              <a:rPr lang="tr-TR" dirty="0" err="1"/>
              <a:t>Input</a:t>
            </a:r>
            <a:r>
              <a:rPr lang="tr-TR" dirty="0"/>
              <a:t> </a:t>
            </a:r>
            <a:r>
              <a:rPr lang="tr-TR" dirty="0" err="1"/>
              <a:t>Restricted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b="1" dirty="0"/>
              <a:t>Çıkış Sınırlı Kuyruk (</a:t>
            </a:r>
            <a:r>
              <a:rPr lang="tr-TR" b="1" dirty="0" err="1"/>
              <a:t>Output</a:t>
            </a:r>
            <a:r>
              <a:rPr lang="tr-TR" b="1" dirty="0"/>
              <a:t> </a:t>
            </a:r>
            <a:r>
              <a:rPr lang="tr-TR" b="1" dirty="0" err="1"/>
              <a:t>Restricted</a:t>
            </a:r>
            <a:r>
              <a:rPr lang="tr-TR" b="1" dirty="0"/>
              <a:t> Queue</a:t>
            </a:r>
            <a:r>
              <a:rPr lang="tr-TR" b="1" dirty="0" smtClean="0"/>
              <a:t>)</a:t>
            </a:r>
          </a:p>
          <a:p>
            <a:pPr lvl="1"/>
            <a:r>
              <a:rPr lang="tr-TR" dirty="0" smtClean="0"/>
              <a:t>Basit </a:t>
            </a:r>
            <a:r>
              <a:rPr lang="tr-TR" dirty="0"/>
              <a:t>bir kuyruktur.</a:t>
            </a:r>
          </a:p>
          <a:p>
            <a:pPr lvl="1"/>
            <a:r>
              <a:rPr lang="tr-TR" dirty="0" smtClean="0"/>
              <a:t>Giriş </a:t>
            </a:r>
            <a:r>
              <a:rPr lang="tr-TR" dirty="0"/>
              <a:t>her iki </a:t>
            </a:r>
            <a:r>
              <a:rPr lang="tr-TR" dirty="0" smtClean="0"/>
              <a:t>uçtan, çıkış sadece </a:t>
            </a:r>
            <a:r>
              <a:rPr lang="tr-TR" dirty="0"/>
              <a:t>bir uçtan </a:t>
            </a:r>
            <a:r>
              <a:rPr lang="tr-TR" dirty="0" smtClean="0"/>
              <a:t>yapılabilir.</a:t>
            </a:r>
          </a:p>
          <a:p>
            <a:r>
              <a:rPr lang="tr-TR" dirty="0"/>
              <a:t>Dairesel Kuyruk (</a:t>
            </a:r>
            <a:r>
              <a:rPr lang="tr-TR" dirty="0" err="1"/>
              <a:t>Circular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dirty="0"/>
              <a:t>Çift Uçlu Kuyruk (</a:t>
            </a:r>
            <a:r>
              <a:rPr lang="tr-TR" dirty="0" err="1"/>
              <a:t>Double-Ended</a:t>
            </a:r>
            <a:r>
              <a:rPr lang="tr-TR" dirty="0"/>
              <a:t> Queue veya </a:t>
            </a:r>
            <a:r>
              <a:rPr lang="tr-TR" dirty="0" err="1"/>
              <a:t>Dequeue</a:t>
            </a:r>
            <a:r>
              <a:rPr lang="tr-TR" dirty="0" smtClean="0"/>
              <a:t>)</a:t>
            </a:r>
          </a:p>
          <a:p>
            <a:r>
              <a:rPr lang="tr-TR" dirty="0"/>
              <a:t>Öncelikli Kuyruk (</a:t>
            </a:r>
            <a:r>
              <a:rPr lang="tr-TR" dirty="0" err="1"/>
              <a:t>Priority</a:t>
            </a:r>
            <a:r>
              <a:rPr lang="tr-TR" dirty="0"/>
              <a:t> Queue)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71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Kuyruk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Giriş Sınırlı Kuyruk (</a:t>
            </a:r>
            <a:r>
              <a:rPr lang="tr-TR" dirty="0" err="1"/>
              <a:t>Input</a:t>
            </a:r>
            <a:r>
              <a:rPr lang="tr-TR" dirty="0"/>
              <a:t> </a:t>
            </a:r>
            <a:r>
              <a:rPr lang="tr-TR" dirty="0" err="1"/>
              <a:t>Restricted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dirty="0"/>
              <a:t>Çıkış Sınırlı Kuyruk (</a:t>
            </a:r>
            <a:r>
              <a:rPr lang="tr-TR" dirty="0" err="1"/>
              <a:t>Output</a:t>
            </a:r>
            <a:r>
              <a:rPr lang="tr-TR" dirty="0"/>
              <a:t> </a:t>
            </a:r>
            <a:r>
              <a:rPr lang="tr-TR" dirty="0" err="1"/>
              <a:t>Restricted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b="1" dirty="0"/>
              <a:t>Dairesel Kuyruk (</a:t>
            </a:r>
            <a:r>
              <a:rPr lang="tr-TR" b="1" dirty="0" err="1"/>
              <a:t>Circular</a:t>
            </a:r>
            <a:r>
              <a:rPr lang="tr-TR" b="1" dirty="0"/>
              <a:t> Queue</a:t>
            </a:r>
            <a:r>
              <a:rPr lang="tr-TR" b="1" dirty="0" smtClean="0"/>
              <a:t>)</a:t>
            </a:r>
          </a:p>
          <a:p>
            <a:pPr lvl="1"/>
            <a:r>
              <a:rPr lang="tr-TR" dirty="0"/>
              <a:t>Ö</a:t>
            </a:r>
            <a:r>
              <a:rPr lang="tr-TR" dirty="0" smtClean="0"/>
              <a:t>zel </a:t>
            </a:r>
            <a:r>
              <a:rPr lang="tr-TR" dirty="0"/>
              <a:t>bir kuyruk türüdür.</a:t>
            </a:r>
          </a:p>
          <a:p>
            <a:pPr lvl="1"/>
            <a:r>
              <a:rPr lang="tr-TR" dirty="0"/>
              <a:t>Son </a:t>
            </a:r>
            <a:r>
              <a:rPr lang="tr-TR" dirty="0" smtClean="0"/>
              <a:t>öğenin, ilk öğeye bağlandığı </a:t>
            </a:r>
            <a:r>
              <a:rPr lang="tr-TR" dirty="0"/>
              <a:t>bir döngü oluşturur.</a:t>
            </a:r>
          </a:p>
          <a:p>
            <a:pPr lvl="1"/>
            <a:r>
              <a:rPr lang="tr-TR" dirty="0"/>
              <a:t>İşlemler </a:t>
            </a:r>
            <a:r>
              <a:rPr lang="tr-TR" dirty="0" smtClean="0"/>
              <a:t>FIFO </a:t>
            </a:r>
            <a:r>
              <a:rPr lang="tr-TR" dirty="0"/>
              <a:t>(İlk Giren, İlk Çıkar) düzeninde gerçekleştirilir.</a:t>
            </a:r>
            <a:endParaRPr lang="tr-TR" dirty="0" smtClean="0"/>
          </a:p>
          <a:p>
            <a:r>
              <a:rPr lang="tr-TR" dirty="0"/>
              <a:t>Çift Uçlu Kuyruk (</a:t>
            </a:r>
            <a:r>
              <a:rPr lang="tr-TR" dirty="0" err="1"/>
              <a:t>Double-Ended</a:t>
            </a:r>
            <a:r>
              <a:rPr lang="tr-TR" dirty="0"/>
              <a:t> Queue veya </a:t>
            </a:r>
            <a:r>
              <a:rPr lang="tr-TR" dirty="0" err="1"/>
              <a:t>Dequeue</a:t>
            </a:r>
            <a:r>
              <a:rPr lang="tr-TR" dirty="0" smtClean="0"/>
              <a:t>)</a:t>
            </a:r>
          </a:p>
          <a:p>
            <a:r>
              <a:rPr lang="tr-TR" dirty="0"/>
              <a:t>Öncelikli Kuyruk (</a:t>
            </a:r>
            <a:r>
              <a:rPr lang="tr-TR" dirty="0" err="1"/>
              <a:t>Priority</a:t>
            </a:r>
            <a:r>
              <a:rPr lang="tr-TR" dirty="0"/>
              <a:t> Queue)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791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Kuyruk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Giriş Sınırlı Kuyruk (</a:t>
            </a:r>
            <a:r>
              <a:rPr lang="tr-TR" dirty="0" err="1"/>
              <a:t>Input</a:t>
            </a:r>
            <a:r>
              <a:rPr lang="tr-TR" dirty="0"/>
              <a:t> </a:t>
            </a:r>
            <a:r>
              <a:rPr lang="tr-TR" dirty="0" err="1"/>
              <a:t>Restricted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dirty="0"/>
              <a:t>Çıkış Sınırlı Kuyruk (</a:t>
            </a:r>
            <a:r>
              <a:rPr lang="tr-TR" dirty="0" err="1"/>
              <a:t>Output</a:t>
            </a:r>
            <a:r>
              <a:rPr lang="tr-TR" dirty="0"/>
              <a:t> </a:t>
            </a:r>
            <a:r>
              <a:rPr lang="tr-TR" dirty="0" err="1"/>
              <a:t>Restricted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dirty="0"/>
              <a:t>Dairesel Kuyruk (</a:t>
            </a:r>
            <a:r>
              <a:rPr lang="tr-TR" dirty="0" err="1"/>
              <a:t>Circular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b="1" dirty="0"/>
              <a:t>Çift Uçlu Kuyruk (</a:t>
            </a:r>
            <a:r>
              <a:rPr lang="tr-TR" b="1" dirty="0" err="1"/>
              <a:t>Double-Ended</a:t>
            </a:r>
            <a:r>
              <a:rPr lang="tr-TR" b="1" dirty="0"/>
              <a:t> Queue veya </a:t>
            </a:r>
            <a:r>
              <a:rPr lang="tr-TR" b="1" dirty="0" err="1"/>
              <a:t>Dequeue</a:t>
            </a:r>
            <a:r>
              <a:rPr lang="tr-TR" b="1" dirty="0" smtClean="0"/>
              <a:t>)</a:t>
            </a:r>
          </a:p>
          <a:p>
            <a:pPr lvl="1"/>
            <a:r>
              <a:rPr lang="tr-TR" dirty="0" smtClean="0"/>
              <a:t>Giriş ve çıkış işlemleri </a:t>
            </a:r>
            <a:r>
              <a:rPr lang="tr-TR" dirty="0"/>
              <a:t>her iki uçtan da </a:t>
            </a:r>
            <a:r>
              <a:rPr lang="tr-TR" dirty="0" smtClean="0"/>
              <a:t>yapılabilir.</a:t>
            </a:r>
          </a:p>
          <a:p>
            <a:r>
              <a:rPr lang="tr-TR" dirty="0"/>
              <a:t>Öncelikli Kuyruk (</a:t>
            </a:r>
            <a:r>
              <a:rPr lang="tr-TR" dirty="0" err="1"/>
              <a:t>Priority</a:t>
            </a:r>
            <a:r>
              <a:rPr lang="tr-TR" dirty="0"/>
              <a:t> Queue)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86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Kuyruk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Giriş Sınırlı Kuyruk (</a:t>
            </a:r>
            <a:r>
              <a:rPr lang="tr-TR" dirty="0" err="1"/>
              <a:t>Input</a:t>
            </a:r>
            <a:r>
              <a:rPr lang="tr-TR" dirty="0"/>
              <a:t> </a:t>
            </a:r>
            <a:r>
              <a:rPr lang="tr-TR" dirty="0" err="1"/>
              <a:t>Restricted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dirty="0"/>
              <a:t>Çıkış Sınırlı Kuyruk (</a:t>
            </a:r>
            <a:r>
              <a:rPr lang="tr-TR" dirty="0" err="1"/>
              <a:t>Output</a:t>
            </a:r>
            <a:r>
              <a:rPr lang="tr-TR" dirty="0"/>
              <a:t> </a:t>
            </a:r>
            <a:r>
              <a:rPr lang="tr-TR" dirty="0" err="1"/>
              <a:t>Restricted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dirty="0"/>
              <a:t>Dairesel Kuyruk (</a:t>
            </a:r>
            <a:r>
              <a:rPr lang="tr-TR" dirty="0" err="1"/>
              <a:t>Circular</a:t>
            </a:r>
            <a:r>
              <a:rPr lang="tr-TR" dirty="0"/>
              <a:t> Queue</a:t>
            </a:r>
            <a:r>
              <a:rPr lang="tr-TR" dirty="0" smtClean="0"/>
              <a:t>)</a:t>
            </a:r>
          </a:p>
          <a:p>
            <a:r>
              <a:rPr lang="tr-TR" dirty="0"/>
              <a:t>Çift Uçlu Kuyruk (</a:t>
            </a:r>
            <a:r>
              <a:rPr lang="tr-TR" dirty="0" err="1"/>
              <a:t>Double-Ended</a:t>
            </a:r>
            <a:r>
              <a:rPr lang="tr-TR" dirty="0"/>
              <a:t> Queue veya </a:t>
            </a:r>
            <a:r>
              <a:rPr lang="tr-TR" dirty="0" err="1"/>
              <a:t>Dequeue</a:t>
            </a:r>
            <a:r>
              <a:rPr lang="tr-TR" dirty="0" smtClean="0"/>
              <a:t>)</a:t>
            </a:r>
          </a:p>
          <a:p>
            <a:r>
              <a:rPr lang="tr-TR" b="1" dirty="0"/>
              <a:t>Öncelikli Kuyruk (</a:t>
            </a:r>
            <a:r>
              <a:rPr lang="tr-TR" b="1" dirty="0" err="1"/>
              <a:t>Priority</a:t>
            </a:r>
            <a:r>
              <a:rPr lang="tr-TR" b="1" dirty="0"/>
              <a:t> Queue</a:t>
            </a:r>
            <a:r>
              <a:rPr lang="tr-TR" b="1" dirty="0" smtClean="0"/>
              <a:t>)</a:t>
            </a:r>
          </a:p>
          <a:p>
            <a:pPr lvl="1"/>
            <a:r>
              <a:rPr lang="tr-TR" dirty="0" smtClean="0"/>
              <a:t>Öğelere </a:t>
            </a:r>
            <a:r>
              <a:rPr lang="tr-TR" dirty="0"/>
              <a:t>atanan önceliğe göre erişilen özel bir </a:t>
            </a:r>
            <a:r>
              <a:rPr lang="tr-TR" dirty="0" smtClean="0"/>
              <a:t>kuyruk türüdür.</a:t>
            </a:r>
            <a:endParaRPr lang="tr-TR" dirty="0"/>
          </a:p>
          <a:p>
            <a:pPr lvl="1"/>
            <a:r>
              <a:rPr lang="tr-TR" dirty="0"/>
              <a:t>Öğelerin önceliği, erişim sırasını belirler.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73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Kuyrukta Temel İşlemler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/>
              <a:t>e</a:t>
            </a:r>
            <a:r>
              <a:rPr lang="tr-TR" dirty="0" err="1" smtClean="0"/>
              <a:t>nqueue</a:t>
            </a:r>
            <a:r>
              <a:rPr lang="tr-TR" dirty="0"/>
              <a:t>(), kuyruğun sonuna yeni bir öğe ekler</a:t>
            </a:r>
            <a:r>
              <a:rPr lang="tr-TR" dirty="0" smtClean="0"/>
              <a:t>.</a:t>
            </a:r>
          </a:p>
          <a:p>
            <a:r>
              <a:rPr lang="tr-TR" dirty="0" err="1"/>
              <a:t>d</a:t>
            </a:r>
            <a:r>
              <a:rPr lang="tr-TR" dirty="0" err="1" smtClean="0"/>
              <a:t>equeue</a:t>
            </a:r>
            <a:r>
              <a:rPr lang="tr-TR" dirty="0"/>
              <a:t>(), kuyruğun başındaki öğeyi kuyruktan </a:t>
            </a:r>
            <a:r>
              <a:rPr lang="tr-TR" dirty="0" smtClean="0"/>
              <a:t>çıkarır.</a:t>
            </a:r>
          </a:p>
          <a:p>
            <a:r>
              <a:rPr lang="tr-TR" dirty="0" err="1"/>
              <a:t>p</a:t>
            </a:r>
            <a:r>
              <a:rPr lang="tr-TR" dirty="0" err="1" smtClean="0"/>
              <a:t>eek</a:t>
            </a:r>
            <a:r>
              <a:rPr lang="tr-TR" dirty="0" smtClean="0"/>
              <a:t>(), </a:t>
            </a:r>
            <a:r>
              <a:rPr lang="tr-TR" dirty="0" err="1" smtClean="0"/>
              <a:t>front</a:t>
            </a:r>
            <a:r>
              <a:rPr lang="tr-TR" dirty="0"/>
              <a:t>(), kuyruğun başındaki öğeyi </a:t>
            </a:r>
            <a:r>
              <a:rPr lang="tr-TR" dirty="0" smtClean="0"/>
              <a:t>döndürür, kuyruktan çıkarmaz.</a:t>
            </a:r>
          </a:p>
          <a:p>
            <a:r>
              <a:rPr lang="tr-TR" dirty="0" err="1"/>
              <a:t>r</a:t>
            </a:r>
            <a:r>
              <a:rPr lang="tr-TR" dirty="0" err="1" smtClean="0"/>
              <a:t>ear</a:t>
            </a:r>
            <a:r>
              <a:rPr lang="tr-TR" dirty="0"/>
              <a:t>(), kuyruğun sonundaki öğeyi döndürür, </a:t>
            </a:r>
            <a:r>
              <a:rPr lang="tr-TR" dirty="0" smtClean="0"/>
              <a:t>kuyruktan çıkarmaz.</a:t>
            </a:r>
          </a:p>
          <a:p>
            <a:r>
              <a:rPr lang="tr-TR" dirty="0" err="1"/>
              <a:t>isFull</a:t>
            </a:r>
            <a:r>
              <a:rPr lang="tr-TR" dirty="0"/>
              <a:t>(), kuyruğun dolu olup olmadığını </a:t>
            </a:r>
            <a:r>
              <a:rPr lang="tr-TR" dirty="0" smtClean="0"/>
              <a:t>kontrol eder.</a:t>
            </a:r>
          </a:p>
          <a:p>
            <a:r>
              <a:rPr lang="tr-TR" dirty="0" err="1"/>
              <a:t>isNull</a:t>
            </a:r>
            <a:r>
              <a:rPr lang="tr-TR" dirty="0"/>
              <a:t>(), kuyruğun boş olup olmadığını </a:t>
            </a:r>
            <a:r>
              <a:rPr lang="tr-TR" dirty="0" smtClean="0"/>
              <a:t>kontrol eder.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404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Enqueue</a:t>
            </a:r>
            <a:r>
              <a:rPr lang="tr-TR" dirty="0" smtClean="0"/>
              <a:t>()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İlk adımda, kuyruğun dolu olup olmadığı kontrol edilir.</a:t>
            </a:r>
          </a:p>
          <a:p>
            <a:r>
              <a:rPr lang="tr-TR" dirty="0" smtClean="0"/>
              <a:t>Kuyruk </a:t>
            </a:r>
            <a:r>
              <a:rPr lang="tr-TR" dirty="0"/>
              <a:t>doluysa, taşma (</a:t>
            </a:r>
            <a:r>
              <a:rPr lang="tr-TR" dirty="0" err="1"/>
              <a:t>overflow</a:t>
            </a:r>
            <a:r>
              <a:rPr lang="tr-TR" dirty="0"/>
              <a:t>) hatası döndürülür ve işlem sonlandırılır.</a:t>
            </a:r>
          </a:p>
          <a:p>
            <a:r>
              <a:rPr lang="tr-TR" dirty="0" smtClean="0"/>
              <a:t>Dolu </a:t>
            </a:r>
            <a:r>
              <a:rPr lang="tr-TR" dirty="0"/>
              <a:t>değilse, arka işaretçi tarafından işaret edilen konuma öğe eklenir. </a:t>
            </a:r>
          </a:p>
          <a:p>
            <a:r>
              <a:rPr lang="tr-TR" dirty="0" smtClean="0"/>
              <a:t>Arka </a:t>
            </a:r>
            <a:r>
              <a:rPr lang="tr-TR" dirty="0"/>
              <a:t>işaretçi sonraki boş alana işaret etmek için artırılır.</a:t>
            </a:r>
          </a:p>
          <a:p>
            <a:r>
              <a:rPr lang="tr-TR" dirty="0" smtClean="0"/>
              <a:t>İşlem sonucu "başarılı" olarak döndürülür</a:t>
            </a:r>
            <a:r>
              <a:rPr lang="tr-TR" dirty="0"/>
              <a:t>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53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Enqueue</a:t>
            </a:r>
            <a:r>
              <a:rPr lang="tr-TR" dirty="0" smtClean="0"/>
              <a:t> İşlemi</a:t>
            </a:r>
            <a:endParaRPr lang="tr-T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2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/>
          <p:cNvGrpSpPr/>
          <p:nvPr/>
        </p:nvGrpSpPr>
        <p:grpSpPr>
          <a:xfrm>
            <a:off x="393441" y="3731888"/>
            <a:ext cx="1970061" cy="430887"/>
            <a:chOff x="497458" y="4798618"/>
            <a:chExt cx="1970061" cy="430887"/>
          </a:xfrm>
        </p:grpSpPr>
        <p:sp>
          <p:nvSpPr>
            <p:cNvPr id="5" name="Metin kutusu 4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6" name="Düz Ok Bağlayıcısı 5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Metin kutusu 6"/>
            <p:cNvSpPr txBox="1"/>
            <p:nvPr/>
          </p:nvSpPr>
          <p:spPr>
            <a:xfrm>
              <a:off x="497458" y="4798618"/>
              <a:ext cx="770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</p:grpSp>
      <p:grpSp>
        <p:nvGrpSpPr>
          <p:cNvPr id="8" name="Grup 7"/>
          <p:cNvGrpSpPr/>
          <p:nvPr/>
        </p:nvGrpSpPr>
        <p:grpSpPr>
          <a:xfrm>
            <a:off x="381782" y="4143655"/>
            <a:ext cx="1981720" cy="430887"/>
            <a:chOff x="485799" y="4798618"/>
            <a:chExt cx="1981720" cy="430887"/>
          </a:xfrm>
        </p:grpSpPr>
        <p:sp>
          <p:nvSpPr>
            <p:cNvPr id="9" name="Metin kutusu 8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0" name="Düz Ok Bağlayıcısı 9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Metin kutusu 10"/>
            <p:cNvSpPr txBox="1"/>
            <p:nvPr/>
          </p:nvSpPr>
          <p:spPr>
            <a:xfrm>
              <a:off x="485799" y="4798618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</p:grpSp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0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07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etin kutusu 13"/>
          <p:cNvSpPr txBox="1"/>
          <p:nvPr/>
        </p:nvSpPr>
        <p:spPr>
          <a:xfrm>
            <a:off x="404778" y="5050028"/>
            <a:ext cx="12041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10</a:t>
            </a:r>
            <a:endParaRPr lang="tr-TR" sz="2200" dirty="0">
              <a:solidFill>
                <a:srgbClr val="FF0000"/>
              </a:solidFill>
            </a:endParaRPr>
          </a:p>
        </p:txBody>
      </p:sp>
      <p:cxnSp>
        <p:nvCxnSpPr>
          <p:cNvPr id="15" name="Düz Ok Bağlayıcısı 14"/>
          <p:cNvCxnSpPr/>
          <p:nvPr/>
        </p:nvCxnSpPr>
        <p:spPr>
          <a:xfrm>
            <a:off x="5608690" y="396079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up 15"/>
          <p:cNvGrpSpPr/>
          <p:nvPr/>
        </p:nvGrpSpPr>
        <p:grpSpPr>
          <a:xfrm>
            <a:off x="393441" y="3731888"/>
            <a:ext cx="1970061" cy="430887"/>
            <a:chOff x="497458" y="4798618"/>
            <a:chExt cx="1970061" cy="430887"/>
          </a:xfrm>
        </p:grpSpPr>
        <p:sp>
          <p:nvSpPr>
            <p:cNvPr id="17" name="Metin kutusu 16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Metin kutusu 18"/>
            <p:cNvSpPr txBox="1"/>
            <p:nvPr/>
          </p:nvSpPr>
          <p:spPr>
            <a:xfrm>
              <a:off x="497458" y="4798618"/>
              <a:ext cx="770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</p:grpSp>
      <p:grpSp>
        <p:nvGrpSpPr>
          <p:cNvPr id="20" name="Grup 19"/>
          <p:cNvGrpSpPr/>
          <p:nvPr/>
        </p:nvGrpSpPr>
        <p:grpSpPr>
          <a:xfrm>
            <a:off x="381782" y="4143655"/>
            <a:ext cx="1981720" cy="430887"/>
            <a:chOff x="485799" y="4798618"/>
            <a:chExt cx="1981720" cy="430887"/>
          </a:xfrm>
        </p:grpSpPr>
        <p:sp>
          <p:nvSpPr>
            <p:cNvPr id="21" name="Metin kutusu 20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2" name="Düz Ok Bağlayıcısı 21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Metin kutusu 22"/>
            <p:cNvSpPr txBox="1"/>
            <p:nvPr/>
          </p:nvSpPr>
          <p:spPr>
            <a:xfrm>
              <a:off x="485799" y="4798618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</p:grpSp>
      <p:sp>
        <p:nvSpPr>
          <p:cNvPr id="24" name="Metin kutusu 23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0</a:t>
            </a:r>
            <a:endParaRPr lang="tr-TR" sz="2200" b="1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88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Düz Ok Bağlayıcısı 14"/>
          <p:cNvCxnSpPr/>
          <p:nvPr/>
        </p:nvCxnSpPr>
        <p:spPr>
          <a:xfrm>
            <a:off x="5608690" y="418538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242988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319490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1399352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22" name="Metin kutusu 21"/>
          <p:cNvSpPr txBox="1"/>
          <p:nvPr/>
        </p:nvSpPr>
        <p:spPr>
          <a:xfrm>
            <a:off x="404778" y="5050028"/>
            <a:ext cx="12041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10</a:t>
            </a:r>
            <a:endParaRPr lang="tr-TR" sz="2200" dirty="0">
              <a:solidFill>
                <a:srgbClr val="FF0000"/>
              </a:solidFill>
            </a:endParaRPr>
          </a:p>
        </p:txBody>
      </p:sp>
      <p:grpSp>
        <p:nvGrpSpPr>
          <p:cNvPr id="23" name="Grup 22"/>
          <p:cNvGrpSpPr/>
          <p:nvPr/>
        </p:nvGrpSpPr>
        <p:grpSpPr>
          <a:xfrm>
            <a:off x="393441" y="3731888"/>
            <a:ext cx="1970061" cy="430887"/>
            <a:chOff x="497458" y="4798618"/>
            <a:chExt cx="1970061" cy="430887"/>
          </a:xfrm>
        </p:grpSpPr>
        <p:sp>
          <p:nvSpPr>
            <p:cNvPr id="24" name="Metin kutusu 23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5" name="Düz Ok Bağlayıcısı 24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Metin kutusu 25"/>
            <p:cNvSpPr txBox="1"/>
            <p:nvPr/>
          </p:nvSpPr>
          <p:spPr>
            <a:xfrm>
              <a:off x="497458" y="4798618"/>
              <a:ext cx="770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</p:grpSp>
      <p:grpSp>
        <p:nvGrpSpPr>
          <p:cNvPr id="27" name="Grup 26"/>
          <p:cNvGrpSpPr/>
          <p:nvPr/>
        </p:nvGrpSpPr>
        <p:grpSpPr>
          <a:xfrm>
            <a:off x="381782" y="4143655"/>
            <a:ext cx="1981720" cy="430887"/>
            <a:chOff x="485799" y="4798618"/>
            <a:chExt cx="1981720" cy="430887"/>
          </a:xfrm>
        </p:grpSpPr>
        <p:sp>
          <p:nvSpPr>
            <p:cNvPr id="28" name="Metin kutusu 27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9" name="Düz Ok Bağlayıcısı 28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Metin kutusu 29"/>
            <p:cNvSpPr txBox="1"/>
            <p:nvPr/>
          </p:nvSpPr>
          <p:spPr>
            <a:xfrm>
              <a:off x="485799" y="4798618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</p:grpSp>
      <p:sp>
        <p:nvSpPr>
          <p:cNvPr id="31" name="Metin kutusu 30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0</a:t>
            </a:r>
            <a:endParaRPr lang="tr-TR" sz="2200" b="1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69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Düz Ok Bağlayıcısı 14"/>
          <p:cNvCxnSpPr/>
          <p:nvPr/>
        </p:nvCxnSpPr>
        <p:spPr>
          <a:xfrm>
            <a:off x="5608690" y="442601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242988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319490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1399352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22" name="Metin kutusu 21"/>
          <p:cNvSpPr txBox="1"/>
          <p:nvPr/>
        </p:nvSpPr>
        <p:spPr>
          <a:xfrm>
            <a:off x="404778" y="5050028"/>
            <a:ext cx="12041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10</a:t>
            </a:r>
            <a:endParaRPr lang="tr-TR" sz="2200" dirty="0">
              <a:solidFill>
                <a:srgbClr val="FF0000"/>
              </a:solidFill>
            </a:endParaRPr>
          </a:p>
        </p:txBody>
      </p:sp>
      <p:grpSp>
        <p:nvGrpSpPr>
          <p:cNvPr id="23" name="Grup 22"/>
          <p:cNvGrpSpPr/>
          <p:nvPr/>
        </p:nvGrpSpPr>
        <p:grpSpPr>
          <a:xfrm>
            <a:off x="393441" y="3731888"/>
            <a:ext cx="1970061" cy="430887"/>
            <a:chOff x="497458" y="4798618"/>
            <a:chExt cx="1970061" cy="430887"/>
          </a:xfrm>
        </p:grpSpPr>
        <p:sp>
          <p:nvSpPr>
            <p:cNvPr id="24" name="Metin kutusu 23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5" name="Düz Ok Bağlayıcısı 24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Metin kutusu 25"/>
            <p:cNvSpPr txBox="1"/>
            <p:nvPr/>
          </p:nvSpPr>
          <p:spPr>
            <a:xfrm>
              <a:off x="497458" y="4798618"/>
              <a:ext cx="7700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</p:grpSp>
      <p:grpSp>
        <p:nvGrpSpPr>
          <p:cNvPr id="27" name="Grup 26"/>
          <p:cNvGrpSpPr/>
          <p:nvPr/>
        </p:nvGrpSpPr>
        <p:grpSpPr>
          <a:xfrm>
            <a:off x="381782" y="4143655"/>
            <a:ext cx="1981720" cy="430887"/>
            <a:chOff x="485799" y="4798618"/>
            <a:chExt cx="1981720" cy="430887"/>
          </a:xfrm>
        </p:grpSpPr>
        <p:sp>
          <p:nvSpPr>
            <p:cNvPr id="28" name="Metin kutusu 27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9" name="Düz Ok Bağlayıcısı 28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Metin kutusu 29"/>
            <p:cNvSpPr txBox="1"/>
            <p:nvPr/>
          </p:nvSpPr>
          <p:spPr>
            <a:xfrm>
              <a:off x="485799" y="4798618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</p:grpSp>
      <p:sp>
        <p:nvSpPr>
          <p:cNvPr id="31" name="Metin kutusu 30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0</a:t>
            </a:r>
            <a:endParaRPr lang="tr-TR" sz="2200" b="1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1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Düz Ok Bağlayıcısı 14"/>
          <p:cNvCxnSpPr/>
          <p:nvPr/>
        </p:nvCxnSpPr>
        <p:spPr>
          <a:xfrm>
            <a:off x="5608690" y="466664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242988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319490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1399352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404778" y="5050028"/>
            <a:ext cx="12041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10</a:t>
            </a:r>
            <a:endParaRPr lang="tr-TR" sz="2200" dirty="0">
              <a:solidFill>
                <a:srgbClr val="FF0000"/>
              </a:solidFill>
            </a:endParaRPr>
          </a:p>
        </p:txBody>
      </p:sp>
      <p:grpSp>
        <p:nvGrpSpPr>
          <p:cNvPr id="25" name="Grup 24"/>
          <p:cNvGrpSpPr/>
          <p:nvPr/>
        </p:nvGrpSpPr>
        <p:grpSpPr>
          <a:xfrm>
            <a:off x="381782" y="4143655"/>
            <a:ext cx="1981720" cy="430887"/>
            <a:chOff x="485799" y="4798618"/>
            <a:chExt cx="1981720" cy="430887"/>
          </a:xfrm>
        </p:grpSpPr>
        <p:sp>
          <p:nvSpPr>
            <p:cNvPr id="26" name="Metin kutusu 25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7" name="Düz Ok Bağlayıcısı 26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Metin kutusu 27"/>
            <p:cNvSpPr txBox="1"/>
            <p:nvPr/>
          </p:nvSpPr>
          <p:spPr>
            <a:xfrm>
              <a:off x="485799" y="4798618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</p:grpSp>
      <p:sp>
        <p:nvSpPr>
          <p:cNvPr id="29" name="Metin kutusu 28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0</a:t>
            </a:r>
            <a:endParaRPr lang="tr-TR" sz="2200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57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Düz Ok Bağlayıcısı 14"/>
          <p:cNvCxnSpPr/>
          <p:nvPr/>
        </p:nvCxnSpPr>
        <p:spPr>
          <a:xfrm>
            <a:off x="5608690" y="591792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242988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319490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1399352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1484477" y="3028730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404778" y="5050028"/>
            <a:ext cx="12041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10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30" name="Metin kutusu 29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0</a:t>
            </a:r>
            <a:endParaRPr lang="tr-TR" sz="2200" b="1" dirty="0"/>
          </a:p>
        </p:txBody>
      </p:sp>
      <p:sp>
        <p:nvSpPr>
          <p:cNvPr id="31" name="Metin kutusu 30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6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Düz Ok Bağlayıcısı 14"/>
          <p:cNvCxnSpPr/>
          <p:nvPr/>
        </p:nvCxnSpPr>
        <p:spPr>
          <a:xfrm>
            <a:off x="5608690" y="610842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242988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319490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1399352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1484477" y="3028730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404778" y="5050028"/>
            <a:ext cx="12041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10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26" name="Metin kutusu 25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8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84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242988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319490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1482772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5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4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242988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319490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1482772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enqueue(15)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41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242988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319490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1482772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>
            <a:off x="5608690" y="396079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404778" y="5050028"/>
            <a:ext cx="12041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15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enqueue(15)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242988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319490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1482772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>
            <a:off x="5608690" y="418939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38263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614765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8" name="Düz Ok Bağlayıcısı 27"/>
          <p:cNvCxnSpPr/>
          <p:nvPr/>
        </p:nvCxnSpPr>
        <p:spPr>
          <a:xfrm flipV="1">
            <a:off x="476660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4352102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404778" y="5050028"/>
            <a:ext cx="12041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15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enqueue(15)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22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242988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319490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1482772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>
            <a:off x="5608690" y="441799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38263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614765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8" name="Düz Ok Bağlayıcısı 27"/>
          <p:cNvCxnSpPr/>
          <p:nvPr/>
        </p:nvCxnSpPr>
        <p:spPr>
          <a:xfrm flipV="1">
            <a:off x="476660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4352102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404778" y="5050028"/>
            <a:ext cx="12041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15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enqueue(15)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22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242988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319490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1482772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>
            <a:off x="5608690" y="515498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38263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614765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8" name="Düz Ok Bağlayıcısı 27"/>
          <p:cNvCxnSpPr/>
          <p:nvPr/>
        </p:nvCxnSpPr>
        <p:spPr>
          <a:xfrm flipV="1">
            <a:off x="476660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4352102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404778" y="5050028"/>
            <a:ext cx="12041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15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enqueue(15)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99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>
            <a:endCxn id="24" idx="1"/>
          </p:cNvCxnSpPr>
          <p:nvPr/>
        </p:nvCxnSpPr>
        <p:spPr>
          <a:xfrm>
            <a:off x="2429889" y="1998568"/>
            <a:ext cx="19254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 flipV="1">
            <a:off x="181385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1482772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>
            <a:off x="5608690" y="540064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38263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614765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8" name="Düz Ok Bağlayıcısı 27"/>
          <p:cNvCxnSpPr/>
          <p:nvPr/>
        </p:nvCxnSpPr>
        <p:spPr>
          <a:xfrm flipV="1">
            <a:off x="476660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4352102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404778" y="5050028"/>
            <a:ext cx="12041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15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enqueue(15)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67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>
            <a:endCxn id="24" idx="1"/>
          </p:cNvCxnSpPr>
          <p:nvPr/>
        </p:nvCxnSpPr>
        <p:spPr>
          <a:xfrm>
            <a:off x="2429889" y="1998568"/>
            <a:ext cx="19254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>
            <a:off x="5608690" y="58919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38263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614765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8" name="Düz Ok Bağlayıcısı 27"/>
          <p:cNvCxnSpPr/>
          <p:nvPr/>
        </p:nvCxnSpPr>
        <p:spPr>
          <a:xfrm flipV="1">
            <a:off x="476660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4352102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4418753" y="3028730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404778" y="5050028"/>
            <a:ext cx="12041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15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enqueue(15)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36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>
            <a:endCxn id="24" idx="1"/>
          </p:cNvCxnSpPr>
          <p:nvPr/>
        </p:nvCxnSpPr>
        <p:spPr>
          <a:xfrm>
            <a:off x="2429889" y="1998568"/>
            <a:ext cx="19254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>
            <a:off x="5608690" y="613762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38263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614765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8" name="Düz Ok Bağlayıcısı 27"/>
          <p:cNvCxnSpPr/>
          <p:nvPr/>
        </p:nvCxnSpPr>
        <p:spPr>
          <a:xfrm flipV="1">
            <a:off x="476660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4352102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4418753" y="3028730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404778" y="5050028"/>
            <a:ext cx="12041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15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enqueue(15)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73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>
            <a:endCxn id="24" idx="1"/>
          </p:cNvCxnSpPr>
          <p:nvPr/>
        </p:nvCxnSpPr>
        <p:spPr>
          <a:xfrm>
            <a:off x="2429889" y="1998568"/>
            <a:ext cx="19254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38263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614765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8" name="Düz Ok Bağlayıcısı 27"/>
          <p:cNvCxnSpPr/>
          <p:nvPr/>
        </p:nvCxnSpPr>
        <p:spPr>
          <a:xfrm flipV="1">
            <a:off x="476660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4435522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9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81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>
            <a:endCxn id="24" idx="1"/>
          </p:cNvCxnSpPr>
          <p:nvPr/>
        </p:nvCxnSpPr>
        <p:spPr>
          <a:xfrm>
            <a:off x="2429889" y="1998568"/>
            <a:ext cx="19254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38263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614765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8" name="Düz Ok Bağlayıcısı 27"/>
          <p:cNvCxnSpPr/>
          <p:nvPr/>
        </p:nvCxnSpPr>
        <p:spPr>
          <a:xfrm flipV="1">
            <a:off x="476660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4435522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enqueue(20)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9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57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>
            <a:endCxn id="24" idx="1"/>
          </p:cNvCxnSpPr>
          <p:nvPr/>
        </p:nvCxnSpPr>
        <p:spPr>
          <a:xfrm>
            <a:off x="2429889" y="1998568"/>
            <a:ext cx="19254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38263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614765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8" name="Düz Ok Bağlayıcısı 27"/>
          <p:cNvCxnSpPr/>
          <p:nvPr/>
        </p:nvCxnSpPr>
        <p:spPr>
          <a:xfrm flipV="1">
            <a:off x="476660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4435522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1" name="Düz Ok Bağlayıcısı 20"/>
          <p:cNvCxnSpPr/>
          <p:nvPr/>
        </p:nvCxnSpPr>
        <p:spPr>
          <a:xfrm>
            <a:off x="5608690" y="396079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enqueue(20)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404778" y="5050028"/>
            <a:ext cx="11661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20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79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>
            <a:endCxn id="24" idx="1"/>
          </p:cNvCxnSpPr>
          <p:nvPr/>
        </p:nvCxnSpPr>
        <p:spPr>
          <a:xfrm>
            <a:off x="2429889" y="1998568"/>
            <a:ext cx="19254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38263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614765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8" name="Düz Ok Bağlayıcısı 27"/>
          <p:cNvCxnSpPr/>
          <p:nvPr/>
        </p:nvCxnSpPr>
        <p:spPr>
          <a:xfrm flipV="1">
            <a:off x="476660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4435522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1" name="Düz Ok Bağlayıcısı 20"/>
          <p:cNvCxnSpPr/>
          <p:nvPr/>
        </p:nvCxnSpPr>
        <p:spPr>
          <a:xfrm>
            <a:off x="5608690" y="419281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ikdörtgen 29"/>
          <p:cNvSpPr/>
          <p:nvPr/>
        </p:nvSpPr>
        <p:spPr>
          <a:xfrm>
            <a:off x="7262305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Dikdörtgen 30"/>
          <p:cNvSpPr/>
          <p:nvPr/>
        </p:nvSpPr>
        <p:spPr>
          <a:xfrm>
            <a:off x="8072329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8289617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9054637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4" name="Düz Ok Bağlayıcısı 33"/>
          <p:cNvCxnSpPr/>
          <p:nvPr/>
        </p:nvCxnSpPr>
        <p:spPr>
          <a:xfrm flipV="1">
            <a:off x="7673580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>
            <a:off x="7259080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6" name="Metin kutusu 35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enqueue(20)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7" name="Metin kutusu 36"/>
          <p:cNvSpPr txBox="1"/>
          <p:nvPr/>
        </p:nvSpPr>
        <p:spPr>
          <a:xfrm>
            <a:off x="404778" y="5050028"/>
            <a:ext cx="11661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20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8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11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>
            <a:endCxn id="24" idx="1"/>
          </p:cNvCxnSpPr>
          <p:nvPr/>
        </p:nvCxnSpPr>
        <p:spPr>
          <a:xfrm>
            <a:off x="2429889" y="1998568"/>
            <a:ext cx="19254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38263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614765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8" name="Düz Ok Bağlayıcısı 27"/>
          <p:cNvCxnSpPr/>
          <p:nvPr/>
        </p:nvCxnSpPr>
        <p:spPr>
          <a:xfrm flipV="1">
            <a:off x="476660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4435522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1" name="Düz Ok Bağlayıcısı 20"/>
          <p:cNvCxnSpPr/>
          <p:nvPr/>
        </p:nvCxnSpPr>
        <p:spPr>
          <a:xfrm>
            <a:off x="5608690" y="443847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ikdörtgen 29"/>
          <p:cNvSpPr/>
          <p:nvPr/>
        </p:nvSpPr>
        <p:spPr>
          <a:xfrm>
            <a:off x="7262305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Dikdörtgen 30"/>
          <p:cNvSpPr/>
          <p:nvPr/>
        </p:nvSpPr>
        <p:spPr>
          <a:xfrm>
            <a:off x="8072329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8289617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9054637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4" name="Düz Ok Bağlayıcısı 33"/>
          <p:cNvCxnSpPr/>
          <p:nvPr/>
        </p:nvCxnSpPr>
        <p:spPr>
          <a:xfrm flipV="1">
            <a:off x="7673580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>
            <a:off x="7259080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6" name="Metin kutusu 35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enqueue(20)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7" name="Metin kutusu 36"/>
          <p:cNvSpPr txBox="1"/>
          <p:nvPr/>
        </p:nvSpPr>
        <p:spPr>
          <a:xfrm>
            <a:off x="404778" y="5050028"/>
            <a:ext cx="11661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20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8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32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>
            <a:endCxn id="24" idx="1"/>
          </p:cNvCxnSpPr>
          <p:nvPr/>
        </p:nvCxnSpPr>
        <p:spPr>
          <a:xfrm>
            <a:off x="2429889" y="1998568"/>
            <a:ext cx="19254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382639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6147659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8" name="Düz Ok Bağlayıcısı 27"/>
          <p:cNvCxnSpPr/>
          <p:nvPr/>
        </p:nvCxnSpPr>
        <p:spPr>
          <a:xfrm flipV="1">
            <a:off x="476660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4435522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1" name="Düz Ok Bağlayıcısı 20"/>
          <p:cNvCxnSpPr/>
          <p:nvPr/>
        </p:nvCxnSpPr>
        <p:spPr>
          <a:xfrm>
            <a:off x="5608690" y="517545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ikdörtgen 29"/>
          <p:cNvSpPr/>
          <p:nvPr/>
        </p:nvSpPr>
        <p:spPr>
          <a:xfrm>
            <a:off x="7262305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Dikdörtgen 30"/>
          <p:cNvSpPr/>
          <p:nvPr/>
        </p:nvSpPr>
        <p:spPr>
          <a:xfrm>
            <a:off x="8072329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8289617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9054637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4" name="Düz Ok Bağlayıcısı 33"/>
          <p:cNvCxnSpPr/>
          <p:nvPr/>
        </p:nvCxnSpPr>
        <p:spPr>
          <a:xfrm flipV="1">
            <a:off x="7673580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>
            <a:off x="7259080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6" name="Metin kutusu 35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enqueue(20)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7" name="Metin kutusu 36"/>
          <p:cNvSpPr txBox="1"/>
          <p:nvPr/>
        </p:nvSpPr>
        <p:spPr>
          <a:xfrm>
            <a:off x="404778" y="5050028"/>
            <a:ext cx="11661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20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8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23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>
            <a:endCxn id="24" idx="1"/>
          </p:cNvCxnSpPr>
          <p:nvPr/>
        </p:nvCxnSpPr>
        <p:spPr>
          <a:xfrm>
            <a:off x="2429889" y="1998568"/>
            <a:ext cx="19254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>
            <a:endCxn id="30" idx="1"/>
          </p:cNvCxnSpPr>
          <p:nvPr/>
        </p:nvCxnSpPr>
        <p:spPr>
          <a:xfrm>
            <a:off x="5382639" y="1998568"/>
            <a:ext cx="18796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 flipV="1">
            <a:off x="4766602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4435522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1" name="Düz Ok Bağlayıcısı 20"/>
          <p:cNvCxnSpPr/>
          <p:nvPr/>
        </p:nvCxnSpPr>
        <p:spPr>
          <a:xfrm>
            <a:off x="5608690" y="540747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ikdörtgen 29"/>
          <p:cNvSpPr/>
          <p:nvPr/>
        </p:nvSpPr>
        <p:spPr>
          <a:xfrm>
            <a:off x="7262305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Dikdörtgen 30"/>
          <p:cNvSpPr/>
          <p:nvPr/>
        </p:nvSpPr>
        <p:spPr>
          <a:xfrm>
            <a:off x="8072329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8289617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9054637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4" name="Düz Ok Bağlayıcısı 33"/>
          <p:cNvCxnSpPr/>
          <p:nvPr/>
        </p:nvCxnSpPr>
        <p:spPr>
          <a:xfrm flipV="1">
            <a:off x="7673580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>
            <a:off x="7259080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enqueue(20)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404778" y="5050028"/>
            <a:ext cx="11661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20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7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>
            <a:endCxn id="24" idx="1"/>
          </p:cNvCxnSpPr>
          <p:nvPr/>
        </p:nvCxnSpPr>
        <p:spPr>
          <a:xfrm>
            <a:off x="2429889" y="1998568"/>
            <a:ext cx="19254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>
            <a:endCxn id="30" idx="1"/>
          </p:cNvCxnSpPr>
          <p:nvPr/>
        </p:nvCxnSpPr>
        <p:spPr>
          <a:xfrm>
            <a:off x="5382639" y="1998568"/>
            <a:ext cx="18796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5608690" y="591244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ikdörtgen 29"/>
          <p:cNvSpPr/>
          <p:nvPr/>
        </p:nvSpPr>
        <p:spPr>
          <a:xfrm>
            <a:off x="7262305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Dikdörtgen 30"/>
          <p:cNvSpPr/>
          <p:nvPr/>
        </p:nvSpPr>
        <p:spPr>
          <a:xfrm>
            <a:off x="8072329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8289617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9054637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4" name="Düz Ok Bağlayıcısı 33"/>
          <p:cNvCxnSpPr/>
          <p:nvPr/>
        </p:nvCxnSpPr>
        <p:spPr>
          <a:xfrm flipV="1">
            <a:off x="7673580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>
            <a:off x="7259080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7339381" y="3028730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enqueue(20)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404778" y="5050028"/>
            <a:ext cx="11661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20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6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8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3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>
            <a:endCxn id="24" idx="1"/>
          </p:cNvCxnSpPr>
          <p:nvPr/>
        </p:nvCxnSpPr>
        <p:spPr>
          <a:xfrm>
            <a:off x="2429889" y="1998568"/>
            <a:ext cx="19254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>
            <a:endCxn id="30" idx="1"/>
          </p:cNvCxnSpPr>
          <p:nvPr/>
        </p:nvCxnSpPr>
        <p:spPr>
          <a:xfrm>
            <a:off x="5382639" y="1998568"/>
            <a:ext cx="18796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5608690" y="615810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ikdörtgen 29"/>
          <p:cNvSpPr/>
          <p:nvPr/>
        </p:nvSpPr>
        <p:spPr>
          <a:xfrm>
            <a:off x="7262305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Dikdörtgen 30"/>
          <p:cNvSpPr/>
          <p:nvPr/>
        </p:nvSpPr>
        <p:spPr>
          <a:xfrm>
            <a:off x="8072329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8289617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9054637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4" name="Düz Ok Bağlayıcısı 33"/>
          <p:cNvCxnSpPr/>
          <p:nvPr/>
        </p:nvCxnSpPr>
        <p:spPr>
          <a:xfrm flipV="1">
            <a:off x="7673580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>
            <a:off x="7259080" y="2702934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7339381" y="3028730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89106" y="592032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enqueue(20)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404778" y="5050028"/>
            <a:ext cx="11661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dirty="0" smtClean="0">
                <a:solidFill>
                  <a:srgbClr val="FF0000"/>
                </a:solidFill>
              </a:rPr>
              <a:t>veri = 20</a:t>
            </a:r>
            <a:endParaRPr lang="tr-TR" sz="2200" dirty="0">
              <a:solidFill>
                <a:srgbClr val="FF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6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1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/>
          <p:cNvSpPr txBox="1"/>
          <p:nvPr/>
        </p:nvSpPr>
        <p:spPr>
          <a:xfrm>
            <a:off x="6277971" y="3717208"/>
            <a:ext cx="5889496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else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3</a:t>
            </a:r>
            <a:endParaRPr lang="tr-TR" sz="2200" b="1" dirty="0"/>
          </a:p>
        </p:txBody>
      </p:sp>
      <p:sp>
        <p:nvSpPr>
          <p:cNvPr id="16" name="Dikdörtgen 15"/>
          <p:cNvSpPr/>
          <p:nvPr/>
        </p:nvSpPr>
        <p:spPr>
          <a:xfrm>
            <a:off x="140257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221260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8" name="Düz Ok Bağlayıcısı 17"/>
          <p:cNvCxnSpPr>
            <a:endCxn id="24" idx="1"/>
          </p:cNvCxnSpPr>
          <p:nvPr/>
        </p:nvCxnSpPr>
        <p:spPr>
          <a:xfrm>
            <a:off x="2429889" y="1998568"/>
            <a:ext cx="19254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>
            <a:off x="1805832" y="125838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432052" y="856589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24" name="Dikdörtgen 23"/>
          <p:cNvSpPr/>
          <p:nvPr/>
        </p:nvSpPr>
        <p:spPr>
          <a:xfrm>
            <a:off x="4355327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Dikdörtgen 24"/>
          <p:cNvSpPr/>
          <p:nvPr/>
        </p:nvSpPr>
        <p:spPr>
          <a:xfrm>
            <a:off x="5165351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6" name="Düz Ok Bağlayıcısı 25"/>
          <p:cNvCxnSpPr>
            <a:endCxn id="30" idx="1"/>
          </p:cNvCxnSpPr>
          <p:nvPr/>
        </p:nvCxnSpPr>
        <p:spPr>
          <a:xfrm>
            <a:off x="5382639" y="1998568"/>
            <a:ext cx="18796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ikdörtgen 29"/>
          <p:cNvSpPr/>
          <p:nvPr/>
        </p:nvSpPr>
        <p:spPr>
          <a:xfrm>
            <a:off x="7262305" y="18080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Dikdörtgen 30"/>
          <p:cNvSpPr/>
          <p:nvPr/>
        </p:nvSpPr>
        <p:spPr>
          <a:xfrm>
            <a:off x="8072329" y="1808068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8289617" y="199856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etin kutusu 32"/>
          <p:cNvSpPr txBox="1"/>
          <p:nvPr/>
        </p:nvSpPr>
        <p:spPr>
          <a:xfrm>
            <a:off x="9054637" y="1744533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4" name="Düz Ok Bağlayıcısı 33"/>
          <p:cNvCxnSpPr/>
          <p:nvPr/>
        </p:nvCxnSpPr>
        <p:spPr>
          <a:xfrm flipV="1">
            <a:off x="7673580" y="2212885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>
            <a:off x="7342500" y="2702934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5686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Dequeue</a:t>
            </a:r>
            <a:r>
              <a:rPr lang="tr-TR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İlk adımda, kuyruğun boş olup olmadığı kontrol edilir.</a:t>
            </a:r>
          </a:p>
          <a:p>
            <a:r>
              <a:rPr lang="tr-TR" dirty="0" smtClean="0"/>
              <a:t>Kuyruk </a:t>
            </a:r>
            <a:r>
              <a:rPr lang="tr-TR" dirty="0"/>
              <a:t>boşsa, </a:t>
            </a:r>
            <a:r>
              <a:rPr lang="tr-TR" dirty="0" smtClean="0"/>
              <a:t>taşma (</a:t>
            </a:r>
            <a:r>
              <a:rPr lang="tr-TR" dirty="0" err="1" smtClean="0"/>
              <a:t>underflow</a:t>
            </a:r>
            <a:r>
              <a:rPr lang="tr-TR" dirty="0"/>
              <a:t>) hatası döndürülür ve işlem sonlandırılır.</a:t>
            </a:r>
          </a:p>
          <a:p>
            <a:r>
              <a:rPr lang="tr-TR" dirty="0" smtClean="0"/>
              <a:t>Boş </a:t>
            </a:r>
            <a:r>
              <a:rPr lang="tr-TR" dirty="0"/>
              <a:t>değilse, </a:t>
            </a:r>
            <a:r>
              <a:rPr lang="tr-TR" dirty="0" smtClean="0"/>
              <a:t>ön işaretçisi </a:t>
            </a:r>
            <a:r>
              <a:rPr lang="tr-TR" dirty="0"/>
              <a:t>tarafından işaret edilen </a:t>
            </a:r>
            <a:r>
              <a:rPr lang="tr-TR" dirty="0" smtClean="0"/>
              <a:t>öğeye erişilir</a:t>
            </a:r>
            <a:r>
              <a:rPr lang="tr-TR" dirty="0"/>
              <a:t>.</a:t>
            </a:r>
          </a:p>
          <a:p>
            <a:r>
              <a:rPr lang="tr-TR" dirty="0" smtClean="0"/>
              <a:t>Ön işaretçisi </a:t>
            </a:r>
            <a:r>
              <a:rPr lang="tr-TR" dirty="0"/>
              <a:t>bir sonraki </a:t>
            </a:r>
            <a:r>
              <a:rPr lang="tr-TR" dirty="0" smtClean="0"/>
              <a:t>öğeye </a:t>
            </a:r>
            <a:r>
              <a:rPr lang="tr-TR" dirty="0"/>
              <a:t>işaret </a:t>
            </a:r>
            <a:r>
              <a:rPr lang="tr-TR" dirty="0" smtClean="0"/>
              <a:t>etmesi </a:t>
            </a:r>
            <a:r>
              <a:rPr lang="tr-TR" dirty="0"/>
              <a:t>için artırılır.</a:t>
            </a:r>
          </a:p>
          <a:p>
            <a:r>
              <a:rPr lang="tr-TR" dirty="0" smtClean="0"/>
              <a:t>İşlem </a:t>
            </a:r>
            <a:r>
              <a:rPr lang="tr-TR" dirty="0"/>
              <a:t>sonucu "başarılı" olarak döndürülür.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710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 21"/>
          <p:cNvGrpSpPr/>
          <p:nvPr/>
        </p:nvGrpSpPr>
        <p:grpSpPr>
          <a:xfrm>
            <a:off x="1605775" y="1788075"/>
            <a:ext cx="6033764" cy="1389288"/>
            <a:chOff x="1402577" y="1744533"/>
            <a:chExt cx="6033764" cy="1389288"/>
          </a:xfrm>
        </p:grpSpPr>
        <p:sp>
          <p:nvSpPr>
            <p:cNvPr id="4" name="Dikdörtgen 3"/>
            <p:cNvSpPr/>
            <p:nvPr/>
          </p:nvSpPr>
          <p:spPr>
            <a:xfrm>
              <a:off x="1402577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" name="Dikdörtgen 4"/>
            <p:cNvSpPr/>
            <p:nvPr/>
          </p:nvSpPr>
          <p:spPr>
            <a:xfrm>
              <a:off x="2212601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Düz Ok Bağlayıcısı 6"/>
            <p:cNvCxnSpPr/>
            <p:nvPr/>
          </p:nvCxnSpPr>
          <p:spPr>
            <a:xfrm>
              <a:off x="1786472" y="2212885"/>
              <a:ext cx="0" cy="55052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Metin kutusu 7"/>
            <p:cNvSpPr txBox="1"/>
            <p:nvPr/>
          </p:nvSpPr>
          <p:spPr>
            <a:xfrm>
              <a:off x="1422546" y="2702934"/>
              <a:ext cx="77008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  <p:sp>
          <p:nvSpPr>
            <p:cNvPr id="9" name="Dikdörtgen 8"/>
            <p:cNvSpPr/>
            <p:nvPr/>
          </p:nvSpPr>
          <p:spPr>
            <a:xfrm>
              <a:off x="3210422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0" name="Dikdörtgen 9"/>
            <p:cNvSpPr/>
            <p:nvPr/>
          </p:nvSpPr>
          <p:spPr>
            <a:xfrm>
              <a:off x="4020446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5020120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830144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Düz Ok Bağlayıcısı 15"/>
            <p:cNvCxnSpPr/>
            <p:nvPr/>
          </p:nvCxnSpPr>
          <p:spPr>
            <a:xfrm>
              <a:off x="6047432" y="1998568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Metin kutusu 16"/>
            <p:cNvSpPr txBox="1"/>
            <p:nvPr/>
          </p:nvSpPr>
          <p:spPr>
            <a:xfrm>
              <a:off x="6812452" y="1744533"/>
              <a:ext cx="6238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flipV="1">
              <a:off x="5431395" y="2212885"/>
              <a:ext cx="0" cy="5505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Metin kutusu 18"/>
            <p:cNvSpPr txBox="1"/>
            <p:nvPr/>
          </p:nvSpPr>
          <p:spPr>
            <a:xfrm>
              <a:off x="5100315" y="2702934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4237734" y="1997620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üz Ok Bağlayıcısı 20"/>
            <p:cNvCxnSpPr/>
            <p:nvPr/>
          </p:nvCxnSpPr>
          <p:spPr>
            <a:xfrm>
              <a:off x="2429889" y="1997620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3</a:t>
            </a:r>
            <a:endParaRPr lang="tr-TR" sz="2200" b="1" dirty="0"/>
          </a:p>
        </p:txBody>
      </p:sp>
      <p:sp>
        <p:nvSpPr>
          <p:cNvPr id="24" name="Title 5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tr-TR" dirty="0" err="1"/>
              <a:t>Dequeue</a:t>
            </a:r>
            <a:r>
              <a:rPr lang="tr-TR" dirty="0"/>
              <a:t> İşlemi</a:t>
            </a:r>
          </a:p>
        </p:txBody>
      </p:sp>
      <p:sp>
        <p:nvSpPr>
          <p:cNvPr id="25" name="Content Placeholder 10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532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 21"/>
          <p:cNvGrpSpPr/>
          <p:nvPr/>
        </p:nvGrpSpPr>
        <p:grpSpPr>
          <a:xfrm>
            <a:off x="1605775" y="900131"/>
            <a:ext cx="6033764" cy="2277232"/>
            <a:chOff x="1402577" y="856589"/>
            <a:chExt cx="6033764" cy="2277232"/>
          </a:xfrm>
        </p:grpSpPr>
        <p:sp>
          <p:nvSpPr>
            <p:cNvPr id="4" name="Dikdörtgen 3"/>
            <p:cNvSpPr/>
            <p:nvPr/>
          </p:nvSpPr>
          <p:spPr>
            <a:xfrm>
              <a:off x="1402577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" name="Dikdörtgen 4"/>
            <p:cNvSpPr/>
            <p:nvPr/>
          </p:nvSpPr>
          <p:spPr>
            <a:xfrm>
              <a:off x="2212601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Düz Ok Bağlayıcısı 6"/>
            <p:cNvCxnSpPr/>
            <p:nvPr/>
          </p:nvCxnSpPr>
          <p:spPr>
            <a:xfrm>
              <a:off x="1805832" y="1258381"/>
              <a:ext cx="0" cy="5505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Metin kutusu 7"/>
            <p:cNvSpPr txBox="1"/>
            <p:nvPr/>
          </p:nvSpPr>
          <p:spPr>
            <a:xfrm>
              <a:off x="1432052" y="856589"/>
              <a:ext cx="77008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  <p:sp>
          <p:nvSpPr>
            <p:cNvPr id="9" name="Dikdörtgen 8"/>
            <p:cNvSpPr/>
            <p:nvPr/>
          </p:nvSpPr>
          <p:spPr>
            <a:xfrm>
              <a:off x="3210422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0" name="Dikdörtgen 9"/>
            <p:cNvSpPr/>
            <p:nvPr/>
          </p:nvSpPr>
          <p:spPr>
            <a:xfrm>
              <a:off x="4020446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5020120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830144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Düz Ok Bağlayıcısı 15"/>
            <p:cNvCxnSpPr/>
            <p:nvPr/>
          </p:nvCxnSpPr>
          <p:spPr>
            <a:xfrm>
              <a:off x="6047432" y="1998568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Metin kutusu 16"/>
            <p:cNvSpPr txBox="1"/>
            <p:nvPr/>
          </p:nvSpPr>
          <p:spPr>
            <a:xfrm>
              <a:off x="6812452" y="1744533"/>
              <a:ext cx="6238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flipV="1">
              <a:off x="5431395" y="2212885"/>
              <a:ext cx="0" cy="5505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Metin kutusu 18"/>
            <p:cNvSpPr txBox="1"/>
            <p:nvPr/>
          </p:nvSpPr>
          <p:spPr>
            <a:xfrm>
              <a:off x="5100315" y="2702934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4237734" y="1997620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üz Ok Bağlayıcısı 20"/>
            <p:cNvCxnSpPr/>
            <p:nvPr/>
          </p:nvCxnSpPr>
          <p:spPr>
            <a:xfrm>
              <a:off x="2429889" y="1997620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3</a:t>
            </a:r>
            <a:endParaRPr lang="tr-TR" sz="2200" b="1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65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 21"/>
          <p:cNvGrpSpPr/>
          <p:nvPr/>
        </p:nvGrpSpPr>
        <p:grpSpPr>
          <a:xfrm>
            <a:off x="1605775" y="900131"/>
            <a:ext cx="6033764" cy="2277232"/>
            <a:chOff x="1402577" y="856589"/>
            <a:chExt cx="6033764" cy="2277232"/>
          </a:xfrm>
        </p:grpSpPr>
        <p:sp>
          <p:nvSpPr>
            <p:cNvPr id="4" name="Dikdörtgen 3"/>
            <p:cNvSpPr/>
            <p:nvPr/>
          </p:nvSpPr>
          <p:spPr>
            <a:xfrm>
              <a:off x="1402577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" name="Dikdörtgen 4"/>
            <p:cNvSpPr/>
            <p:nvPr/>
          </p:nvSpPr>
          <p:spPr>
            <a:xfrm>
              <a:off x="2212601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Düz Ok Bağlayıcısı 6"/>
            <p:cNvCxnSpPr/>
            <p:nvPr/>
          </p:nvCxnSpPr>
          <p:spPr>
            <a:xfrm>
              <a:off x="1805832" y="1258381"/>
              <a:ext cx="0" cy="5505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Metin kutusu 7"/>
            <p:cNvSpPr txBox="1"/>
            <p:nvPr/>
          </p:nvSpPr>
          <p:spPr>
            <a:xfrm>
              <a:off x="1432052" y="856589"/>
              <a:ext cx="77008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  <p:sp>
          <p:nvSpPr>
            <p:cNvPr id="9" name="Dikdörtgen 8"/>
            <p:cNvSpPr/>
            <p:nvPr/>
          </p:nvSpPr>
          <p:spPr>
            <a:xfrm>
              <a:off x="3210422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0" name="Dikdörtgen 9"/>
            <p:cNvSpPr/>
            <p:nvPr/>
          </p:nvSpPr>
          <p:spPr>
            <a:xfrm>
              <a:off x="4020446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5020120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830144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Düz Ok Bağlayıcısı 15"/>
            <p:cNvCxnSpPr/>
            <p:nvPr/>
          </p:nvCxnSpPr>
          <p:spPr>
            <a:xfrm>
              <a:off x="6047432" y="1998568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Metin kutusu 16"/>
            <p:cNvSpPr txBox="1"/>
            <p:nvPr/>
          </p:nvSpPr>
          <p:spPr>
            <a:xfrm>
              <a:off x="6812452" y="1744533"/>
              <a:ext cx="6238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flipV="1">
              <a:off x="5431395" y="2212885"/>
              <a:ext cx="0" cy="5505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Metin kutusu 18"/>
            <p:cNvSpPr txBox="1"/>
            <p:nvPr/>
          </p:nvSpPr>
          <p:spPr>
            <a:xfrm>
              <a:off x="5100315" y="2702934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4237734" y="1997620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üz Ok Bağlayıcısı 20"/>
            <p:cNvCxnSpPr/>
            <p:nvPr/>
          </p:nvCxnSpPr>
          <p:spPr>
            <a:xfrm>
              <a:off x="2429889" y="1997620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3</a:t>
            </a:r>
            <a:endParaRPr lang="tr-TR" sz="2200" b="1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608690" y="371970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462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 21"/>
          <p:cNvGrpSpPr/>
          <p:nvPr/>
        </p:nvGrpSpPr>
        <p:grpSpPr>
          <a:xfrm>
            <a:off x="1605775" y="900131"/>
            <a:ext cx="6033764" cy="2277232"/>
            <a:chOff x="1402577" y="856589"/>
            <a:chExt cx="6033764" cy="2277232"/>
          </a:xfrm>
        </p:grpSpPr>
        <p:sp>
          <p:nvSpPr>
            <p:cNvPr id="4" name="Dikdörtgen 3"/>
            <p:cNvSpPr/>
            <p:nvPr/>
          </p:nvSpPr>
          <p:spPr>
            <a:xfrm>
              <a:off x="1402577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" name="Dikdörtgen 4"/>
            <p:cNvSpPr/>
            <p:nvPr/>
          </p:nvSpPr>
          <p:spPr>
            <a:xfrm>
              <a:off x="2212601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Düz Ok Bağlayıcısı 6"/>
            <p:cNvCxnSpPr/>
            <p:nvPr/>
          </p:nvCxnSpPr>
          <p:spPr>
            <a:xfrm>
              <a:off x="1805832" y="1258381"/>
              <a:ext cx="0" cy="5505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Metin kutusu 7"/>
            <p:cNvSpPr txBox="1"/>
            <p:nvPr/>
          </p:nvSpPr>
          <p:spPr>
            <a:xfrm>
              <a:off x="1432052" y="856589"/>
              <a:ext cx="77008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  <p:sp>
          <p:nvSpPr>
            <p:cNvPr id="9" name="Dikdörtgen 8"/>
            <p:cNvSpPr/>
            <p:nvPr/>
          </p:nvSpPr>
          <p:spPr>
            <a:xfrm>
              <a:off x="3210422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0" name="Dikdörtgen 9"/>
            <p:cNvSpPr/>
            <p:nvPr/>
          </p:nvSpPr>
          <p:spPr>
            <a:xfrm>
              <a:off x="4020446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5020120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830144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Düz Ok Bağlayıcısı 15"/>
            <p:cNvCxnSpPr/>
            <p:nvPr/>
          </p:nvCxnSpPr>
          <p:spPr>
            <a:xfrm>
              <a:off x="6047432" y="1998568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Metin kutusu 16"/>
            <p:cNvSpPr txBox="1"/>
            <p:nvPr/>
          </p:nvSpPr>
          <p:spPr>
            <a:xfrm>
              <a:off x="6812452" y="1744533"/>
              <a:ext cx="6238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flipV="1">
              <a:off x="5431395" y="2212885"/>
              <a:ext cx="0" cy="5505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Metin kutusu 18"/>
            <p:cNvSpPr txBox="1"/>
            <p:nvPr/>
          </p:nvSpPr>
          <p:spPr>
            <a:xfrm>
              <a:off x="5100315" y="2702934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4237734" y="1997620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üz Ok Bağlayıcısı 20"/>
            <p:cNvCxnSpPr/>
            <p:nvPr/>
          </p:nvCxnSpPr>
          <p:spPr>
            <a:xfrm>
              <a:off x="2429889" y="1997620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3</a:t>
            </a:r>
            <a:endParaRPr lang="tr-TR" sz="2200" b="1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608690" y="395193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91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 21"/>
          <p:cNvGrpSpPr/>
          <p:nvPr/>
        </p:nvGrpSpPr>
        <p:grpSpPr>
          <a:xfrm>
            <a:off x="1605775" y="900131"/>
            <a:ext cx="6033764" cy="2277232"/>
            <a:chOff x="1402577" y="856589"/>
            <a:chExt cx="6033764" cy="2277232"/>
          </a:xfrm>
        </p:grpSpPr>
        <p:sp>
          <p:nvSpPr>
            <p:cNvPr id="4" name="Dikdörtgen 3"/>
            <p:cNvSpPr/>
            <p:nvPr/>
          </p:nvSpPr>
          <p:spPr>
            <a:xfrm>
              <a:off x="1402577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" name="Dikdörtgen 4"/>
            <p:cNvSpPr/>
            <p:nvPr/>
          </p:nvSpPr>
          <p:spPr>
            <a:xfrm>
              <a:off x="2212601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Düz Ok Bağlayıcısı 6"/>
            <p:cNvCxnSpPr/>
            <p:nvPr/>
          </p:nvCxnSpPr>
          <p:spPr>
            <a:xfrm>
              <a:off x="1805832" y="1258381"/>
              <a:ext cx="0" cy="5505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Metin kutusu 7"/>
            <p:cNvSpPr txBox="1"/>
            <p:nvPr/>
          </p:nvSpPr>
          <p:spPr>
            <a:xfrm>
              <a:off x="1432052" y="856589"/>
              <a:ext cx="77008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front</a:t>
              </a:r>
              <a:endParaRPr lang="tr-TR" sz="2200" b="1" dirty="0"/>
            </a:p>
          </p:txBody>
        </p:sp>
        <p:sp>
          <p:nvSpPr>
            <p:cNvPr id="9" name="Dikdörtgen 8"/>
            <p:cNvSpPr/>
            <p:nvPr/>
          </p:nvSpPr>
          <p:spPr>
            <a:xfrm>
              <a:off x="3210422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0" name="Dikdörtgen 9"/>
            <p:cNvSpPr/>
            <p:nvPr/>
          </p:nvSpPr>
          <p:spPr>
            <a:xfrm>
              <a:off x="4020446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5020120" y="1808068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830144" y="1808068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Düz Ok Bağlayıcısı 15"/>
            <p:cNvCxnSpPr/>
            <p:nvPr/>
          </p:nvCxnSpPr>
          <p:spPr>
            <a:xfrm>
              <a:off x="6047432" y="1998568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Metin kutusu 16"/>
            <p:cNvSpPr txBox="1"/>
            <p:nvPr/>
          </p:nvSpPr>
          <p:spPr>
            <a:xfrm>
              <a:off x="6812452" y="1744533"/>
              <a:ext cx="6238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flipV="1">
              <a:off x="5431395" y="2212885"/>
              <a:ext cx="0" cy="5505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Metin kutusu 18"/>
            <p:cNvSpPr txBox="1"/>
            <p:nvPr/>
          </p:nvSpPr>
          <p:spPr>
            <a:xfrm>
              <a:off x="5100315" y="2702934"/>
              <a:ext cx="665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rear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4237734" y="1997620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üz Ok Bağlayıcısı 20"/>
            <p:cNvCxnSpPr/>
            <p:nvPr/>
          </p:nvCxnSpPr>
          <p:spPr>
            <a:xfrm>
              <a:off x="2429889" y="1997620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3</a:t>
            </a:r>
          </a:p>
          <a:p>
            <a:r>
              <a:rPr lang="tr-TR" sz="2200" b="1" dirty="0" smtClean="0"/>
              <a:t>sonuc = 10</a:t>
            </a:r>
            <a:endParaRPr lang="tr-TR" sz="2200" b="1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608690" y="467764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56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1605775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2415799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7" name="Düz Ok Bağlayıcısı 6"/>
          <p:cNvCxnSpPr/>
          <p:nvPr/>
        </p:nvCxnSpPr>
        <p:spPr>
          <a:xfrm>
            <a:off x="3823313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3449533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9" name="Dikdörtgen 8"/>
          <p:cNvSpPr/>
          <p:nvPr/>
        </p:nvSpPr>
        <p:spPr>
          <a:xfrm>
            <a:off x="3413620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4223644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4440932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2633087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3</a:t>
            </a:r>
          </a:p>
          <a:p>
            <a:r>
              <a:rPr lang="tr-TR" sz="2200" b="1" dirty="0" smtClean="0"/>
              <a:t>sonuc = 10</a:t>
            </a:r>
            <a:endParaRPr lang="tr-TR" sz="2200" b="1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608690" y="492438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79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1605775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2415799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7" name="Düz Ok Bağlayıcısı 6"/>
          <p:cNvCxnSpPr/>
          <p:nvPr/>
        </p:nvCxnSpPr>
        <p:spPr>
          <a:xfrm>
            <a:off x="3823313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3449533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9" name="Dikdörtgen 8"/>
          <p:cNvSpPr/>
          <p:nvPr/>
        </p:nvSpPr>
        <p:spPr>
          <a:xfrm>
            <a:off x="3413620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4223644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4440932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2633087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3</a:t>
            </a:r>
          </a:p>
          <a:p>
            <a:r>
              <a:rPr lang="tr-TR" sz="2200" b="1" dirty="0" smtClean="0"/>
              <a:t>sonuc = 10</a:t>
            </a:r>
            <a:endParaRPr lang="tr-TR" sz="2200" b="1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608690" y="517113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53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1605775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2415799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7" name="Düz Ok Bağlayıcısı 6"/>
          <p:cNvCxnSpPr/>
          <p:nvPr/>
        </p:nvCxnSpPr>
        <p:spPr>
          <a:xfrm>
            <a:off x="3823313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3449533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9" name="Dikdörtgen 8"/>
          <p:cNvSpPr/>
          <p:nvPr/>
        </p:nvSpPr>
        <p:spPr>
          <a:xfrm>
            <a:off x="3413620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4223644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4440932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2633087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</a:p>
          <a:p>
            <a:r>
              <a:rPr lang="tr-TR" sz="2200" b="1" dirty="0" smtClean="0"/>
              <a:t>sonuc = 10</a:t>
            </a:r>
            <a:endParaRPr lang="tr-TR" sz="2200" b="1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608690" y="591135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67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1605775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2415799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7" name="Düz Ok Bağlayıcısı 6"/>
          <p:cNvCxnSpPr/>
          <p:nvPr/>
        </p:nvCxnSpPr>
        <p:spPr>
          <a:xfrm>
            <a:off x="3823313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3449533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9" name="Dikdörtgen 8"/>
          <p:cNvSpPr/>
          <p:nvPr/>
        </p:nvSpPr>
        <p:spPr>
          <a:xfrm>
            <a:off x="3413620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4223644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4440932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2633087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</a:p>
          <a:p>
            <a:r>
              <a:rPr lang="tr-TR" sz="2200" b="1" dirty="0" smtClean="0"/>
              <a:t>sonuc = 10</a:t>
            </a:r>
            <a:endParaRPr lang="tr-TR" sz="2200" b="1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608690" y="614358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24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3823313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3449533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9" name="Dikdörtgen 8"/>
          <p:cNvSpPr/>
          <p:nvPr/>
        </p:nvSpPr>
        <p:spPr>
          <a:xfrm>
            <a:off x="3413620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4223644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4440932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48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3823313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3449533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9" name="Dikdörtgen 8"/>
          <p:cNvSpPr/>
          <p:nvPr/>
        </p:nvSpPr>
        <p:spPr>
          <a:xfrm>
            <a:off x="3413620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4223644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4440932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</a:p>
        </p:txBody>
      </p:sp>
      <p:sp>
        <p:nvSpPr>
          <p:cNvPr id="21" name="Metin kutusu 20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2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38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3823313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3449533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9" name="Dikdörtgen 8"/>
          <p:cNvSpPr/>
          <p:nvPr/>
        </p:nvSpPr>
        <p:spPr>
          <a:xfrm>
            <a:off x="3413620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4223644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4440932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</a:p>
        </p:txBody>
      </p:sp>
      <p:sp>
        <p:nvSpPr>
          <p:cNvPr id="21" name="Metin kutusu 20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608690" y="371970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40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3823313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3449533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9" name="Dikdörtgen 8"/>
          <p:cNvSpPr/>
          <p:nvPr/>
        </p:nvSpPr>
        <p:spPr>
          <a:xfrm>
            <a:off x="3413620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4223644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4440932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</a:p>
        </p:txBody>
      </p:sp>
      <p:sp>
        <p:nvSpPr>
          <p:cNvPr id="21" name="Metin kutusu 20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608690" y="395193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868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3823313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3449533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9" name="Dikdörtgen 8"/>
          <p:cNvSpPr/>
          <p:nvPr/>
        </p:nvSpPr>
        <p:spPr>
          <a:xfrm>
            <a:off x="3413620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4223644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4440932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</a:p>
          <a:p>
            <a:r>
              <a:rPr lang="tr-TR" sz="2200" b="1" dirty="0"/>
              <a:t>s</a:t>
            </a:r>
            <a:r>
              <a:rPr lang="tr-TR" sz="2200" b="1" dirty="0" smtClean="0"/>
              <a:t>onuc = 15</a:t>
            </a:r>
          </a:p>
        </p:txBody>
      </p:sp>
      <p:sp>
        <p:nvSpPr>
          <p:cNvPr id="21" name="Metin kutusu 20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608690" y="467764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77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5637596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5263816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9" name="Dikdörtgen 8"/>
          <p:cNvSpPr/>
          <p:nvPr/>
        </p:nvSpPr>
        <p:spPr>
          <a:xfrm>
            <a:off x="3413620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4223644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4440932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</a:p>
          <a:p>
            <a:r>
              <a:rPr lang="tr-TR" sz="2200" b="1" dirty="0"/>
              <a:t>s</a:t>
            </a:r>
            <a:r>
              <a:rPr lang="tr-TR" sz="2200" b="1" dirty="0" smtClean="0"/>
              <a:t>onuc = 15</a:t>
            </a:r>
          </a:p>
        </p:txBody>
      </p:sp>
      <p:sp>
        <p:nvSpPr>
          <p:cNvPr id="21" name="Metin kutusu 20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608690" y="492438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466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5637596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5263816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9" name="Dikdörtgen 8"/>
          <p:cNvSpPr/>
          <p:nvPr/>
        </p:nvSpPr>
        <p:spPr>
          <a:xfrm>
            <a:off x="3413620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4223644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4440932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2</a:t>
            </a:r>
          </a:p>
          <a:p>
            <a:r>
              <a:rPr lang="tr-TR" sz="2200" b="1" dirty="0"/>
              <a:t>s</a:t>
            </a:r>
            <a:r>
              <a:rPr lang="tr-TR" sz="2200" b="1" dirty="0" smtClean="0"/>
              <a:t>onuc = 15</a:t>
            </a:r>
          </a:p>
        </p:txBody>
      </p:sp>
      <p:sp>
        <p:nvSpPr>
          <p:cNvPr id="21" name="Metin kutusu 20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608690" y="517113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35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5637596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5263816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9" name="Dikdörtgen 8"/>
          <p:cNvSpPr/>
          <p:nvPr/>
        </p:nvSpPr>
        <p:spPr>
          <a:xfrm>
            <a:off x="3413620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4223644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4440932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</a:p>
          <a:p>
            <a:r>
              <a:rPr lang="tr-TR" sz="2200" b="1" dirty="0"/>
              <a:t>s</a:t>
            </a:r>
            <a:r>
              <a:rPr lang="tr-TR" sz="2200" b="1" dirty="0" smtClean="0"/>
              <a:t>onuc = 15</a:t>
            </a:r>
          </a:p>
        </p:txBody>
      </p:sp>
      <p:sp>
        <p:nvSpPr>
          <p:cNvPr id="21" name="Metin kutusu 20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608690" y="591135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99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5637596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5263816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9" name="Dikdörtgen 8"/>
          <p:cNvSpPr/>
          <p:nvPr/>
        </p:nvSpPr>
        <p:spPr>
          <a:xfrm>
            <a:off x="3413620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4223644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4440932" y="2041162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</a:p>
          <a:p>
            <a:r>
              <a:rPr lang="tr-TR" sz="2200" b="1" dirty="0"/>
              <a:t>s</a:t>
            </a:r>
            <a:r>
              <a:rPr lang="tr-TR" sz="2200" b="1" dirty="0" smtClean="0"/>
              <a:t>onuc = 15</a:t>
            </a:r>
          </a:p>
        </p:txBody>
      </p:sp>
      <p:sp>
        <p:nvSpPr>
          <p:cNvPr id="21" name="Metin kutusu 20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608690" y="614358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031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5637596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5263816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0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63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5637596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5263816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</a:p>
        </p:txBody>
      </p:sp>
      <p:sp>
        <p:nvSpPr>
          <p:cNvPr id="13" name="Metin kutusu 12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0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419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5637596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5263816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</a:p>
        </p:txBody>
      </p:sp>
      <p:sp>
        <p:nvSpPr>
          <p:cNvPr id="13" name="Metin kutusu 12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608690" y="371970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30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5637596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5263816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</a:p>
        </p:txBody>
      </p:sp>
      <p:sp>
        <p:nvSpPr>
          <p:cNvPr id="13" name="Metin kutusu 12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608690" y="395193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31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5637596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5263816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</a:p>
          <a:p>
            <a:r>
              <a:rPr lang="tr-TR" sz="2200" b="1" dirty="0" smtClean="0"/>
              <a:t>sonuc = 20</a:t>
            </a:r>
          </a:p>
        </p:txBody>
      </p:sp>
      <p:sp>
        <p:nvSpPr>
          <p:cNvPr id="13" name="Metin kutusu 12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608690" y="467764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0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7350278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6976498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</a:p>
          <a:p>
            <a:r>
              <a:rPr lang="tr-TR" sz="2200" b="1" dirty="0" smtClean="0"/>
              <a:t>sonuc = 20</a:t>
            </a:r>
          </a:p>
        </p:txBody>
      </p:sp>
      <p:sp>
        <p:nvSpPr>
          <p:cNvPr id="13" name="Metin kutusu 12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608690" y="490987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51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7350278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6976498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5634593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5303513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</a:p>
          <a:p>
            <a:r>
              <a:rPr lang="tr-TR" sz="2200" b="1" dirty="0" smtClean="0"/>
              <a:t>sonuc = 20</a:t>
            </a:r>
          </a:p>
        </p:txBody>
      </p:sp>
      <p:sp>
        <p:nvSpPr>
          <p:cNvPr id="13" name="Metin kutusu 12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608690" y="515661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18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7350278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6976498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7347276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7016196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1</a:t>
            </a:r>
          </a:p>
          <a:p>
            <a:r>
              <a:rPr lang="tr-TR" sz="2200" b="1" dirty="0" smtClean="0"/>
              <a:t>sonuc = 20</a:t>
            </a:r>
          </a:p>
        </p:txBody>
      </p:sp>
      <p:sp>
        <p:nvSpPr>
          <p:cNvPr id="13" name="Metin kutusu 12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608690" y="541787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41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7350278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6976498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7347276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7016196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0</a:t>
            </a:r>
          </a:p>
          <a:p>
            <a:r>
              <a:rPr lang="tr-TR" sz="2200" b="1" dirty="0" smtClean="0"/>
              <a:t>sonuc = 20</a:t>
            </a:r>
          </a:p>
        </p:txBody>
      </p:sp>
      <p:sp>
        <p:nvSpPr>
          <p:cNvPr id="13" name="Metin kutusu 12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608690" y="591135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12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7350278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6976498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4" name="Dikdörtgen 13"/>
          <p:cNvSpPr/>
          <p:nvPr/>
        </p:nvSpPr>
        <p:spPr>
          <a:xfrm>
            <a:off x="5223318" y="185161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033342" y="185161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250630" y="20421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7347276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7016196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0</a:t>
            </a:r>
          </a:p>
          <a:p>
            <a:r>
              <a:rPr lang="tr-TR" sz="2200" b="1" dirty="0" smtClean="0"/>
              <a:t>sonuc = 20</a:t>
            </a:r>
          </a:p>
        </p:txBody>
      </p:sp>
      <p:sp>
        <p:nvSpPr>
          <p:cNvPr id="13" name="Metin kutusu 12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608690" y="614358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0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7350278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6976498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7347276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7016196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11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7350278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6976498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7347276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7016196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0</a:t>
            </a:r>
          </a:p>
        </p:txBody>
      </p:sp>
      <p:sp>
        <p:nvSpPr>
          <p:cNvPr id="11" name="Metin kutusu 10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3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6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7350278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6976498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7347276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7016196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0</a:t>
            </a: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608690" y="371970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etin kutusu 10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81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7350278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6976498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7347276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7016196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0</a:t>
            </a: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608690" y="395193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etin kutusu 10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52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Düz Ok Bağlayıcısı 6"/>
          <p:cNvCxnSpPr/>
          <p:nvPr/>
        </p:nvCxnSpPr>
        <p:spPr>
          <a:xfrm>
            <a:off x="7350278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6976498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7347276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7016196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0</a:t>
            </a: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608690" y="418416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etin kutusu 10"/>
          <p:cNvSpPr txBox="1"/>
          <p:nvPr/>
        </p:nvSpPr>
        <p:spPr>
          <a:xfrm>
            <a:off x="389107" y="592032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dequeue()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2" name="Grup 11"/>
          <p:cNvGrpSpPr/>
          <p:nvPr/>
        </p:nvGrpSpPr>
        <p:grpSpPr>
          <a:xfrm>
            <a:off x="963594" y="1255194"/>
            <a:ext cx="4426194" cy="2548198"/>
            <a:chOff x="1166712" y="4680666"/>
            <a:chExt cx="2554387" cy="1364534"/>
          </a:xfrm>
        </p:grpSpPr>
        <p:sp>
          <p:nvSpPr>
            <p:cNvPr id="13" name="Bulut Belirtme Çizgisi 2"/>
            <p:cNvSpPr/>
            <p:nvPr/>
          </p:nvSpPr>
          <p:spPr>
            <a:xfrm>
              <a:off x="1166712" y="4680666"/>
              <a:ext cx="2554387" cy="1364534"/>
            </a:xfrm>
            <a:custGeom>
              <a:avLst/>
              <a:gdLst>
                <a:gd name="connsiteX0" fmla="*/ 3900 w 43200"/>
                <a:gd name="connsiteY0" fmla="*/ 14370 h 43200"/>
                <a:gd name="connsiteX1" fmla="*/ 5623 w 43200"/>
                <a:gd name="connsiteY1" fmla="*/ 6907 h 43200"/>
                <a:gd name="connsiteX2" fmla="*/ 14005 w 43200"/>
                <a:gd name="connsiteY2" fmla="*/ 5202 h 43200"/>
                <a:gd name="connsiteX3" fmla="*/ 22456 w 43200"/>
                <a:gd name="connsiteY3" fmla="*/ 3432 h 43200"/>
                <a:gd name="connsiteX4" fmla="*/ 25749 w 43200"/>
                <a:gd name="connsiteY4" fmla="*/ 200 h 43200"/>
                <a:gd name="connsiteX5" fmla="*/ 29833 w 43200"/>
                <a:gd name="connsiteY5" fmla="*/ 2481 h 43200"/>
                <a:gd name="connsiteX6" fmla="*/ 35463 w 43200"/>
                <a:gd name="connsiteY6" fmla="*/ 690 h 43200"/>
                <a:gd name="connsiteX7" fmla="*/ 38318 w 43200"/>
                <a:gd name="connsiteY7" fmla="*/ 5576 h 43200"/>
                <a:gd name="connsiteX8" fmla="*/ 41982 w 43200"/>
                <a:gd name="connsiteY8" fmla="*/ 10318 h 43200"/>
                <a:gd name="connsiteX9" fmla="*/ 41818 w 43200"/>
                <a:gd name="connsiteY9" fmla="*/ 15460 h 43200"/>
                <a:gd name="connsiteX10" fmla="*/ 43016 w 43200"/>
                <a:gd name="connsiteY10" fmla="*/ 23322 h 43200"/>
                <a:gd name="connsiteX11" fmla="*/ 37404 w 43200"/>
                <a:gd name="connsiteY11" fmla="*/ 30204 h 43200"/>
                <a:gd name="connsiteX12" fmla="*/ 35395 w 43200"/>
                <a:gd name="connsiteY12" fmla="*/ 36101 h 43200"/>
                <a:gd name="connsiteX13" fmla="*/ 28555 w 43200"/>
                <a:gd name="connsiteY13" fmla="*/ 36815 h 43200"/>
                <a:gd name="connsiteX14" fmla="*/ 23667 w 43200"/>
                <a:gd name="connsiteY14" fmla="*/ 43106 h 43200"/>
                <a:gd name="connsiteX15" fmla="*/ 16480 w 43200"/>
                <a:gd name="connsiteY15" fmla="*/ 39266 h 43200"/>
                <a:gd name="connsiteX16" fmla="*/ 5804 w 43200"/>
                <a:gd name="connsiteY16" fmla="*/ 35472 h 43200"/>
                <a:gd name="connsiteX17" fmla="*/ 1110 w 43200"/>
                <a:gd name="connsiteY17" fmla="*/ 31250 h 43200"/>
                <a:gd name="connsiteX18" fmla="*/ 2113 w 43200"/>
                <a:gd name="connsiteY18" fmla="*/ 25551 h 43200"/>
                <a:gd name="connsiteX19" fmla="*/ -5 w 43200"/>
                <a:gd name="connsiteY19" fmla="*/ 19704 h 43200"/>
                <a:gd name="connsiteX20" fmla="*/ 3863 w 43200"/>
                <a:gd name="connsiteY20" fmla="*/ 14507 h 43200"/>
                <a:gd name="connsiteX21" fmla="*/ 3900 w 43200"/>
                <a:gd name="connsiteY21" fmla="*/ 14370 h 43200"/>
                <a:gd name="connsiteX0" fmla="*/ 1179208 w 2251880"/>
                <a:gd name="connsiteY0" fmla="*/ 1081581 h 1119116"/>
                <a:gd name="connsiteX1" fmla="*/ 1148121 w 2251880"/>
                <a:gd name="connsiteY1" fmla="*/ 1112668 h 1119116"/>
                <a:gd name="connsiteX2" fmla="*/ 1117034 w 2251880"/>
                <a:gd name="connsiteY2" fmla="*/ 1081581 h 1119116"/>
                <a:gd name="connsiteX3" fmla="*/ 1148121 w 2251880"/>
                <a:gd name="connsiteY3" fmla="*/ 1050494 h 1119116"/>
                <a:gd name="connsiteX4" fmla="*/ 1179208 w 2251880"/>
                <a:gd name="connsiteY4" fmla="*/ 1081581 h 1119116"/>
                <a:gd name="connsiteX0" fmla="*/ 1209944 w 2251880"/>
                <a:gd name="connsiteY0" fmla="*/ 1073345 h 1119116"/>
                <a:gd name="connsiteX1" fmla="*/ 1147771 w 2251880"/>
                <a:gd name="connsiteY1" fmla="*/ 1135518 h 1119116"/>
                <a:gd name="connsiteX2" fmla="*/ 1085598 w 2251880"/>
                <a:gd name="connsiteY2" fmla="*/ 1073345 h 1119116"/>
                <a:gd name="connsiteX3" fmla="*/ 1147771 w 2251880"/>
                <a:gd name="connsiteY3" fmla="*/ 1011172 h 1119116"/>
                <a:gd name="connsiteX4" fmla="*/ 1209944 w 2251880"/>
                <a:gd name="connsiteY4" fmla="*/ 1073345 h 1119116"/>
                <a:gd name="connsiteX0" fmla="*/ 1243320 w 2251880"/>
                <a:gd name="connsiteY0" fmla="*/ 1127227 h 1119116"/>
                <a:gd name="connsiteX1" fmla="*/ 1150060 w 2251880"/>
                <a:gd name="connsiteY1" fmla="*/ 1220487 h 1119116"/>
                <a:gd name="connsiteX2" fmla="*/ 1056800 w 2251880"/>
                <a:gd name="connsiteY2" fmla="*/ 1127227 h 1119116"/>
                <a:gd name="connsiteX3" fmla="*/ 1150060 w 2251880"/>
                <a:gd name="connsiteY3" fmla="*/ 1033967 h 1119116"/>
                <a:gd name="connsiteX4" fmla="*/ 1243320 w 2251880"/>
                <a:gd name="connsiteY4" fmla="*/ 1127227 h 1119116"/>
                <a:gd name="connsiteX0" fmla="*/ 4693 w 43200"/>
                <a:gd name="connsiteY0" fmla="*/ 26177 h 43200"/>
                <a:gd name="connsiteX1" fmla="*/ 2160 w 43200"/>
                <a:gd name="connsiteY1" fmla="*/ 25380 h 43200"/>
                <a:gd name="connsiteX2" fmla="*/ 6928 w 43200"/>
                <a:gd name="connsiteY2" fmla="*/ 34899 h 43200"/>
                <a:gd name="connsiteX3" fmla="*/ 5820 w 43200"/>
                <a:gd name="connsiteY3" fmla="*/ 35280 h 43200"/>
                <a:gd name="connsiteX4" fmla="*/ 16478 w 43200"/>
                <a:gd name="connsiteY4" fmla="*/ 39090 h 43200"/>
                <a:gd name="connsiteX5" fmla="*/ 15810 w 43200"/>
                <a:gd name="connsiteY5" fmla="*/ 37350 h 43200"/>
                <a:gd name="connsiteX6" fmla="*/ 28827 w 43200"/>
                <a:gd name="connsiteY6" fmla="*/ 34751 h 43200"/>
                <a:gd name="connsiteX7" fmla="*/ 28560 w 43200"/>
                <a:gd name="connsiteY7" fmla="*/ 36660 h 43200"/>
                <a:gd name="connsiteX8" fmla="*/ 34129 w 43200"/>
                <a:gd name="connsiteY8" fmla="*/ 22954 h 43200"/>
                <a:gd name="connsiteX9" fmla="*/ 37380 w 43200"/>
                <a:gd name="connsiteY9" fmla="*/ 30090 h 43200"/>
                <a:gd name="connsiteX10" fmla="*/ 41798 w 43200"/>
                <a:gd name="connsiteY10" fmla="*/ 15354 h 43200"/>
                <a:gd name="connsiteX11" fmla="*/ 40350 w 43200"/>
                <a:gd name="connsiteY11" fmla="*/ 18030 h 43200"/>
                <a:gd name="connsiteX12" fmla="*/ 38324 w 43200"/>
                <a:gd name="connsiteY12" fmla="*/ 5426 h 43200"/>
                <a:gd name="connsiteX13" fmla="*/ 38400 w 43200"/>
                <a:gd name="connsiteY13" fmla="*/ 6690 h 43200"/>
                <a:gd name="connsiteX14" fmla="*/ 29078 w 43200"/>
                <a:gd name="connsiteY14" fmla="*/ 3952 h 43200"/>
                <a:gd name="connsiteX15" fmla="*/ 29820 w 43200"/>
                <a:gd name="connsiteY15" fmla="*/ 2340 h 43200"/>
                <a:gd name="connsiteX16" fmla="*/ 22141 w 43200"/>
                <a:gd name="connsiteY16" fmla="*/ 4720 h 43200"/>
                <a:gd name="connsiteX17" fmla="*/ 22500 w 43200"/>
                <a:gd name="connsiteY17" fmla="*/ 3330 h 43200"/>
                <a:gd name="connsiteX18" fmla="*/ 14000 w 43200"/>
                <a:gd name="connsiteY18" fmla="*/ 5192 h 43200"/>
                <a:gd name="connsiteX19" fmla="*/ 15300 w 43200"/>
                <a:gd name="connsiteY19" fmla="*/ 6540 h 43200"/>
                <a:gd name="connsiteX20" fmla="*/ 4127 w 43200"/>
                <a:gd name="connsiteY20" fmla="*/ 15789 h 43200"/>
                <a:gd name="connsiteX21" fmla="*/ 3900 w 43200"/>
                <a:gd name="connsiteY21" fmla="*/ 14370 h 43200"/>
                <a:gd name="connsiteX0" fmla="*/ 3936 w 43256"/>
                <a:gd name="connsiteY0" fmla="*/ 14229 h 46972"/>
                <a:gd name="connsiteX1" fmla="*/ 5659 w 43256"/>
                <a:gd name="connsiteY1" fmla="*/ 6766 h 46972"/>
                <a:gd name="connsiteX2" fmla="*/ 14041 w 43256"/>
                <a:gd name="connsiteY2" fmla="*/ 5061 h 46972"/>
                <a:gd name="connsiteX3" fmla="*/ 22492 w 43256"/>
                <a:gd name="connsiteY3" fmla="*/ 3291 h 46972"/>
                <a:gd name="connsiteX4" fmla="*/ 25785 w 43256"/>
                <a:gd name="connsiteY4" fmla="*/ 59 h 46972"/>
                <a:gd name="connsiteX5" fmla="*/ 29869 w 43256"/>
                <a:gd name="connsiteY5" fmla="*/ 2340 h 46972"/>
                <a:gd name="connsiteX6" fmla="*/ 35499 w 43256"/>
                <a:gd name="connsiteY6" fmla="*/ 549 h 46972"/>
                <a:gd name="connsiteX7" fmla="*/ 38354 w 43256"/>
                <a:gd name="connsiteY7" fmla="*/ 5435 h 46972"/>
                <a:gd name="connsiteX8" fmla="*/ 42018 w 43256"/>
                <a:gd name="connsiteY8" fmla="*/ 10177 h 46972"/>
                <a:gd name="connsiteX9" fmla="*/ 41854 w 43256"/>
                <a:gd name="connsiteY9" fmla="*/ 15319 h 46972"/>
                <a:gd name="connsiteX10" fmla="*/ 43052 w 43256"/>
                <a:gd name="connsiteY10" fmla="*/ 23181 h 46972"/>
                <a:gd name="connsiteX11" fmla="*/ 37440 w 43256"/>
                <a:gd name="connsiteY11" fmla="*/ 30063 h 46972"/>
                <a:gd name="connsiteX12" fmla="*/ 35431 w 43256"/>
                <a:gd name="connsiteY12" fmla="*/ 35960 h 46972"/>
                <a:gd name="connsiteX13" fmla="*/ 28591 w 43256"/>
                <a:gd name="connsiteY13" fmla="*/ 36674 h 46972"/>
                <a:gd name="connsiteX14" fmla="*/ 23703 w 43256"/>
                <a:gd name="connsiteY14" fmla="*/ 42965 h 46972"/>
                <a:gd name="connsiteX15" fmla="*/ 16516 w 43256"/>
                <a:gd name="connsiteY15" fmla="*/ 39125 h 46972"/>
                <a:gd name="connsiteX16" fmla="*/ 5840 w 43256"/>
                <a:gd name="connsiteY16" fmla="*/ 35331 h 46972"/>
                <a:gd name="connsiteX17" fmla="*/ 1146 w 43256"/>
                <a:gd name="connsiteY17" fmla="*/ 31109 h 46972"/>
                <a:gd name="connsiteX18" fmla="*/ 2149 w 43256"/>
                <a:gd name="connsiteY18" fmla="*/ 25410 h 46972"/>
                <a:gd name="connsiteX19" fmla="*/ 31 w 43256"/>
                <a:gd name="connsiteY19" fmla="*/ 19563 h 46972"/>
                <a:gd name="connsiteX20" fmla="*/ 3899 w 43256"/>
                <a:gd name="connsiteY20" fmla="*/ 14366 h 46972"/>
                <a:gd name="connsiteX21" fmla="*/ 3936 w 43256"/>
                <a:gd name="connsiteY21" fmla="*/ 14229 h 46972"/>
                <a:gd name="connsiteX0" fmla="*/ 1149998 w 2254800"/>
                <a:gd name="connsiteY0" fmla="*/ 1046841 h 1216834"/>
                <a:gd name="connsiteX1" fmla="*/ 1149998 w 2254800"/>
                <a:gd name="connsiteY1" fmla="*/ 1109015 h 1216834"/>
                <a:gd name="connsiteX2" fmla="*/ 1118911 w 2254800"/>
                <a:gd name="connsiteY2" fmla="*/ 1077928 h 1216834"/>
                <a:gd name="connsiteX3" fmla="*/ 1149998 w 2254800"/>
                <a:gd name="connsiteY3" fmla="*/ 1046841 h 1216834"/>
                <a:gd name="connsiteX0" fmla="*/ 1211821 w 2254800"/>
                <a:gd name="connsiteY0" fmla="*/ 1069692 h 1216834"/>
                <a:gd name="connsiteX1" fmla="*/ 1149648 w 2254800"/>
                <a:gd name="connsiteY1" fmla="*/ 1131865 h 1216834"/>
                <a:gd name="connsiteX2" fmla="*/ 1087475 w 2254800"/>
                <a:gd name="connsiteY2" fmla="*/ 1069692 h 1216834"/>
                <a:gd name="connsiteX3" fmla="*/ 1149648 w 2254800"/>
                <a:gd name="connsiteY3" fmla="*/ 1007519 h 1216834"/>
                <a:gd name="connsiteX4" fmla="*/ 1211821 w 2254800"/>
                <a:gd name="connsiteY4" fmla="*/ 1069692 h 1216834"/>
                <a:gd name="connsiteX0" fmla="*/ 1245197 w 2254800"/>
                <a:gd name="connsiteY0" fmla="*/ 1123574 h 1216834"/>
                <a:gd name="connsiteX1" fmla="*/ 1151937 w 2254800"/>
                <a:gd name="connsiteY1" fmla="*/ 1216834 h 1216834"/>
                <a:gd name="connsiteX2" fmla="*/ 1058677 w 2254800"/>
                <a:gd name="connsiteY2" fmla="*/ 1123574 h 1216834"/>
                <a:gd name="connsiteX3" fmla="*/ 1151937 w 2254800"/>
                <a:gd name="connsiteY3" fmla="*/ 1030314 h 1216834"/>
                <a:gd name="connsiteX4" fmla="*/ 1245197 w 2254800"/>
                <a:gd name="connsiteY4" fmla="*/ 1123574 h 1216834"/>
                <a:gd name="connsiteX0" fmla="*/ 4729 w 43256"/>
                <a:gd name="connsiteY0" fmla="*/ 26036 h 46972"/>
                <a:gd name="connsiteX1" fmla="*/ 2196 w 43256"/>
                <a:gd name="connsiteY1" fmla="*/ 25239 h 46972"/>
                <a:gd name="connsiteX2" fmla="*/ 6964 w 43256"/>
                <a:gd name="connsiteY2" fmla="*/ 34758 h 46972"/>
                <a:gd name="connsiteX3" fmla="*/ 5856 w 43256"/>
                <a:gd name="connsiteY3" fmla="*/ 35139 h 46972"/>
                <a:gd name="connsiteX4" fmla="*/ 16514 w 43256"/>
                <a:gd name="connsiteY4" fmla="*/ 38949 h 46972"/>
                <a:gd name="connsiteX5" fmla="*/ 15846 w 43256"/>
                <a:gd name="connsiteY5" fmla="*/ 37209 h 46972"/>
                <a:gd name="connsiteX6" fmla="*/ 28863 w 43256"/>
                <a:gd name="connsiteY6" fmla="*/ 34610 h 46972"/>
                <a:gd name="connsiteX7" fmla="*/ 28596 w 43256"/>
                <a:gd name="connsiteY7" fmla="*/ 36519 h 46972"/>
                <a:gd name="connsiteX8" fmla="*/ 34165 w 43256"/>
                <a:gd name="connsiteY8" fmla="*/ 22813 h 46972"/>
                <a:gd name="connsiteX9" fmla="*/ 37416 w 43256"/>
                <a:gd name="connsiteY9" fmla="*/ 29949 h 46972"/>
                <a:gd name="connsiteX10" fmla="*/ 41834 w 43256"/>
                <a:gd name="connsiteY10" fmla="*/ 15213 h 46972"/>
                <a:gd name="connsiteX11" fmla="*/ 40386 w 43256"/>
                <a:gd name="connsiteY11" fmla="*/ 17889 h 46972"/>
                <a:gd name="connsiteX12" fmla="*/ 38360 w 43256"/>
                <a:gd name="connsiteY12" fmla="*/ 5285 h 46972"/>
                <a:gd name="connsiteX13" fmla="*/ 38436 w 43256"/>
                <a:gd name="connsiteY13" fmla="*/ 6549 h 46972"/>
                <a:gd name="connsiteX14" fmla="*/ 29114 w 43256"/>
                <a:gd name="connsiteY14" fmla="*/ 3811 h 46972"/>
                <a:gd name="connsiteX15" fmla="*/ 29856 w 43256"/>
                <a:gd name="connsiteY15" fmla="*/ 2199 h 46972"/>
                <a:gd name="connsiteX16" fmla="*/ 22177 w 43256"/>
                <a:gd name="connsiteY16" fmla="*/ 4579 h 46972"/>
                <a:gd name="connsiteX17" fmla="*/ 22536 w 43256"/>
                <a:gd name="connsiteY17" fmla="*/ 3189 h 46972"/>
                <a:gd name="connsiteX18" fmla="*/ 14036 w 43256"/>
                <a:gd name="connsiteY18" fmla="*/ 5051 h 46972"/>
                <a:gd name="connsiteX19" fmla="*/ 15336 w 43256"/>
                <a:gd name="connsiteY19" fmla="*/ 6399 h 46972"/>
                <a:gd name="connsiteX20" fmla="*/ 4163 w 43256"/>
                <a:gd name="connsiteY20" fmla="*/ 15648 h 46972"/>
                <a:gd name="connsiteX21" fmla="*/ 3936 w 43256"/>
                <a:gd name="connsiteY21" fmla="*/ 14229 h 46972"/>
                <a:gd name="connsiteX0" fmla="*/ 3936 w 43256"/>
                <a:gd name="connsiteY0" fmla="*/ 14229 h 46972"/>
                <a:gd name="connsiteX1" fmla="*/ 5659 w 43256"/>
                <a:gd name="connsiteY1" fmla="*/ 6766 h 46972"/>
                <a:gd name="connsiteX2" fmla="*/ 14041 w 43256"/>
                <a:gd name="connsiteY2" fmla="*/ 5061 h 46972"/>
                <a:gd name="connsiteX3" fmla="*/ 22492 w 43256"/>
                <a:gd name="connsiteY3" fmla="*/ 3291 h 46972"/>
                <a:gd name="connsiteX4" fmla="*/ 25785 w 43256"/>
                <a:gd name="connsiteY4" fmla="*/ 59 h 46972"/>
                <a:gd name="connsiteX5" fmla="*/ 29869 w 43256"/>
                <a:gd name="connsiteY5" fmla="*/ 2340 h 46972"/>
                <a:gd name="connsiteX6" fmla="*/ 35499 w 43256"/>
                <a:gd name="connsiteY6" fmla="*/ 549 h 46972"/>
                <a:gd name="connsiteX7" fmla="*/ 38354 w 43256"/>
                <a:gd name="connsiteY7" fmla="*/ 5435 h 46972"/>
                <a:gd name="connsiteX8" fmla="*/ 42018 w 43256"/>
                <a:gd name="connsiteY8" fmla="*/ 10177 h 46972"/>
                <a:gd name="connsiteX9" fmla="*/ 41854 w 43256"/>
                <a:gd name="connsiteY9" fmla="*/ 15319 h 46972"/>
                <a:gd name="connsiteX10" fmla="*/ 43052 w 43256"/>
                <a:gd name="connsiteY10" fmla="*/ 23181 h 46972"/>
                <a:gd name="connsiteX11" fmla="*/ 37440 w 43256"/>
                <a:gd name="connsiteY11" fmla="*/ 30063 h 46972"/>
                <a:gd name="connsiteX12" fmla="*/ 35431 w 43256"/>
                <a:gd name="connsiteY12" fmla="*/ 35960 h 46972"/>
                <a:gd name="connsiteX13" fmla="*/ 28591 w 43256"/>
                <a:gd name="connsiteY13" fmla="*/ 36674 h 46972"/>
                <a:gd name="connsiteX14" fmla="*/ 23703 w 43256"/>
                <a:gd name="connsiteY14" fmla="*/ 42965 h 46972"/>
                <a:gd name="connsiteX15" fmla="*/ 16516 w 43256"/>
                <a:gd name="connsiteY15" fmla="*/ 39125 h 46972"/>
                <a:gd name="connsiteX16" fmla="*/ 5840 w 43256"/>
                <a:gd name="connsiteY16" fmla="*/ 35331 h 46972"/>
                <a:gd name="connsiteX17" fmla="*/ 1146 w 43256"/>
                <a:gd name="connsiteY17" fmla="*/ 31109 h 46972"/>
                <a:gd name="connsiteX18" fmla="*/ 2149 w 43256"/>
                <a:gd name="connsiteY18" fmla="*/ 25410 h 46972"/>
                <a:gd name="connsiteX19" fmla="*/ 31 w 43256"/>
                <a:gd name="connsiteY19" fmla="*/ 19563 h 46972"/>
                <a:gd name="connsiteX20" fmla="*/ 3899 w 43256"/>
                <a:gd name="connsiteY20" fmla="*/ 14366 h 46972"/>
                <a:gd name="connsiteX21" fmla="*/ 3936 w 43256"/>
                <a:gd name="connsiteY21" fmla="*/ 14229 h 46972"/>
                <a:gd name="connsiteX0" fmla="*/ 1149998 w 2254800"/>
                <a:gd name="connsiteY0" fmla="*/ 1046841 h 1216834"/>
                <a:gd name="connsiteX1" fmla="*/ 1149998 w 2254800"/>
                <a:gd name="connsiteY1" fmla="*/ 1109015 h 1216834"/>
                <a:gd name="connsiteX2" fmla="*/ 1118911 w 2254800"/>
                <a:gd name="connsiteY2" fmla="*/ 1077928 h 1216834"/>
                <a:gd name="connsiteX3" fmla="*/ 1149998 w 2254800"/>
                <a:gd name="connsiteY3" fmla="*/ 1046841 h 1216834"/>
                <a:gd name="connsiteX0" fmla="*/ 1211821 w 2254800"/>
                <a:gd name="connsiteY0" fmla="*/ 1069692 h 1216834"/>
                <a:gd name="connsiteX1" fmla="*/ 1087475 w 2254800"/>
                <a:gd name="connsiteY1" fmla="*/ 1069692 h 1216834"/>
                <a:gd name="connsiteX2" fmla="*/ 1149648 w 2254800"/>
                <a:gd name="connsiteY2" fmla="*/ 1007519 h 1216834"/>
                <a:gd name="connsiteX3" fmla="*/ 1211821 w 2254800"/>
                <a:gd name="connsiteY3" fmla="*/ 1069692 h 1216834"/>
                <a:gd name="connsiteX0" fmla="*/ 1245197 w 2254800"/>
                <a:gd name="connsiteY0" fmla="*/ 1123574 h 1216834"/>
                <a:gd name="connsiteX1" fmla="*/ 1151937 w 2254800"/>
                <a:gd name="connsiteY1" fmla="*/ 1216834 h 1216834"/>
                <a:gd name="connsiteX2" fmla="*/ 1058677 w 2254800"/>
                <a:gd name="connsiteY2" fmla="*/ 1123574 h 1216834"/>
                <a:gd name="connsiteX3" fmla="*/ 1151937 w 2254800"/>
                <a:gd name="connsiteY3" fmla="*/ 1030314 h 1216834"/>
                <a:gd name="connsiteX4" fmla="*/ 1245197 w 2254800"/>
                <a:gd name="connsiteY4" fmla="*/ 1123574 h 1216834"/>
                <a:gd name="connsiteX0" fmla="*/ 4729 w 43256"/>
                <a:gd name="connsiteY0" fmla="*/ 26036 h 46972"/>
                <a:gd name="connsiteX1" fmla="*/ 2196 w 43256"/>
                <a:gd name="connsiteY1" fmla="*/ 25239 h 46972"/>
                <a:gd name="connsiteX2" fmla="*/ 6964 w 43256"/>
                <a:gd name="connsiteY2" fmla="*/ 34758 h 46972"/>
                <a:gd name="connsiteX3" fmla="*/ 5856 w 43256"/>
                <a:gd name="connsiteY3" fmla="*/ 35139 h 46972"/>
                <a:gd name="connsiteX4" fmla="*/ 16514 w 43256"/>
                <a:gd name="connsiteY4" fmla="*/ 38949 h 46972"/>
                <a:gd name="connsiteX5" fmla="*/ 15846 w 43256"/>
                <a:gd name="connsiteY5" fmla="*/ 37209 h 46972"/>
                <a:gd name="connsiteX6" fmla="*/ 28863 w 43256"/>
                <a:gd name="connsiteY6" fmla="*/ 34610 h 46972"/>
                <a:gd name="connsiteX7" fmla="*/ 28596 w 43256"/>
                <a:gd name="connsiteY7" fmla="*/ 36519 h 46972"/>
                <a:gd name="connsiteX8" fmla="*/ 34165 w 43256"/>
                <a:gd name="connsiteY8" fmla="*/ 22813 h 46972"/>
                <a:gd name="connsiteX9" fmla="*/ 37416 w 43256"/>
                <a:gd name="connsiteY9" fmla="*/ 29949 h 46972"/>
                <a:gd name="connsiteX10" fmla="*/ 41834 w 43256"/>
                <a:gd name="connsiteY10" fmla="*/ 15213 h 46972"/>
                <a:gd name="connsiteX11" fmla="*/ 40386 w 43256"/>
                <a:gd name="connsiteY11" fmla="*/ 17889 h 46972"/>
                <a:gd name="connsiteX12" fmla="*/ 38360 w 43256"/>
                <a:gd name="connsiteY12" fmla="*/ 5285 h 46972"/>
                <a:gd name="connsiteX13" fmla="*/ 38436 w 43256"/>
                <a:gd name="connsiteY13" fmla="*/ 6549 h 46972"/>
                <a:gd name="connsiteX14" fmla="*/ 29114 w 43256"/>
                <a:gd name="connsiteY14" fmla="*/ 3811 h 46972"/>
                <a:gd name="connsiteX15" fmla="*/ 29856 w 43256"/>
                <a:gd name="connsiteY15" fmla="*/ 2199 h 46972"/>
                <a:gd name="connsiteX16" fmla="*/ 22177 w 43256"/>
                <a:gd name="connsiteY16" fmla="*/ 4579 h 46972"/>
                <a:gd name="connsiteX17" fmla="*/ 22536 w 43256"/>
                <a:gd name="connsiteY17" fmla="*/ 3189 h 46972"/>
                <a:gd name="connsiteX18" fmla="*/ 14036 w 43256"/>
                <a:gd name="connsiteY18" fmla="*/ 5051 h 46972"/>
                <a:gd name="connsiteX19" fmla="*/ 15336 w 43256"/>
                <a:gd name="connsiteY19" fmla="*/ 6399 h 46972"/>
                <a:gd name="connsiteX20" fmla="*/ 4163 w 43256"/>
                <a:gd name="connsiteY20" fmla="*/ 15648 h 46972"/>
                <a:gd name="connsiteX21" fmla="*/ 3936 w 43256"/>
                <a:gd name="connsiteY21" fmla="*/ 14229 h 46972"/>
                <a:gd name="connsiteX0" fmla="*/ 3936 w 43256"/>
                <a:gd name="connsiteY0" fmla="*/ 14229 h 46972"/>
                <a:gd name="connsiteX1" fmla="*/ 5659 w 43256"/>
                <a:gd name="connsiteY1" fmla="*/ 6766 h 46972"/>
                <a:gd name="connsiteX2" fmla="*/ 14041 w 43256"/>
                <a:gd name="connsiteY2" fmla="*/ 5061 h 46972"/>
                <a:gd name="connsiteX3" fmla="*/ 22492 w 43256"/>
                <a:gd name="connsiteY3" fmla="*/ 3291 h 46972"/>
                <a:gd name="connsiteX4" fmla="*/ 25785 w 43256"/>
                <a:gd name="connsiteY4" fmla="*/ 59 h 46972"/>
                <a:gd name="connsiteX5" fmla="*/ 29869 w 43256"/>
                <a:gd name="connsiteY5" fmla="*/ 2340 h 46972"/>
                <a:gd name="connsiteX6" fmla="*/ 35499 w 43256"/>
                <a:gd name="connsiteY6" fmla="*/ 549 h 46972"/>
                <a:gd name="connsiteX7" fmla="*/ 38354 w 43256"/>
                <a:gd name="connsiteY7" fmla="*/ 5435 h 46972"/>
                <a:gd name="connsiteX8" fmla="*/ 42018 w 43256"/>
                <a:gd name="connsiteY8" fmla="*/ 10177 h 46972"/>
                <a:gd name="connsiteX9" fmla="*/ 41854 w 43256"/>
                <a:gd name="connsiteY9" fmla="*/ 15319 h 46972"/>
                <a:gd name="connsiteX10" fmla="*/ 43052 w 43256"/>
                <a:gd name="connsiteY10" fmla="*/ 23181 h 46972"/>
                <a:gd name="connsiteX11" fmla="*/ 37440 w 43256"/>
                <a:gd name="connsiteY11" fmla="*/ 30063 h 46972"/>
                <a:gd name="connsiteX12" fmla="*/ 35431 w 43256"/>
                <a:gd name="connsiteY12" fmla="*/ 35960 h 46972"/>
                <a:gd name="connsiteX13" fmla="*/ 28591 w 43256"/>
                <a:gd name="connsiteY13" fmla="*/ 36674 h 46972"/>
                <a:gd name="connsiteX14" fmla="*/ 23703 w 43256"/>
                <a:gd name="connsiteY14" fmla="*/ 42965 h 46972"/>
                <a:gd name="connsiteX15" fmla="*/ 16516 w 43256"/>
                <a:gd name="connsiteY15" fmla="*/ 39125 h 46972"/>
                <a:gd name="connsiteX16" fmla="*/ 5840 w 43256"/>
                <a:gd name="connsiteY16" fmla="*/ 35331 h 46972"/>
                <a:gd name="connsiteX17" fmla="*/ 1146 w 43256"/>
                <a:gd name="connsiteY17" fmla="*/ 31109 h 46972"/>
                <a:gd name="connsiteX18" fmla="*/ 2149 w 43256"/>
                <a:gd name="connsiteY18" fmla="*/ 25410 h 46972"/>
                <a:gd name="connsiteX19" fmla="*/ 31 w 43256"/>
                <a:gd name="connsiteY19" fmla="*/ 19563 h 46972"/>
                <a:gd name="connsiteX20" fmla="*/ 3899 w 43256"/>
                <a:gd name="connsiteY20" fmla="*/ 14366 h 46972"/>
                <a:gd name="connsiteX21" fmla="*/ 3936 w 43256"/>
                <a:gd name="connsiteY21" fmla="*/ 14229 h 46972"/>
                <a:gd name="connsiteX0" fmla="*/ 1149998 w 2254800"/>
                <a:gd name="connsiteY0" fmla="*/ 1046841 h 1216834"/>
                <a:gd name="connsiteX1" fmla="*/ 1149998 w 2254800"/>
                <a:gd name="connsiteY1" fmla="*/ 1109015 h 1216834"/>
                <a:gd name="connsiteX2" fmla="*/ 1118911 w 2254800"/>
                <a:gd name="connsiteY2" fmla="*/ 1077928 h 1216834"/>
                <a:gd name="connsiteX3" fmla="*/ 1149998 w 2254800"/>
                <a:gd name="connsiteY3" fmla="*/ 1046841 h 1216834"/>
                <a:gd name="connsiteX0" fmla="*/ 1149648 w 2254800"/>
                <a:gd name="connsiteY0" fmla="*/ 1007519 h 1216834"/>
                <a:gd name="connsiteX1" fmla="*/ 1087475 w 2254800"/>
                <a:gd name="connsiteY1" fmla="*/ 1069692 h 1216834"/>
                <a:gd name="connsiteX2" fmla="*/ 1149648 w 2254800"/>
                <a:gd name="connsiteY2" fmla="*/ 1007519 h 1216834"/>
                <a:gd name="connsiteX0" fmla="*/ 1245197 w 2254800"/>
                <a:gd name="connsiteY0" fmla="*/ 1123574 h 1216834"/>
                <a:gd name="connsiteX1" fmla="*/ 1151937 w 2254800"/>
                <a:gd name="connsiteY1" fmla="*/ 1216834 h 1216834"/>
                <a:gd name="connsiteX2" fmla="*/ 1058677 w 2254800"/>
                <a:gd name="connsiteY2" fmla="*/ 1123574 h 1216834"/>
                <a:gd name="connsiteX3" fmla="*/ 1151937 w 2254800"/>
                <a:gd name="connsiteY3" fmla="*/ 1030314 h 1216834"/>
                <a:gd name="connsiteX4" fmla="*/ 1245197 w 2254800"/>
                <a:gd name="connsiteY4" fmla="*/ 1123574 h 1216834"/>
                <a:gd name="connsiteX0" fmla="*/ 4729 w 43256"/>
                <a:gd name="connsiteY0" fmla="*/ 26036 h 46972"/>
                <a:gd name="connsiteX1" fmla="*/ 2196 w 43256"/>
                <a:gd name="connsiteY1" fmla="*/ 25239 h 46972"/>
                <a:gd name="connsiteX2" fmla="*/ 6964 w 43256"/>
                <a:gd name="connsiteY2" fmla="*/ 34758 h 46972"/>
                <a:gd name="connsiteX3" fmla="*/ 5856 w 43256"/>
                <a:gd name="connsiteY3" fmla="*/ 35139 h 46972"/>
                <a:gd name="connsiteX4" fmla="*/ 16514 w 43256"/>
                <a:gd name="connsiteY4" fmla="*/ 38949 h 46972"/>
                <a:gd name="connsiteX5" fmla="*/ 15846 w 43256"/>
                <a:gd name="connsiteY5" fmla="*/ 37209 h 46972"/>
                <a:gd name="connsiteX6" fmla="*/ 28863 w 43256"/>
                <a:gd name="connsiteY6" fmla="*/ 34610 h 46972"/>
                <a:gd name="connsiteX7" fmla="*/ 28596 w 43256"/>
                <a:gd name="connsiteY7" fmla="*/ 36519 h 46972"/>
                <a:gd name="connsiteX8" fmla="*/ 34165 w 43256"/>
                <a:gd name="connsiteY8" fmla="*/ 22813 h 46972"/>
                <a:gd name="connsiteX9" fmla="*/ 37416 w 43256"/>
                <a:gd name="connsiteY9" fmla="*/ 29949 h 46972"/>
                <a:gd name="connsiteX10" fmla="*/ 41834 w 43256"/>
                <a:gd name="connsiteY10" fmla="*/ 15213 h 46972"/>
                <a:gd name="connsiteX11" fmla="*/ 40386 w 43256"/>
                <a:gd name="connsiteY11" fmla="*/ 17889 h 46972"/>
                <a:gd name="connsiteX12" fmla="*/ 38360 w 43256"/>
                <a:gd name="connsiteY12" fmla="*/ 5285 h 46972"/>
                <a:gd name="connsiteX13" fmla="*/ 38436 w 43256"/>
                <a:gd name="connsiteY13" fmla="*/ 6549 h 46972"/>
                <a:gd name="connsiteX14" fmla="*/ 29114 w 43256"/>
                <a:gd name="connsiteY14" fmla="*/ 3811 h 46972"/>
                <a:gd name="connsiteX15" fmla="*/ 29856 w 43256"/>
                <a:gd name="connsiteY15" fmla="*/ 2199 h 46972"/>
                <a:gd name="connsiteX16" fmla="*/ 22177 w 43256"/>
                <a:gd name="connsiteY16" fmla="*/ 4579 h 46972"/>
                <a:gd name="connsiteX17" fmla="*/ 22536 w 43256"/>
                <a:gd name="connsiteY17" fmla="*/ 3189 h 46972"/>
                <a:gd name="connsiteX18" fmla="*/ 14036 w 43256"/>
                <a:gd name="connsiteY18" fmla="*/ 5051 h 46972"/>
                <a:gd name="connsiteX19" fmla="*/ 15336 w 43256"/>
                <a:gd name="connsiteY19" fmla="*/ 6399 h 46972"/>
                <a:gd name="connsiteX20" fmla="*/ 4163 w 43256"/>
                <a:gd name="connsiteY20" fmla="*/ 15648 h 46972"/>
                <a:gd name="connsiteX21" fmla="*/ 3936 w 43256"/>
                <a:gd name="connsiteY21" fmla="*/ 14229 h 46972"/>
                <a:gd name="connsiteX0" fmla="*/ 3936 w 43256"/>
                <a:gd name="connsiteY0" fmla="*/ 14229 h 47072"/>
                <a:gd name="connsiteX1" fmla="*/ 5659 w 43256"/>
                <a:gd name="connsiteY1" fmla="*/ 6766 h 47072"/>
                <a:gd name="connsiteX2" fmla="*/ 14041 w 43256"/>
                <a:gd name="connsiteY2" fmla="*/ 5061 h 47072"/>
                <a:gd name="connsiteX3" fmla="*/ 22492 w 43256"/>
                <a:gd name="connsiteY3" fmla="*/ 3291 h 47072"/>
                <a:gd name="connsiteX4" fmla="*/ 25785 w 43256"/>
                <a:gd name="connsiteY4" fmla="*/ 59 h 47072"/>
                <a:gd name="connsiteX5" fmla="*/ 29869 w 43256"/>
                <a:gd name="connsiteY5" fmla="*/ 2340 h 47072"/>
                <a:gd name="connsiteX6" fmla="*/ 35499 w 43256"/>
                <a:gd name="connsiteY6" fmla="*/ 549 h 47072"/>
                <a:gd name="connsiteX7" fmla="*/ 38354 w 43256"/>
                <a:gd name="connsiteY7" fmla="*/ 5435 h 47072"/>
                <a:gd name="connsiteX8" fmla="*/ 42018 w 43256"/>
                <a:gd name="connsiteY8" fmla="*/ 10177 h 47072"/>
                <a:gd name="connsiteX9" fmla="*/ 41854 w 43256"/>
                <a:gd name="connsiteY9" fmla="*/ 15319 h 47072"/>
                <a:gd name="connsiteX10" fmla="*/ 43052 w 43256"/>
                <a:gd name="connsiteY10" fmla="*/ 23181 h 47072"/>
                <a:gd name="connsiteX11" fmla="*/ 37440 w 43256"/>
                <a:gd name="connsiteY11" fmla="*/ 30063 h 47072"/>
                <a:gd name="connsiteX12" fmla="*/ 35431 w 43256"/>
                <a:gd name="connsiteY12" fmla="*/ 35960 h 47072"/>
                <a:gd name="connsiteX13" fmla="*/ 28591 w 43256"/>
                <a:gd name="connsiteY13" fmla="*/ 36674 h 47072"/>
                <a:gd name="connsiteX14" fmla="*/ 23703 w 43256"/>
                <a:gd name="connsiteY14" fmla="*/ 42965 h 47072"/>
                <a:gd name="connsiteX15" fmla="*/ 16516 w 43256"/>
                <a:gd name="connsiteY15" fmla="*/ 39125 h 47072"/>
                <a:gd name="connsiteX16" fmla="*/ 5840 w 43256"/>
                <a:gd name="connsiteY16" fmla="*/ 35331 h 47072"/>
                <a:gd name="connsiteX17" fmla="*/ 1146 w 43256"/>
                <a:gd name="connsiteY17" fmla="*/ 31109 h 47072"/>
                <a:gd name="connsiteX18" fmla="*/ 2149 w 43256"/>
                <a:gd name="connsiteY18" fmla="*/ 25410 h 47072"/>
                <a:gd name="connsiteX19" fmla="*/ 31 w 43256"/>
                <a:gd name="connsiteY19" fmla="*/ 19563 h 47072"/>
                <a:gd name="connsiteX20" fmla="*/ 3899 w 43256"/>
                <a:gd name="connsiteY20" fmla="*/ 14366 h 47072"/>
                <a:gd name="connsiteX21" fmla="*/ 3936 w 43256"/>
                <a:gd name="connsiteY21" fmla="*/ 14229 h 47072"/>
                <a:gd name="connsiteX0" fmla="*/ 1149998 w 2254800"/>
                <a:gd name="connsiteY0" fmla="*/ 1046841 h 1219426"/>
                <a:gd name="connsiteX1" fmla="*/ 1149998 w 2254800"/>
                <a:gd name="connsiteY1" fmla="*/ 1109015 h 1219426"/>
                <a:gd name="connsiteX2" fmla="*/ 1118911 w 2254800"/>
                <a:gd name="connsiteY2" fmla="*/ 1077928 h 1219426"/>
                <a:gd name="connsiteX3" fmla="*/ 1149998 w 2254800"/>
                <a:gd name="connsiteY3" fmla="*/ 1046841 h 1219426"/>
                <a:gd name="connsiteX0" fmla="*/ 1149648 w 2254800"/>
                <a:gd name="connsiteY0" fmla="*/ 1007519 h 1219426"/>
                <a:gd name="connsiteX1" fmla="*/ 1087475 w 2254800"/>
                <a:gd name="connsiteY1" fmla="*/ 1069692 h 1219426"/>
                <a:gd name="connsiteX2" fmla="*/ 1149648 w 2254800"/>
                <a:gd name="connsiteY2" fmla="*/ 1007519 h 1219426"/>
                <a:gd name="connsiteX0" fmla="*/ 1245197 w 2254800"/>
                <a:gd name="connsiteY0" fmla="*/ 1123574 h 1219426"/>
                <a:gd name="connsiteX1" fmla="*/ 1151937 w 2254800"/>
                <a:gd name="connsiteY1" fmla="*/ 1216834 h 1219426"/>
                <a:gd name="connsiteX2" fmla="*/ 1151937 w 2254800"/>
                <a:gd name="connsiteY2" fmla="*/ 1030314 h 1219426"/>
                <a:gd name="connsiteX3" fmla="*/ 1245197 w 2254800"/>
                <a:gd name="connsiteY3" fmla="*/ 1123574 h 1219426"/>
                <a:gd name="connsiteX0" fmla="*/ 4729 w 43256"/>
                <a:gd name="connsiteY0" fmla="*/ 26036 h 47072"/>
                <a:gd name="connsiteX1" fmla="*/ 2196 w 43256"/>
                <a:gd name="connsiteY1" fmla="*/ 25239 h 47072"/>
                <a:gd name="connsiteX2" fmla="*/ 6964 w 43256"/>
                <a:gd name="connsiteY2" fmla="*/ 34758 h 47072"/>
                <a:gd name="connsiteX3" fmla="*/ 5856 w 43256"/>
                <a:gd name="connsiteY3" fmla="*/ 35139 h 47072"/>
                <a:gd name="connsiteX4" fmla="*/ 16514 w 43256"/>
                <a:gd name="connsiteY4" fmla="*/ 38949 h 47072"/>
                <a:gd name="connsiteX5" fmla="*/ 15846 w 43256"/>
                <a:gd name="connsiteY5" fmla="*/ 37209 h 47072"/>
                <a:gd name="connsiteX6" fmla="*/ 28863 w 43256"/>
                <a:gd name="connsiteY6" fmla="*/ 34610 h 47072"/>
                <a:gd name="connsiteX7" fmla="*/ 28596 w 43256"/>
                <a:gd name="connsiteY7" fmla="*/ 36519 h 47072"/>
                <a:gd name="connsiteX8" fmla="*/ 34165 w 43256"/>
                <a:gd name="connsiteY8" fmla="*/ 22813 h 47072"/>
                <a:gd name="connsiteX9" fmla="*/ 37416 w 43256"/>
                <a:gd name="connsiteY9" fmla="*/ 29949 h 47072"/>
                <a:gd name="connsiteX10" fmla="*/ 41834 w 43256"/>
                <a:gd name="connsiteY10" fmla="*/ 15213 h 47072"/>
                <a:gd name="connsiteX11" fmla="*/ 40386 w 43256"/>
                <a:gd name="connsiteY11" fmla="*/ 17889 h 47072"/>
                <a:gd name="connsiteX12" fmla="*/ 38360 w 43256"/>
                <a:gd name="connsiteY12" fmla="*/ 5285 h 47072"/>
                <a:gd name="connsiteX13" fmla="*/ 38436 w 43256"/>
                <a:gd name="connsiteY13" fmla="*/ 6549 h 47072"/>
                <a:gd name="connsiteX14" fmla="*/ 29114 w 43256"/>
                <a:gd name="connsiteY14" fmla="*/ 3811 h 47072"/>
                <a:gd name="connsiteX15" fmla="*/ 29856 w 43256"/>
                <a:gd name="connsiteY15" fmla="*/ 2199 h 47072"/>
                <a:gd name="connsiteX16" fmla="*/ 22177 w 43256"/>
                <a:gd name="connsiteY16" fmla="*/ 4579 h 47072"/>
                <a:gd name="connsiteX17" fmla="*/ 22536 w 43256"/>
                <a:gd name="connsiteY17" fmla="*/ 3189 h 47072"/>
                <a:gd name="connsiteX18" fmla="*/ 14036 w 43256"/>
                <a:gd name="connsiteY18" fmla="*/ 5051 h 47072"/>
                <a:gd name="connsiteX19" fmla="*/ 15336 w 43256"/>
                <a:gd name="connsiteY19" fmla="*/ 6399 h 47072"/>
                <a:gd name="connsiteX20" fmla="*/ 4163 w 43256"/>
                <a:gd name="connsiteY20" fmla="*/ 15648 h 47072"/>
                <a:gd name="connsiteX21" fmla="*/ 3936 w 43256"/>
                <a:gd name="connsiteY21" fmla="*/ 14229 h 470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149998 w 2254800"/>
                <a:gd name="connsiteY0" fmla="*/ 1046841 h 1123574"/>
                <a:gd name="connsiteX1" fmla="*/ 1149998 w 2254800"/>
                <a:gd name="connsiteY1" fmla="*/ 1109015 h 1123574"/>
                <a:gd name="connsiteX2" fmla="*/ 1118911 w 2254800"/>
                <a:gd name="connsiteY2" fmla="*/ 1077928 h 1123574"/>
                <a:gd name="connsiteX3" fmla="*/ 1149998 w 2254800"/>
                <a:gd name="connsiteY3" fmla="*/ 1046841 h 1123574"/>
                <a:gd name="connsiteX0" fmla="*/ 1149648 w 2254800"/>
                <a:gd name="connsiteY0" fmla="*/ 1007519 h 1123574"/>
                <a:gd name="connsiteX1" fmla="*/ 1087475 w 2254800"/>
                <a:gd name="connsiteY1" fmla="*/ 1069692 h 1123574"/>
                <a:gd name="connsiteX2" fmla="*/ 1149648 w 2254800"/>
                <a:gd name="connsiteY2" fmla="*/ 10075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149998 w 2254800"/>
                <a:gd name="connsiteY0" fmla="*/ 1046841 h 1123574"/>
                <a:gd name="connsiteX1" fmla="*/ 1118911 w 2254800"/>
                <a:gd name="connsiteY1" fmla="*/ 1077928 h 1123574"/>
                <a:gd name="connsiteX2" fmla="*/ 1149998 w 2254800"/>
                <a:gd name="connsiteY2" fmla="*/ 1046841 h 1123574"/>
                <a:gd name="connsiteX0" fmla="*/ 1149648 w 2254800"/>
                <a:gd name="connsiteY0" fmla="*/ 1007519 h 1123574"/>
                <a:gd name="connsiteX1" fmla="*/ 1087475 w 2254800"/>
                <a:gd name="connsiteY1" fmla="*/ 1069692 h 1123574"/>
                <a:gd name="connsiteX2" fmla="*/ 1149648 w 2254800"/>
                <a:gd name="connsiteY2" fmla="*/ 10075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149998 w 2254800"/>
                <a:gd name="connsiteY0" fmla="*/ 1046841 h 1123574"/>
                <a:gd name="connsiteX1" fmla="*/ 1118911 w 2254800"/>
                <a:gd name="connsiteY1" fmla="*/ 1077928 h 1123574"/>
                <a:gd name="connsiteX2" fmla="*/ 1149998 w 2254800"/>
                <a:gd name="connsiteY2" fmla="*/ 1046841 h 1123574"/>
                <a:gd name="connsiteX0" fmla="*/ 1149648 w 2254800"/>
                <a:gd name="connsiteY0" fmla="*/ 1007519 h 1123574"/>
                <a:gd name="connsiteX1" fmla="*/ 1087475 w 2254800"/>
                <a:gd name="connsiteY1" fmla="*/ 1069692 h 1123574"/>
                <a:gd name="connsiteX2" fmla="*/ 1149648 w 2254800"/>
                <a:gd name="connsiteY2" fmla="*/ 10075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149998 w 2254800"/>
                <a:gd name="connsiteY0" fmla="*/ 1046841 h 1123574"/>
                <a:gd name="connsiteX1" fmla="*/ 1118911 w 2254800"/>
                <a:gd name="connsiteY1" fmla="*/ 1077928 h 1123574"/>
                <a:gd name="connsiteX2" fmla="*/ 1149998 w 2254800"/>
                <a:gd name="connsiteY2" fmla="*/ 1046841 h 1123574"/>
                <a:gd name="connsiteX0" fmla="*/ 1149648 w 2254800"/>
                <a:gd name="connsiteY0" fmla="*/ 1007519 h 1123574"/>
                <a:gd name="connsiteX1" fmla="*/ 1087475 w 2254800"/>
                <a:gd name="connsiteY1" fmla="*/ 1069692 h 1123574"/>
                <a:gd name="connsiteX2" fmla="*/ 1149648 w 2254800"/>
                <a:gd name="connsiteY2" fmla="*/ 10075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223817 w 2254800"/>
                <a:gd name="connsiteY0" fmla="*/ 1103991 h 1123574"/>
                <a:gd name="connsiteX1" fmla="*/ 1118911 w 2254800"/>
                <a:gd name="connsiteY1" fmla="*/ 1077928 h 1123574"/>
                <a:gd name="connsiteX2" fmla="*/ 1223817 w 2254800"/>
                <a:gd name="connsiteY2" fmla="*/ 1103991 h 1123574"/>
                <a:gd name="connsiteX0" fmla="*/ 1149648 w 2254800"/>
                <a:gd name="connsiteY0" fmla="*/ 1007519 h 1123574"/>
                <a:gd name="connsiteX1" fmla="*/ 1087475 w 2254800"/>
                <a:gd name="connsiteY1" fmla="*/ 1069692 h 1123574"/>
                <a:gd name="connsiteX2" fmla="*/ 1149648 w 2254800"/>
                <a:gd name="connsiteY2" fmla="*/ 10075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8345"/>
                <a:gd name="connsiteX1" fmla="*/ 5659 w 43256"/>
                <a:gd name="connsiteY1" fmla="*/ 6766 h 48345"/>
                <a:gd name="connsiteX2" fmla="*/ 14041 w 43256"/>
                <a:gd name="connsiteY2" fmla="*/ 5061 h 48345"/>
                <a:gd name="connsiteX3" fmla="*/ 22492 w 43256"/>
                <a:gd name="connsiteY3" fmla="*/ 3291 h 48345"/>
                <a:gd name="connsiteX4" fmla="*/ 25785 w 43256"/>
                <a:gd name="connsiteY4" fmla="*/ 59 h 48345"/>
                <a:gd name="connsiteX5" fmla="*/ 29869 w 43256"/>
                <a:gd name="connsiteY5" fmla="*/ 2340 h 48345"/>
                <a:gd name="connsiteX6" fmla="*/ 35499 w 43256"/>
                <a:gd name="connsiteY6" fmla="*/ 549 h 48345"/>
                <a:gd name="connsiteX7" fmla="*/ 38354 w 43256"/>
                <a:gd name="connsiteY7" fmla="*/ 5435 h 48345"/>
                <a:gd name="connsiteX8" fmla="*/ 42018 w 43256"/>
                <a:gd name="connsiteY8" fmla="*/ 10177 h 48345"/>
                <a:gd name="connsiteX9" fmla="*/ 41854 w 43256"/>
                <a:gd name="connsiteY9" fmla="*/ 15319 h 48345"/>
                <a:gd name="connsiteX10" fmla="*/ 43052 w 43256"/>
                <a:gd name="connsiteY10" fmla="*/ 23181 h 48345"/>
                <a:gd name="connsiteX11" fmla="*/ 37440 w 43256"/>
                <a:gd name="connsiteY11" fmla="*/ 30063 h 48345"/>
                <a:gd name="connsiteX12" fmla="*/ 35431 w 43256"/>
                <a:gd name="connsiteY12" fmla="*/ 35960 h 48345"/>
                <a:gd name="connsiteX13" fmla="*/ 28591 w 43256"/>
                <a:gd name="connsiteY13" fmla="*/ 36674 h 48345"/>
                <a:gd name="connsiteX14" fmla="*/ 23703 w 43256"/>
                <a:gd name="connsiteY14" fmla="*/ 42965 h 48345"/>
                <a:gd name="connsiteX15" fmla="*/ 16516 w 43256"/>
                <a:gd name="connsiteY15" fmla="*/ 39125 h 48345"/>
                <a:gd name="connsiteX16" fmla="*/ 5840 w 43256"/>
                <a:gd name="connsiteY16" fmla="*/ 35331 h 48345"/>
                <a:gd name="connsiteX17" fmla="*/ 1146 w 43256"/>
                <a:gd name="connsiteY17" fmla="*/ 31109 h 48345"/>
                <a:gd name="connsiteX18" fmla="*/ 2149 w 43256"/>
                <a:gd name="connsiteY18" fmla="*/ 25410 h 48345"/>
                <a:gd name="connsiteX19" fmla="*/ 31 w 43256"/>
                <a:gd name="connsiteY19" fmla="*/ 19563 h 48345"/>
                <a:gd name="connsiteX20" fmla="*/ 3899 w 43256"/>
                <a:gd name="connsiteY20" fmla="*/ 14366 h 48345"/>
                <a:gd name="connsiteX21" fmla="*/ 3936 w 43256"/>
                <a:gd name="connsiteY21" fmla="*/ 14229 h 48345"/>
                <a:gd name="connsiteX0" fmla="*/ 1223817 w 2254800"/>
                <a:gd name="connsiteY0" fmla="*/ 1103991 h 1252397"/>
                <a:gd name="connsiteX1" fmla="*/ 1118911 w 2254800"/>
                <a:gd name="connsiteY1" fmla="*/ 1077928 h 1252397"/>
                <a:gd name="connsiteX2" fmla="*/ 1223817 w 2254800"/>
                <a:gd name="connsiteY2" fmla="*/ 1103991 h 1252397"/>
                <a:gd name="connsiteX0" fmla="*/ 1149648 w 2254800"/>
                <a:gd name="connsiteY0" fmla="*/ 1007519 h 1252397"/>
                <a:gd name="connsiteX1" fmla="*/ 1087475 w 2254800"/>
                <a:gd name="connsiteY1" fmla="*/ 1069692 h 1252397"/>
                <a:gd name="connsiteX2" fmla="*/ 1149648 w 2254800"/>
                <a:gd name="connsiteY2" fmla="*/ 1007519 h 1252397"/>
                <a:gd name="connsiteX0" fmla="*/ 1245197 w 2254800"/>
                <a:gd name="connsiteY0" fmla="*/ 1123574 h 1252397"/>
                <a:gd name="connsiteX1" fmla="*/ 1151937 w 2254800"/>
                <a:gd name="connsiteY1" fmla="*/ 1030314 h 1252397"/>
                <a:gd name="connsiteX2" fmla="*/ 1245197 w 2254800"/>
                <a:gd name="connsiteY2" fmla="*/ 1123574 h 1252397"/>
                <a:gd name="connsiteX0" fmla="*/ 4729 w 43256"/>
                <a:gd name="connsiteY0" fmla="*/ 26036 h 48345"/>
                <a:gd name="connsiteX1" fmla="*/ 2196 w 43256"/>
                <a:gd name="connsiteY1" fmla="*/ 25239 h 48345"/>
                <a:gd name="connsiteX2" fmla="*/ 6964 w 43256"/>
                <a:gd name="connsiteY2" fmla="*/ 34758 h 48345"/>
                <a:gd name="connsiteX3" fmla="*/ 5856 w 43256"/>
                <a:gd name="connsiteY3" fmla="*/ 35139 h 48345"/>
                <a:gd name="connsiteX4" fmla="*/ 16514 w 43256"/>
                <a:gd name="connsiteY4" fmla="*/ 38949 h 48345"/>
                <a:gd name="connsiteX5" fmla="*/ 15846 w 43256"/>
                <a:gd name="connsiteY5" fmla="*/ 37209 h 48345"/>
                <a:gd name="connsiteX6" fmla="*/ 28863 w 43256"/>
                <a:gd name="connsiteY6" fmla="*/ 34610 h 48345"/>
                <a:gd name="connsiteX7" fmla="*/ 28596 w 43256"/>
                <a:gd name="connsiteY7" fmla="*/ 36519 h 48345"/>
                <a:gd name="connsiteX8" fmla="*/ 34165 w 43256"/>
                <a:gd name="connsiteY8" fmla="*/ 22813 h 48345"/>
                <a:gd name="connsiteX9" fmla="*/ 37416 w 43256"/>
                <a:gd name="connsiteY9" fmla="*/ 29949 h 48345"/>
                <a:gd name="connsiteX10" fmla="*/ 41834 w 43256"/>
                <a:gd name="connsiteY10" fmla="*/ 15213 h 48345"/>
                <a:gd name="connsiteX11" fmla="*/ 40386 w 43256"/>
                <a:gd name="connsiteY11" fmla="*/ 17889 h 48345"/>
                <a:gd name="connsiteX12" fmla="*/ 38360 w 43256"/>
                <a:gd name="connsiteY12" fmla="*/ 5285 h 48345"/>
                <a:gd name="connsiteX13" fmla="*/ 38436 w 43256"/>
                <a:gd name="connsiteY13" fmla="*/ 6549 h 48345"/>
                <a:gd name="connsiteX14" fmla="*/ 29114 w 43256"/>
                <a:gd name="connsiteY14" fmla="*/ 3811 h 48345"/>
                <a:gd name="connsiteX15" fmla="*/ 29856 w 43256"/>
                <a:gd name="connsiteY15" fmla="*/ 2199 h 48345"/>
                <a:gd name="connsiteX16" fmla="*/ 22177 w 43256"/>
                <a:gd name="connsiteY16" fmla="*/ 4579 h 48345"/>
                <a:gd name="connsiteX17" fmla="*/ 22536 w 43256"/>
                <a:gd name="connsiteY17" fmla="*/ 3189 h 48345"/>
                <a:gd name="connsiteX18" fmla="*/ 14036 w 43256"/>
                <a:gd name="connsiteY18" fmla="*/ 5051 h 48345"/>
                <a:gd name="connsiteX19" fmla="*/ 15336 w 43256"/>
                <a:gd name="connsiteY19" fmla="*/ 6399 h 48345"/>
                <a:gd name="connsiteX20" fmla="*/ 4163 w 43256"/>
                <a:gd name="connsiteY20" fmla="*/ 15648 h 48345"/>
                <a:gd name="connsiteX21" fmla="*/ 3936 w 43256"/>
                <a:gd name="connsiteY21" fmla="*/ 14229 h 48345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097611 w 2254800"/>
                <a:gd name="connsiteY0" fmla="*/ 582497 h 1123574"/>
                <a:gd name="connsiteX1" fmla="*/ 1118911 w 2254800"/>
                <a:gd name="connsiteY1" fmla="*/ 1077928 h 1123574"/>
                <a:gd name="connsiteX2" fmla="*/ 1097611 w 2254800"/>
                <a:gd name="connsiteY2" fmla="*/ 582497 h 1123574"/>
                <a:gd name="connsiteX0" fmla="*/ 1149648 w 2254800"/>
                <a:gd name="connsiteY0" fmla="*/ 1007519 h 1123574"/>
                <a:gd name="connsiteX1" fmla="*/ 1087475 w 2254800"/>
                <a:gd name="connsiteY1" fmla="*/ 1069692 h 1123574"/>
                <a:gd name="connsiteX2" fmla="*/ 1149648 w 2254800"/>
                <a:gd name="connsiteY2" fmla="*/ 10075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097611 w 2254800"/>
                <a:gd name="connsiteY0" fmla="*/ 582497 h 1123574"/>
                <a:gd name="connsiteX1" fmla="*/ 1276073 w 2254800"/>
                <a:gd name="connsiteY1" fmla="*/ 637397 h 1123574"/>
                <a:gd name="connsiteX2" fmla="*/ 1097611 w 2254800"/>
                <a:gd name="connsiteY2" fmla="*/ 582497 h 1123574"/>
                <a:gd name="connsiteX0" fmla="*/ 1149648 w 2254800"/>
                <a:gd name="connsiteY0" fmla="*/ 1007519 h 1123574"/>
                <a:gd name="connsiteX1" fmla="*/ 1087475 w 2254800"/>
                <a:gd name="connsiteY1" fmla="*/ 1069692 h 1123574"/>
                <a:gd name="connsiteX2" fmla="*/ 1149648 w 2254800"/>
                <a:gd name="connsiteY2" fmla="*/ 10075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097611 w 2254800"/>
                <a:gd name="connsiteY0" fmla="*/ 582497 h 1123574"/>
                <a:gd name="connsiteX1" fmla="*/ 1276073 w 2254800"/>
                <a:gd name="connsiteY1" fmla="*/ 637397 h 1123574"/>
                <a:gd name="connsiteX2" fmla="*/ 1097611 w 2254800"/>
                <a:gd name="connsiteY2" fmla="*/ 582497 h 1123574"/>
                <a:gd name="connsiteX0" fmla="*/ 1035348 w 2254800"/>
                <a:gd name="connsiteY0" fmla="*/ 702719 h 1123574"/>
                <a:gd name="connsiteX1" fmla="*/ 1087475 w 2254800"/>
                <a:gd name="connsiteY1" fmla="*/ 1069692 h 1123574"/>
                <a:gd name="connsiteX2" fmla="*/ 1035348 w 2254800"/>
                <a:gd name="connsiteY2" fmla="*/ 7027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097611 w 2254800"/>
                <a:gd name="connsiteY0" fmla="*/ 582497 h 1123574"/>
                <a:gd name="connsiteX1" fmla="*/ 1276073 w 2254800"/>
                <a:gd name="connsiteY1" fmla="*/ 637397 h 1123574"/>
                <a:gd name="connsiteX2" fmla="*/ 1097611 w 2254800"/>
                <a:gd name="connsiteY2" fmla="*/ 582497 h 1123574"/>
                <a:gd name="connsiteX0" fmla="*/ 1035348 w 2254800"/>
                <a:gd name="connsiteY0" fmla="*/ 702719 h 1123574"/>
                <a:gd name="connsiteX1" fmla="*/ 1087475 w 2254800"/>
                <a:gd name="connsiteY1" fmla="*/ 1069692 h 1123574"/>
                <a:gd name="connsiteX2" fmla="*/ 1035348 w 2254800"/>
                <a:gd name="connsiteY2" fmla="*/ 702719 h 1123574"/>
                <a:gd name="connsiteX0" fmla="*/ 1245197 w 2254800"/>
                <a:gd name="connsiteY0" fmla="*/ 1123574 h 1123574"/>
                <a:gd name="connsiteX1" fmla="*/ 1111456 w 2254800"/>
                <a:gd name="connsiteY1" fmla="*/ 682652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097611 w 2254800"/>
                <a:gd name="connsiteY0" fmla="*/ 582497 h 1123574"/>
                <a:gd name="connsiteX1" fmla="*/ 1276073 w 2254800"/>
                <a:gd name="connsiteY1" fmla="*/ 637397 h 1123574"/>
                <a:gd name="connsiteX2" fmla="*/ 1097611 w 2254800"/>
                <a:gd name="connsiteY2" fmla="*/ 582497 h 1123574"/>
                <a:gd name="connsiteX0" fmla="*/ 1035348 w 2254800"/>
                <a:gd name="connsiteY0" fmla="*/ 702719 h 1123574"/>
                <a:gd name="connsiteX1" fmla="*/ 935075 w 2254800"/>
                <a:gd name="connsiteY1" fmla="*/ 695836 h 1123574"/>
                <a:gd name="connsiteX2" fmla="*/ 1035348 w 2254800"/>
                <a:gd name="connsiteY2" fmla="*/ 702719 h 1123574"/>
                <a:gd name="connsiteX0" fmla="*/ 1245197 w 2254800"/>
                <a:gd name="connsiteY0" fmla="*/ 1123574 h 1123574"/>
                <a:gd name="connsiteX1" fmla="*/ 1111456 w 2254800"/>
                <a:gd name="connsiteY1" fmla="*/ 682652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219"/>
                <a:gd name="connsiteX1" fmla="*/ 5659 w 43256"/>
                <a:gd name="connsiteY1" fmla="*/ 6766 h 43219"/>
                <a:gd name="connsiteX2" fmla="*/ 14041 w 43256"/>
                <a:gd name="connsiteY2" fmla="*/ 5061 h 43219"/>
                <a:gd name="connsiteX3" fmla="*/ 22492 w 43256"/>
                <a:gd name="connsiteY3" fmla="*/ 3291 h 43219"/>
                <a:gd name="connsiteX4" fmla="*/ 25785 w 43256"/>
                <a:gd name="connsiteY4" fmla="*/ 59 h 43219"/>
                <a:gd name="connsiteX5" fmla="*/ 29869 w 43256"/>
                <a:gd name="connsiteY5" fmla="*/ 2340 h 43219"/>
                <a:gd name="connsiteX6" fmla="*/ 35499 w 43256"/>
                <a:gd name="connsiteY6" fmla="*/ 549 h 43219"/>
                <a:gd name="connsiteX7" fmla="*/ 38354 w 43256"/>
                <a:gd name="connsiteY7" fmla="*/ 5435 h 43219"/>
                <a:gd name="connsiteX8" fmla="*/ 42018 w 43256"/>
                <a:gd name="connsiteY8" fmla="*/ 10177 h 43219"/>
                <a:gd name="connsiteX9" fmla="*/ 41854 w 43256"/>
                <a:gd name="connsiteY9" fmla="*/ 15319 h 43219"/>
                <a:gd name="connsiteX10" fmla="*/ 43052 w 43256"/>
                <a:gd name="connsiteY10" fmla="*/ 23181 h 43219"/>
                <a:gd name="connsiteX11" fmla="*/ 37440 w 43256"/>
                <a:gd name="connsiteY11" fmla="*/ 30063 h 43219"/>
                <a:gd name="connsiteX12" fmla="*/ 35431 w 43256"/>
                <a:gd name="connsiteY12" fmla="*/ 35960 h 43219"/>
                <a:gd name="connsiteX13" fmla="*/ 28591 w 43256"/>
                <a:gd name="connsiteY13" fmla="*/ 36674 h 43219"/>
                <a:gd name="connsiteX14" fmla="*/ 23703 w 43256"/>
                <a:gd name="connsiteY14" fmla="*/ 42965 h 43219"/>
                <a:gd name="connsiteX15" fmla="*/ 16516 w 43256"/>
                <a:gd name="connsiteY15" fmla="*/ 39125 h 43219"/>
                <a:gd name="connsiteX16" fmla="*/ 5840 w 43256"/>
                <a:gd name="connsiteY16" fmla="*/ 35331 h 43219"/>
                <a:gd name="connsiteX17" fmla="*/ 1146 w 43256"/>
                <a:gd name="connsiteY17" fmla="*/ 31109 h 43219"/>
                <a:gd name="connsiteX18" fmla="*/ 2149 w 43256"/>
                <a:gd name="connsiteY18" fmla="*/ 25410 h 43219"/>
                <a:gd name="connsiteX19" fmla="*/ 31 w 43256"/>
                <a:gd name="connsiteY19" fmla="*/ 19563 h 43219"/>
                <a:gd name="connsiteX20" fmla="*/ 3899 w 43256"/>
                <a:gd name="connsiteY20" fmla="*/ 14366 h 43219"/>
                <a:gd name="connsiteX21" fmla="*/ 3936 w 43256"/>
                <a:gd name="connsiteY21" fmla="*/ 14229 h 43219"/>
                <a:gd name="connsiteX0" fmla="*/ 1097611 w 2254800"/>
                <a:gd name="connsiteY0" fmla="*/ 582497 h 1119610"/>
                <a:gd name="connsiteX1" fmla="*/ 1276073 w 2254800"/>
                <a:gd name="connsiteY1" fmla="*/ 637397 h 1119610"/>
                <a:gd name="connsiteX2" fmla="*/ 1097611 w 2254800"/>
                <a:gd name="connsiteY2" fmla="*/ 582497 h 1119610"/>
                <a:gd name="connsiteX0" fmla="*/ 1035348 w 2254800"/>
                <a:gd name="connsiteY0" fmla="*/ 702719 h 1119610"/>
                <a:gd name="connsiteX1" fmla="*/ 935075 w 2254800"/>
                <a:gd name="connsiteY1" fmla="*/ 695836 h 1119610"/>
                <a:gd name="connsiteX2" fmla="*/ 1035348 w 2254800"/>
                <a:gd name="connsiteY2" fmla="*/ 702719 h 1119610"/>
                <a:gd name="connsiteX0" fmla="*/ 1249960 w 2254800"/>
                <a:gd name="connsiteY0" fmla="*/ 759243 h 1119610"/>
                <a:gd name="connsiteX1" fmla="*/ 1111456 w 2254800"/>
                <a:gd name="connsiteY1" fmla="*/ 682652 h 1119610"/>
                <a:gd name="connsiteX2" fmla="*/ 1249960 w 2254800"/>
                <a:gd name="connsiteY2" fmla="*/ 759243 h 1119610"/>
                <a:gd name="connsiteX0" fmla="*/ 4729 w 43256"/>
                <a:gd name="connsiteY0" fmla="*/ 26036 h 43219"/>
                <a:gd name="connsiteX1" fmla="*/ 2196 w 43256"/>
                <a:gd name="connsiteY1" fmla="*/ 25239 h 43219"/>
                <a:gd name="connsiteX2" fmla="*/ 6964 w 43256"/>
                <a:gd name="connsiteY2" fmla="*/ 34758 h 43219"/>
                <a:gd name="connsiteX3" fmla="*/ 5856 w 43256"/>
                <a:gd name="connsiteY3" fmla="*/ 35139 h 43219"/>
                <a:gd name="connsiteX4" fmla="*/ 16514 w 43256"/>
                <a:gd name="connsiteY4" fmla="*/ 38949 h 43219"/>
                <a:gd name="connsiteX5" fmla="*/ 15846 w 43256"/>
                <a:gd name="connsiteY5" fmla="*/ 37209 h 43219"/>
                <a:gd name="connsiteX6" fmla="*/ 28863 w 43256"/>
                <a:gd name="connsiteY6" fmla="*/ 34610 h 43219"/>
                <a:gd name="connsiteX7" fmla="*/ 28596 w 43256"/>
                <a:gd name="connsiteY7" fmla="*/ 36519 h 43219"/>
                <a:gd name="connsiteX8" fmla="*/ 34165 w 43256"/>
                <a:gd name="connsiteY8" fmla="*/ 22813 h 43219"/>
                <a:gd name="connsiteX9" fmla="*/ 37416 w 43256"/>
                <a:gd name="connsiteY9" fmla="*/ 29949 h 43219"/>
                <a:gd name="connsiteX10" fmla="*/ 41834 w 43256"/>
                <a:gd name="connsiteY10" fmla="*/ 15213 h 43219"/>
                <a:gd name="connsiteX11" fmla="*/ 40386 w 43256"/>
                <a:gd name="connsiteY11" fmla="*/ 17889 h 43219"/>
                <a:gd name="connsiteX12" fmla="*/ 38360 w 43256"/>
                <a:gd name="connsiteY12" fmla="*/ 5285 h 43219"/>
                <a:gd name="connsiteX13" fmla="*/ 38436 w 43256"/>
                <a:gd name="connsiteY13" fmla="*/ 6549 h 43219"/>
                <a:gd name="connsiteX14" fmla="*/ 29114 w 43256"/>
                <a:gd name="connsiteY14" fmla="*/ 3811 h 43219"/>
                <a:gd name="connsiteX15" fmla="*/ 29856 w 43256"/>
                <a:gd name="connsiteY15" fmla="*/ 2199 h 43219"/>
                <a:gd name="connsiteX16" fmla="*/ 22177 w 43256"/>
                <a:gd name="connsiteY16" fmla="*/ 4579 h 43219"/>
                <a:gd name="connsiteX17" fmla="*/ 22536 w 43256"/>
                <a:gd name="connsiteY17" fmla="*/ 3189 h 43219"/>
                <a:gd name="connsiteX18" fmla="*/ 14036 w 43256"/>
                <a:gd name="connsiteY18" fmla="*/ 5051 h 43219"/>
                <a:gd name="connsiteX19" fmla="*/ 15336 w 43256"/>
                <a:gd name="connsiteY19" fmla="*/ 6399 h 43219"/>
                <a:gd name="connsiteX20" fmla="*/ 4163 w 43256"/>
                <a:gd name="connsiteY20" fmla="*/ 15648 h 43219"/>
                <a:gd name="connsiteX21" fmla="*/ 3936 w 43256"/>
                <a:gd name="connsiteY21" fmla="*/ 14229 h 43219"/>
                <a:gd name="connsiteX0" fmla="*/ 3936 w 43256"/>
                <a:gd name="connsiteY0" fmla="*/ 14229 h 43219"/>
                <a:gd name="connsiteX1" fmla="*/ 5659 w 43256"/>
                <a:gd name="connsiteY1" fmla="*/ 6766 h 43219"/>
                <a:gd name="connsiteX2" fmla="*/ 14041 w 43256"/>
                <a:gd name="connsiteY2" fmla="*/ 5061 h 43219"/>
                <a:gd name="connsiteX3" fmla="*/ 22492 w 43256"/>
                <a:gd name="connsiteY3" fmla="*/ 3291 h 43219"/>
                <a:gd name="connsiteX4" fmla="*/ 25785 w 43256"/>
                <a:gd name="connsiteY4" fmla="*/ 59 h 43219"/>
                <a:gd name="connsiteX5" fmla="*/ 29869 w 43256"/>
                <a:gd name="connsiteY5" fmla="*/ 2340 h 43219"/>
                <a:gd name="connsiteX6" fmla="*/ 35499 w 43256"/>
                <a:gd name="connsiteY6" fmla="*/ 549 h 43219"/>
                <a:gd name="connsiteX7" fmla="*/ 38354 w 43256"/>
                <a:gd name="connsiteY7" fmla="*/ 5435 h 43219"/>
                <a:gd name="connsiteX8" fmla="*/ 42018 w 43256"/>
                <a:gd name="connsiteY8" fmla="*/ 10177 h 43219"/>
                <a:gd name="connsiteX9" fmla="*/ 41854 w 43256"/>
                <a:gd name="connsiteY9" fmla="*/ 15319 h 43219"/>
                <a:gd name="connsiteX10" fmla="*/ 43052 w 43256"/>
                <a:gd name="connsiteY10" fmla="*/ 23181 h 43219"/>
                <a:gd name="connsiteX11" fmla="*/ 37440 w 43256"/>
                <a:gd name="connsiteY11" fmla="*/ 30063 h 43219"/>
                <a:gd name="connsiteX12" fmla="*/ 35431 w 43256"/>
                <a:gd name="connsiteY12" fmla="*/ 35960 h 43219"/>
                <a:gd name="connsiteX13" fmla="*/ 28591 w 43256"/>
                <a:gd name="connsiteY13" fmla="*/ 36674 h 43219"/>
                <a:gd name="connsiteX14" fmla="*/ 23703 w 43256"/>
                <a:gd name="connsiteY14" fmla="*/ 42965 h 43219"/>
                <a:gd name="connsiteX15" fmla="*/ 16516 w 43256"/>
                <a:gd name="connsiteY15" fmla="*/ 39125 h 43219"/>
                <a:gd name="connsiteX16" fmla="*/ 5840 w 43256"/>
                <a:gd name="connsiteY16" fmla="*/ 35331 h 43219"/>
                <a:gd name="connsiteX17" fmla="*/ 1146 w 43256"/>
                <a:gd name="connsiteY17" fmla="*/ 31109 h 43219"/>
                <a:gd name="connsiteX18" fmla="*/ 2149 w 43256"/>
                <a:gd name="connsiteY18" fmla="*/ 25410 h 43219"/>
                <a:gd name="connsiteX19" fmla="*/ 31 w 43256"/>
                <a:gd name="connsiteY19" fmla="*/ 19563 h 43219"/>
                <a:gd name="connsiteX20" fmla="*/ 3899 w 43256"/>
                <a:gd name="connsiteY20" fmla="*/ 14366 h 43219"/>
                <a:gd name="connsiteX21" fmla="*/ 3936 w 43256"/>
                <a:gd name="connsiteY21" fmla="*/ 14229 h 43219"/>
                <a:gd name="connsiteX0" fmla="*/ 1097611 w 2254800"/>
                <a:gd name="connsiteY0" fmla="*/ 582497 h 1119610"/>
                <a:gd name="connsiteX1" fmla="*/ 1276073 w 2254800"/>
                <a:gd name="connsiteY1" fmla="*/ 637397 h 1119610"/>
                <a:gd name="connsiteX2" fmla="*/ 1097611 w 2254800"/>
                <a:gd name="connsiteY2" fmla="*/ 582497 h 1119610"/>
                <a:gd name="connsiteX0" fmla="*/ 937716 w 2254800"/>
                <a:gd name="connsiteY0" fmla="*/ 700337 h 1119610"/>
                <a:gd name="connsiteX1" fmla="*/ 935075 w 2254800"/>
                <a:gd name="connsiteY1" fmla="*/ 695836 h 1119610"/>
                <a:gd name="connsiteX2" fmla="*/ 937716 w 2254800"/>
                <a:gd name="connsiteY2" fmla="*/ 700337 h 1119610"/>
                <a:gd name="connsiteX0" fmla="*/ 1249960 w 2254800"/>
                <a:gd name="connsiteY0" fmla="*/ 759243 h 1119610"/>
                <a:gd name="connsiteX1" fmla="*/ 1111456 w 2254800"/>
                <a:gd name="connsiteY1" fmla="*/ 682652 h 1119610"/>
                <a:gd name="connsiteX2" fmla="*/ 1249960 w 2254800"/>
                <a:gd name="connsiteY2" fmla="*/ 759243 h 1119610"/>
                <a:gd name="connsiteX0" fmla="*/ 4729 w 43256"/>
                <a:gd name="connsiteY0" fmla="*/ 26036 h 43219"/>
                <a:gd name="connsiteX1" fmla="*/ 2196 w 43256"/>
                <a:gd name="connsiteY1" fmla="*/ 25239 h 43219"/>
                <a:gd name="connsiteX2" fmla="*/ 6964 w 43256"/>
                <a:gd name="connsiteY2" fmla="*/ 34758 h 43219"/>
                <a:gd name="connsiteX3" fmla="*/ 5856 w 43256"/>
                <a:gd name="connsiteY3" fmla="*/ 35139 h 43219"/>
                <a:gd name="connsiteX4" fmla="*/ 16514 w 43256"/>
                <a:gd name="connsiteY4" fmla="*/ 38949 h 43219"/>
                <a:gd name="connsiteX5" fmla="*/ 15846 w 43256"/>
                <a:gd name="connsiteY5" fmla="*/ 37209 h 43219"/>
                <a:gd name="connsiteX6" fmla="*/ 28863 w 43256"/>
                <a:gd name="connsiteY6" fmla="*/ 34610 h 43219"/>
                <a:gd name="connsiteX7" fmla="*/ 28596 w 43256"/>
                <a:gd name="connsiteY7" fmla="*/ 36519 h 43219"/>
                <a:gd name="connsiteX8" fmla="*/ 34165 w 43256"/>
                <a:gd name="connsiteY8" fmla="*/ 22813 h 43219"/>
                <a:gd name="connsiteX9" fmla="*/ 37416 w 43256"/>
                <a:gd name="connsiteY9" fmla="*/ 29949 h 43219"/>
                <a:gd name="connsiteX10" fmla="*/ 41834 w 43256"/>
                <a:gd name="connsiteY10" fmla="*/ 15213 h 43219"/>
                <a:gd name="connsiteX11" fmla="*/ 40386 w 43256"/>
                <a:gd name="connsiteY11" fmla="*/ 17889 h 43219"/>
                <a:gd name="connsiteX12" fmla="*/ 38360 w 43256"/>
                <a:gd name="connsiteY12" fmla="*/ 5285 h 43219"/>
                <a:gd name="connsiteX13" fmla="*/ 38436 w 43256"/>
                <a:gd name="connsiteY13" fmla="*/ 6549 h 43219"/>
                <a:gd name="connsiteX14" fmla="*/ 29114 w 43256"/>
                <a:gd name="connsiteY14" fmla="*/ 3811 h 43219"/>
                <a:gd name="connsiteX15" fmla="*/ 29856 w 43256"/>
                <a:gd name="connsiteY15" fmla="*/ 2199 h 43219"/>
                <a:gd name="connsiteX16" fmla="*/ 22177 w 43256"/>
                <a:gd name="connsiteY16" fmla="*/ 4579 h 43219"/>
                <a:gd name="connsiteX17" fmla="*/ 22536 w 43256"/>
                <a:gd name="connsiteY17" fmla="*/ 3189 h 43219"/>
                <a:gd name="connsiteX18" fmla="*/ 14036 w 43256"/>
                <a:gd name="connsiteY18" fmla="*/ 5051 h 43219"/>
                <a:gd name="connsiteX19" fmla="*/ 15336 w 43256"/>
                <a:gd name="connsiteY19" fmla="*/ 6399 h 43219"/>
                <a:gd name="connsiteX20" fmla="*/ 4163 w 43256"/>
                <a:gd name="connsiteY20" fmla="*/ 15648 h 43219"/>
                <a:gd name="connsiteX21" fmla="*/ 3936 w 43256"/>
                <a:gd name="connsiteY21" fmla="*/ 14229 h 43219"/>
                <a:gd name="connsiteX0" fmla="*/ 3936 w 43256"/>
                <a:gd name="connsiteY0" fmla="*/ 14229 h 43219"/>
                <a:gd name="connsiteX1" fmla="*/ 5659 w 43256"/>
                <a:gd name="connsiteY1" fmla="*/ 6766 h 43219"/>
                <a:gd name="connsiteX2" fmla="*/ 14041 w 43256"/>
                <a:gd name="connsiteY2" fmla="*/ 5061 h 43219"/>
                <a:gd name="connsiteX3" fmla="*/ 22492 w 43256"/>
                <a:gd name="connsiteY3" fmla="*/ 3291 h 43219"/>
                <a:gd name="connsiteX4" fmla="*/ 25785 w 43256"/>
                <a:gd name="connsiteY4" fmla="*/ 59 h 43219"/>
                <a:gd name="connsiteX5" fmla="*/ 29869 w 43256"/>
                <a:gd name="connsiteY5" fmla="*/ 2340 h 43219"/>
                <a:gd name="connsiteX6" fmla="*/ 35499 w 43256"/>
                <a:gd name="connsiteY6" fmla="*/ 549 h 43219"/>
                <a:gd name="connsiteX7" fmla="*/ 38354 w 43256"/>
                <a:gd name="connsiteY7" fmla="*/ 5435 h 43219"/>
                <a:gd name="connsiteX8" fmla="*/ 42018 w 43256"/>
                <a:gd name="connsiteY8" fmla="*/ 10177 h 43219"/>
                <a:gd name="connsiteX9" fmla="*/ 41854 w 43256"/>
                <a:gd name="connsiteY9" fmla="*/ 15319 h 43219"/>
                <a:gd name="connsiteX10" fmla="*/ 43052 w 43256"/>
                <a:gd name="connsiteY10" fmla="*/ 23181 h 43219"/>
                <a:gd name="connsiteX11" fmla="*/ 37440 w 43256"/>
                <a:gd name="connsiteY11" fmla="*/ 30063 h 43219"/>
                <a:gd name="connsiteX12" fmla="*/ 35431 w 43256"/>
                <a:gd name="connsiteY12" fmla="*/ 35960 h 43219"/>
                <a:gd name="connsiteX13" fmla="*/ 28591 w 43256"/>
                <a:gd name="connsiteY13" fmla="*/ 36674 h 43219"/>
                <a:gd name="connsiteX14" fmla="*/ 23703 w 43256"/>
                <a:gd name="connsiteY14" fmla="*/ 42965 h 43219"/>
                <a:gd name="connsiteX15" fmla="*/ 16516 w 43256"/>
                <a:gd name="connsiteY15" fmla="*/ 39125 h 43219"/>
                <a:gd name="connsiteX16" fmla="*/ 5840 w 43256"/>
                <a:gd name="connsiteY16" fmla="*/ 35331 h 43219"/>
                <a:gd name="connsiteX17" fmla="*/ 1146 w 43256"/>
                <a:gd name="connsiteY17" fmla="*/ 31109 h 43219"/>
                <a:gd name="connsiteX18" fmla="*/ 2149 w 43256"/>
                <a:gd name="connsiteY18" fmla="*/ 25410 h 43219"/>
                <a:gd name="connsiteX19" fmla="*/ 31 w 43256"/>
                <a:gd name="connsiteY19" fmla="*/ 19563 h 43219"/>
                <a:gd name="connsiteX20" fmla="*/ 3899 w 43256"/>
                <a:gd name="connsiteY20" fmla="*/ 14366 h 43219"/>
                <a:gd name="connsiteX21" fmla="*/ 3936 w 43256"/>
                <a:gd name="connsiteY21" fmla="*/ 14229 h 43219"/>
                <a:gd name="connsiteX0" fmla="*/ 1097611 w 2254800"/>
                <a:gd name="connsiteY0" fmla="*/ 582497 h 1119610"/>
                <a:gd name="connsiteX1" fmla="*/ 1276073 w 2254800"/>
                <a:gd name="connsiteY1" fmla="*/ 637397 h 1119610"/>
                <a:gd name="connsiteX2" fmla="*/ 1097611 w 2254800"/>
                <a:gd name="connsiteY2" fmla="*/ 582497 h 1119610"/>
                <a:gd name="connsiteX0" fmla="*/ 937716 w 2254800"/>
                <a:gd name="connsiteY0" fmla="*/ 700337 h 1119610"/>
                <a:gd name="connsiteX1" fmla="*/ 935075 w 2254800"/>
                <a:gd name="connsiteY1" fmla="*/ 695836 h 1119610"/>
                <a:gd name="connsiteX2" fmla="*/ 937716 w 2254800"/>
                <a:gd name="connsiteY2" fmla="*/ 700337 h 1119610"/>
                <a:gd name="connsiteX0" fmla="*/ 1109466 w 2254800"/>
                <a:gd name="connsiteY0" fmla="*/ 683043 h 1119610"/>
                <a:gd name="connsiteX1" fmla="*/ 1111456 w 2254800"/>
                <a:gd name="connsiteY1" fmla="*/ 682652 h 1119610"/>
                <a:gd name="connsiteX2" fmla="*/ 1109466 w 2254800"/>
                <a:gd name="connsiteY2" fmla="*/ 683043 h 1119610"/>
                <a:gd name="connsiteX0" fmla="*/ 4729 w 43256"/>
                <a:gd name="connsiteY0" fmla="*/ 26036 h 43219"/>
                <a:gd name="connsiteX1" fmla="*/ 2196 w 43256"/>
                <a:gd name="connsiteY1" fmla="*/ 25239 h 43219"/>
                <a:gd name="connsiteX2" fmla="*/ 6964 w 43256"/>
                <a:gd name="connsiteY2" fmla="*/ 34758 h 43219"/>
                <a:gd name="connsiteX3" fmla="*/ 5856 w 43256"/>
                <a:gd name="connsiteY3" fmla="*/ 35139 h 43219"/>
                <a:gd name="connsiteX4" fmla="*/ 16514 w 43256"/>
                <a:gd name="connsiteY4" fmla="*/ 38949 h 43219"/>
                <a:gd name="connsiteX5" fmla="*/ 15846 w 43256"/>
                <a:gd name="connsiteY5" fmla="*/ 37209 h 43219"/>
                <a:gd name="connsiteX6" fmla="*/ 28863 w 43256"/>
                <a:gd name="connsiteY6" fmla="*/ 34610 h 43219"/>
                <a:gd name="connsiteX7" fmla="*/ 28596 w 43256"/>
                <a:gd name="connsiteY7" fmla="*/ 36519 h 43219"/>
                <a:gd name="connsiteX8" fmla="*/ 34165 w 43256"/>
                <a:gd name="connsiteY8" fmla="*/ 22813 h 43219"/>
                <a:gd name="connsiteX9" fmla="*/ 37416 w 43256"/>
                <a:gd name="connsiteY9" fmla="*/ 29949 h 43219"/>
                <a:gd name="connsiteX10" fmla="*/ 41834 w 43256"/>
                <a:gd name="connsiteY10" fmla="*/ 15213 h 43219"/>
                <a:gd name="connsiteX11" fmla="*/ 40386 w 43256"/>
                <a:gd name="connsiteY11" fmla="*/ 17889 h 43219"/>
                <a:gd name="connsiteX12" fmla="*/ 38360 w 43256"/>
                <a:gd name="connsiteY12" fmla="*/ 5285 h 43219"/>
                <a:gd name="connsiteX13" fmla="*/ 38436 w 43256"/>
                <a:gd name="connsiteY13" fmla="*/ 6549 h 43219"/>
                <a:gd name="connsiteX14" fmla="*/ 29114 w 43256"/>
                <a:gd name="connsiteY14" fmla="*/ 3811 h 43219"/>
                <a:gd name="connsiteX15" fmla="*/ 29856 w 43256"/>
                <a:gd name="connsiteY15" fmla="*/ 2199 h 43219"/>
                <a:gd name="connsiteX16" fmla="*/ 22177 w 43256"/>
                <a:gd name="connsiteY16" fmla="*/ 4579 h 43219"/>
                <a:gd name="connsiteX17" fmla="*/ 22536 w 43256"/>
                <a:gd name="connsiteY17" fmla="*/ 3189 h 43219"/>
                <a:gd name="connsiteX18" fmla="*/ 14036 w 43256"/>
                <a:gd name="connsiteY18" fmla="*/ 5051 h 43219"/>
                <a:gd name="connsiteX19" fmla="*/ 15336 w 43256"/>
                <a:gd name="connsiteY19" fmla="*/ 6399 h 43219"/>
                <a:gd name="connsiteX20" fmla="*/ 4163 w 43256"/>
                <a:gd name="connsiteY20" fmla="*/ 15648 h 43219"/>
                <a:gd name="connsiteX21" fmla="*/ 3936 w 43256"/>
                <a:gd name="connsiteY21" fmla="*/ 14229 h 43219"/>
                <a:gd name="connsiteX0" fmla="*/ 3936 w 43256"/>
                <a:gd name="connsiteY0" fmla="*/ 14229 h 43219"/>
                <a:gd name="connsiteX1" fmla="*/ 5659 w 43256"/>
                <a:gd name="connsiteY1" fmla="*/ 6766 h 43219"/>
                <a:gd name="connsiteX2" fmla="*/ 14041 w 43256"/>
                <a:gd name="connsiteY2" fmla="*/ 5061 h 43219"/>
                <a:gd name="connsiteX3" fmla="*/ 22492 w 43256"/>
                <a:gd name="connsiteY3" fmla="*/ 3291 h 43219"/>
                <a:gd name="connsiteX4" fmla="*/ 25785 w 43256"/>
                <a:gd name="connsiteY4" fmla="*/ 59 h 43219"/>
                <a:gd name="connsiteX5" fmla="*/ 29869 w 43256"/>
                <a:gd name="connsiteY5" fmla="*/ 2340 h 43219"/>
                <a:gd name="connsiteX6" fmla="*/ 35499 w 43256"/>
                <a:gd name="connsiteY6" fmla="*/ 549 h 43219"/>
                <a:gd name="connsiteX7" fmla="*/ 38354 w 43256"/>
                <a:gd name="connsiteY7" fmla="*/ 5435 h 43219"/>
                <a:gd name="connsiteX8" fmla="*/ 42018 w 43256"/>
                <a:gd name="connsiteY8" fmla="*/ 10177 h 43219"/>
                <a:gd name="connsiteX9" fmla="*/ 41854 w 43256"/>
                <a:gd name="connsiteY9" fmla="*/ 15319 h 43219"/>
                <a:gd name="connsiteX10" fmla="*/ 43052 w 43256"/>
                <a:gd name="connsiteY10" fmla="*/ 23181 h 43219"/>
                <a:gd name="connsiteX11" fmla="*/ 37440 w 43256"/>
                <a:gd name="connsiteY11" fmla="*/ 30063 h 43219"/>
                <a:gd name="connsiteX12" fmla="*/ 35431 w 43256"/>
                <a:gd name="connsiteY12" fmla="*/ 35960 h 43219"/>
                <a:gd name="connsiteX13" fmla="*/ 28591 w 43256"/>
                <a:gd name="connsiteY13" fmla="*/ 36674 h 43219"/>
                <a:gd name="connsiteX14" fmla="*/ 23703 w 43256"/>
                <a:gd name="connsiteY14" fmla="*/ 42965 h 43219"/>
                <a:gd name="connsiteX15" fmla="*/ 16516 w 43256"/>
                <a:gd name="connsiteY15" fmla="*/ 39125 h 43219"/>
                <a:gd name="connsiteX16" fmla="*/ 5840 w 43256"/>
                <a:gd name="connsiteY16" fmla="*/ 35331 h 43219"/>
                <a:gd name="connsiteX17" fmla="*/ 1146 w 43256"/>
                <a:gd name="connsiteY17" fmla="*/ 31109 h 43219"/>
                <a:gd name="connsiteX18" fmla="*/ 2149 w 43256"/>
                <a:gd name="connsiteY18" fmla="*/ 25410 h 43219"/>
                <a:gd name="connsiteX19" fmla="*/ 31 w 43256"/>
                <a:gd name="connsiteY19" fmla="*/ 19563 h 43219"/>
                <a:gd name="connsiteX20" fmla="*/ 3899 w 43256"/>
                <a:gd name="connsiteY20" fmla="*/ 14366 h 43219"/>
                <a:gd name="connsiteX21" fmla="*/ 3936 w 43256"/>
                <a:gd name="connsiteY21" fmla="*/ 14229 h 43219"/>
                <a:gd name="connsiteX0" fmla="*/ 1097611 w 2254800"/>
                <a:gd name="connsiteY0" fmla="*/ 582497 h 1119610"/>
                <a:gd name="connsiteX1" fmla="*/ 1099860 w 2254800"/>
                <a:gd name="connsiteY1" fmla="*/ 599297 h 1119610"/>
                <a:gd name="connsiteX2" fmla="*/ 1097611 w 2254800"/>
                <a:gd name="connsiteY2" fmla="*/ 582497 h 1119610"/>
                <a:gd name="connsiteX0" fmla="*/ 937716 w 2254800"/>
                <a:gd name="connsiteY0" fmla="*/ 700337 h 1119610"/>
                <a:gd name="connsiteX1" fmla="*/ 935075 w 2254800"/>
                <a:gd name="connsiteY1" fmla="*/ 695836 h 1119610"/>
                <a:gd name="connsiteX2" fmla="*/ 937716 w 2254800"/>
                <a:gd name="connsiteY2" fmla="*/ 700337 h 1119610"/>
                <a:gd name="connsiteX0" fmla="*/ 1109466 w 2254800"/>
                <a:gd name="connsiteY0" fmla="*/ 683043 h 1119610"/>
                <a:gd name="connsiteX1" fmla="*/ 1111456 w 2254800"/>
                <a:gd name="connsiteY1" fmla="*/ 682652 h 1119610"/>
                <a:gd name="connsiteX2" fmla="*/ 1109466 w 2254800"/>
                <a:gd name="connsiteY2" fmla="*/ 683043 h 1119610"/>
                <a:gd name="connsiteX0" fmla="*/ 4729 w 43256"/>
                <a:gd name="connsiteY0" fmla="*/ 26036 h 43219"/>
                <a:gd name="connsiteX1" fmla="*/ 2196 w 43256"/>
                <a:gd name="connsiteY1" fmla="*/ 25239 h 43219"/>
                <a:gd name="connsiteX2" fmla="*/ 6964 w 43256"/>
                <a:gd name="connsiteY2" fmla="*/ 34758 h 43219"/>
                <a:gd name="connsiteX3" fmla="*/ 5856 w 43256"/>
                <a:gd name="connsiteY3" fmla="*/ 35139 h 43219"/>
                <a:gd name="connsiteX4" fmla="*/ 16514 w 43256"/>
                <a:gd name="connsiteY4" fmla="*/ 38949 h 43219"/>
                <a:gd name="connsiteX5" fmla="*/ 15846 w 43256"/>
                <a:gd name="connsiteY5" fmla="*/ 37209 h 43219"/>
                <a:gd name="connsiteX6" fmla="*/ 28863 w 43256"/>
                <a:gd name="connsiteY6" fmla="*/ 34610 h 43219"/>
                <a:gd name="connsiteX7" fmla="*/ 28596 w 43256"/>
                <a:gd name="connsiteY7" fmla="*/ 36519 h 43219"/>
                <a:gd name="connsiteX8" fmla="*/ 34165 w 43256"/>
                <a:gd name="connsiteY8" fmla="*/ 22813 h 43219"/>
                <a:gd name="connsiteX9" fmla="*/ 37416 w 43256"/>
                <a:gd name="connsiteY9" fmla="*/ 29949 h 43219"/>
                <a:gd name="connsiteX10" fmla="*/ 41834 w 43256"/>
                <a:gd name="connsiteY10" fmla="*/ 15213 h 43219"/>
                <a:gd name="connsiteX11" fmla="*/ 40386 w 43256"/>
                <a:gd name="connsiteY11" fmla="*/ 17889 h 43219"/>
                <a:gd name="connsiteX12" fmla="*/ 38360 w 43256"/>
                <a:gd name="connsiteY12" fmla="*/ 5285 h 43219"/>
                <a:gd name="connsiteX13" fmla="*/ 38436 w 43256"/>
                <a:gd name="connsiteY13" fmla="*/ 6549 h 43219"/>
                <a:gd name="connsiteX14" fmla="*/ 29114 w 43256"/>
                <a:gd name="connsiteY14" fmla="*/ 3811 h 43219"/>
                <a:gd name="connsiteX15" fmla="*/ 29856 w 43256"/>
                <a:gd name="connsiteY15" fmla="*/ 2199 h 43219"/>
                <a:gd name="connsiteX16" fmla="*/ 22177 w 43256"/>
                <a:gd name="connsiteY16" fmla="*/ 4579 h 43219"/>
                <a:gd name="connsiteX17" fmla="*/ 22536 w 43256"/>
                <a:gd name="connsiteY17" fmla="*/ 3189 h 43219"/>
                <a:gd name="connsiteX18" fmla="*/ 14036 w 43256"/>
                <a:gd name="connsiteY18" fmla="*/ 5051 h 43219"/>
                <a:gd name="connsiteX19" fmla="*/ 15336 w 43256"/>
                <a:gd name="connsiteY19" fmla="*/ 6399 h 43219"/>
                <a:gd name="connsiteX20" fmla="*/ 4163 w 43256"/>
                <a:gd name="connsiteY20" fmla="*/ 15648 h 43219"/>
                <a:gd name="connsiteX21" fmla="*/ 3936 w 43256"/>
                <a:gd name="connsiteY21" fmla="*/ 14229 h 43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256" h="43219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6035" y="42202"/>
                    <a:pt x="23703" y="42965"/>
                  </a:cubicBezTo>
                  <a:cubicBezTo>
                    <a:pt x="20955" y="43864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2254800" h="1119610">
                  <a:moveTo>
                    <a:pt x="1097611" y="582497"/>
                  </a:moveTo>
                  <a:lnTo>
                    <a:pt x="1099860" y="599297"/>
                  </a:lnTo>
                  <a:cubicBezTo>
                    <a:pt x="1099860" y="582128"/>
                    <a:pt x="1097611" y="582497"/>
                    <a:pt x="1097611" y="582497"/>
                  </a:cubicBezTo>
                  <a:close/>
                </a:path>
                <a:path w="2254800" h="1119610">
                  <a:moveTo>
                    <a:pt x="937716" y="700337"/>
                  </a:moveTo>
                  <a:lnTo>
                    <a:pt x="935075" y="695836"/>
                  </a:lnTo>
                  <a:lnTo>
                    <a:pt x="937716" y="700337"/>
                  </a:lnTo>
                  <a:close/>
                </a:path>
                <a:path w="2254800" h="1119610">
                  <a:moveTo>
                    <a:pt x="1109466" y="683043"/>
                  </a:moveTo>
                  <a:lnTo>
                    <a:pt x="1111456" y="682652"/>
                  </a:lnTo>
                  <a:lnTo>
                    <a:pt x="1109466" y="683043"/>
                  </a:lnTo>
                  <a:close/>
                </a:path>
                <a:path w="43256" h="43219" fill="none" extrusionOk="0">
                  <a:moveTo>
                    <a:pt x="4729" y="26036"/>
                  </a:moveTo>
                  <a:cubicBezTo>
                    <a:pt x="3845" y="26130"/>
                    <a:pt x="2961" y="25852"/>
                    <a:pt x="2196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34165" y="22813"/>
                  </a:moveTo>
                  <a:cubicBezTo>
                    <a:pt x="36169" y="24141"/>
                    <a:pt x="37434" y="26917"/>
                    <a:pt x="37416" y="29949"/>
                  </a:cubicBezTo>
                  <a:moveTo>
                    <a:pt x="41834" y="15213"/>
                  </a:moveTo>
                  <a:cubicBezTo>
                    <a:pt x="41509" y="16245"/>
                    <a:pt x="41014" y="17161"/>
                    <a:pt x="40386" y="1788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2093119" y="5260181"/>
              <a:ext cx="454819" cy="392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/>
            </a:p>
          </p:txBody>
        </p:sp>
        <p:sp>
          <p:nvSpPr>
            <p:cNvPr id="15" name="Metin kutusu 14"/>
            <p:cNvSpPr txBox="1"/>
            <p:nvPr/>
          </p:nvSpPr>
          <p:spPr>
            <a:xfrm>
              <a:off x="1326576" y="5183141"/>
              <a:ext cx="2252814" cy="444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>
                  <a:solidFill>
                    <a:schemeClr val="bg1">
                      <a:lumMod val="95000"/>
                    </a:schemeClr>
                  </a:solidFill>
                  <a:latin typeface="Lucida Console" panose="020B0609040504020204" pitchFamily="49" charset="0"/>
                </a:rPr>
                <a:t>Böyle Bir Eleman Yok</a:t>
              </a:r>
            </a:p>
            <a:p>
              <a:pPr algn="ctr"/>
              <a:r>
                <a:rPr lang="tr-TR" sz="2400" dirty="0" smtClean="0">
                  <a:solidFill>
                    <a:schemeClr val="bg1">
                      <a:lumMod val="95000"/>
                    </a:schemeClr>
                  </a:solidFill>
                  <a:latin typeface="Lucida Console" panose="020B0609040504020204" pitchFamily="49" charset="0"/>
                </a:rPr>
                <a:t>İstisnası</a:t>
              </a:r>
              <a:endParaRPr lang="tr-TR" sz="24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0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591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/>
          <p:cNvSpPr txBox="1"/>
          <p:nvPr/>
        </p:nvSpPr>
        <p:spPr>
          <a:xfrm>
            <a:off x="6277971" y="3470988"/>
            <a:ext cx="5889496" cy="31000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NoSuchElementException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front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rear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cxnSp>
        <p:nvCxnSpPr>
          <p:cNvPr id="7" name="Düz Ok Bağlayıcısı 6"/>
          <p:cNvCxnSpPr/>
          <p:nvPr/>
        </p:nvCxnSpPr>
        <p:spPr>
          <a:xfrm>
            <a:off x="7350278" y="1301923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/>
          <p:cNvSpPr txBox="1"/>
          <p:nvPr/>
        </p:nvSpPr>
        <p:spPr>
          <a:xfrm>
            <a:off x="6976498" y="900131"/>
            <a:ext cx="770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front</a:t>
            </a:r>
            <a:endParaRPr lang="tr-TR" sz="2200" b="1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7015650" y="178807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7347276" y="225642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7016196" y="2746476"/>
            <a:ext cx="665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rear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94465" y="4592830"/>
            <a:ext cx="151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uzunluk = 0</a:t>
            </a:r>
          </a:p>
        </p:txBody>
      </p:sp>
      <p:grpSp>
        <p:nvGrpSpPr>
          <p:cNvPr id="12" name="Grup 11"/>
          <p:cNvGrpSpPr/>
          <p:nvPr/>
        </p:nvGrpSpPr>
        <p:grpSpPr>
          <a:xfrm>
            <a:off x="963594" y="1255194"/>
            <a:ext cx="4426194" cy="2548198"/>
            <a:chOff x="1166712" y="4680666"/>
            <a:chExt cx="2554387" cy="1364534"/>
          </a:xfrm>
        </p:grpSpPr>
        <p:sp>
          <p:nvSpPr>
            <p:cNvPr id="13" name="Bulut Belirtme Çizgisi 2"/>
            <p:cNvSpPr/>
            <p:nvPr/>
          </p:nvSpPr>
          <p:spPr>
            <a:xfrm>
              <a:off x="1166712" y="4680666"/>
              <a:ext cx="2554387" cy="1364534"/>
            </a:xfrm>
            <a:custGeom>
              <a:avLst/>
              <a:gdLst>
                <a:gd name="connsiteX0" fmla="*/ 3900 w 43200"/>
                <a:gd name="connsiteY0" fmla="*/ 14370 h 43200"/>
                <a:gd name="connsiteX1" fmla="*/ 5623 w 43200"/>
                <a:gd name="connsiteY1" fmla="*/ 6907 h 43200"/>
                <a:gd name="connsiteX2" fmla="*/ 14005 w 43200"/>
                <a:gd name="connsiteY2" fmla="*/ 5202 h 43200"/>
                <a:gd name="connsiteX3" fmla="*/ 22456 w 43200"/>
                <a:gd name="connsiteY3" fmla="*/ 3432 h 43200"/>
                <a:gd name="connsiteX4" fmla="*/ 25749 w 43200"/>
                <a:gd name="connsiteY4" fmla="*/ 200 h 43200"/>
                <a:gd name="connsiteX5" fmla="*/ 29833 w 43200"/>
                <a:gd name="connsiteY5" fmla="*/ 2481 h 43200"/>
                <a:gd name="connsiteX6" fmla="*/ 35463 w 43200"/>
                <a:gd name="connsiteY6" fmla="*/ 690 h 43200"/>
                <a:gd name="connsiteX7" fmla="*/ 38318 w 43200"/>
                <a:gd name="connsiteY7" fmla="*/ 5576 h 43200"/>
                <a:gd name="connsiteX8" fmla="*/ 41982 w 43200"/>
                <a:gd name="connsiteY8" fmla="*/ 10318 h 43200"/>
                <a:gd name="connsiteX9" fmla="*/ 41818 w 43200"/>
                <a:gd name="connsiteY9" fmla="*/ 15460 h 43200"/>
                <a:gd name="connsiteX10" fmla="*/ 43016 w 43200"/>
                <a:gd name="connsiteY10" fmla="*/ 23322 h 43200"/>
                <a:gd name="connsiteX11" fmla="*/ 37404 w 43200"/>
                <a:gd name="connsiteY11" fmla="*/ 30204 h 43200"/>
                <a:gd name="connsiteX12" fmla="*/ 35395 w 43200"/>
                <a:gd name="connsiteY12" fmla="*/ 36101 h 43200"/>
                <a:gd name="connsiteX13" fmla="*/ 28555 w 43200"/>
                <a:gd name="connsiteY13" fmla="*/ 36815 h 43200"/>
                <a:gd name="connsiteX14" fmla="*/ 23667 w 43200"/>
                <a:gd name="connsiteY14" fmla="*/ 43106 h 43200"/>
                <a:gd name="connsiteX15" fmla="*/ 16480 w 43200"/>
                <a:gd name="connsiteY15" fmla="*/ 39266 h 43200"/>
                <a:gd name="connsiteX16" fmla="*/ 5804 w 43200"/>
                <a:gd name="connsiteY16" fmla="*/ 35472 h 43200"/>
                <a:gd name="connsiteX17" fmla="*/ 1110 w 43200"/>
                <a:gd name="connsiteY17" fmla="*/ 31250 h 43200"/>
                <a:gd name="connsiteX18" fmla="*/ 2113 w 43200"/>
                <a:gd name="connsiteY18" fmla="*/ 25551 h 43200"/>
                <a:gd name="connsiteX19" fmla="*/ -5 w 43200"/>
                <a:gd name="connsiteY19" fmla="*/ 19704 h 43200"/>
                <a:gd name="connsiteX20" fmla="*/ 3863 w 43200"/>
                <a:gd name="connsiteY20" fmla="*/ 14507 h 43200"/>
                <a:gd name="connsiteX21" fmla="*/ 3900 w 43200"/>
                <a:gd name="connsiteY21" fmla="*/ 14370 h 43200"/>
                <a:gd name="connsiteX0" fmla="*/ 1179208 w 2251880"/>
                <a:gd name="connsiteY0" fmla="*/ 1081581 h 1119116"/>
                <a:gd name="connsiteX1" fmla="*/ 1148121 w 2251880"/>
                <a:gd name="connsiteY1" fmla="*/ 1112668 h 1119116"/>
                <a:gd name="connsiteX2" fmla="*/ 1117034 w 2251880"/>
                <a:gd name="connsiteY2" fmla="*/ 1081581 h 1119116"/>
                <a:gd name="connsiteX3" fmla="*/ 1148121 w 2251880"/>
                <a:gd name="connsiteY3" fmla="*/ 1050494 h 1119116"/>
                <a:gd name="connsiteX4" fmla="*/ 1179208 w 2251880"/>
                <a:gd name="connsiteY4" fmla="*/ 1081581 h 1119116"/>
                <a:gd name="connsiteX0" fmla="*/ 1209944 w 2251880"/>
                <a:gd name="connsiteY0" fmla="*/ 1073345 h 1119116"/>
                <a:gd name="connsiteX1" fmla="*/ 1147771 w 2251880"/>
                <a:gd name="connsiteY1" fmla="*/ 1135518 h 1119116"/>
                <a:gd name="connsiteX2" fmla="*/ 1085598 w 2251880"/>
                <a:gd name="connsiteY2" fmla="*/ 1073345 h 1119116"/>
                <a:gd name="connsiteX3" fmla="*/ 1147771 w 2251880"/>
                <a:gd name="connsiteY3" fmla="*/ 1011172 h 1119116"/>
                <a:gd name="connsiteX4" fmla="*/ 1209944 w 2251880"/>
                <a:gd name="connsiteY4" fmla="*/ 1073345 h 1119116"/>
                <a:gd name="connsiteX0" fmla="*/ 1243320 w 2251880"/>
                <a:gd name="connsiteY0" fmla="*/ 1127227 h 1119116"/>
                <a:gd name="connsiteX1" fmla="*/ 1150060 w 2251880"/>
                <a:gd name="connsiteY1" fmla="*/ 1220487 h 1119116"/>
                <a:gd name="connsiteX2" fmla="*/ 1056800 w 2251880"/>
                <a:gd name="connsiteY2" fmla="*/ 1127227 h 1119116"/>
                <a:gd name="connsiteX3" fmla="*/ 1150060 w 2251880"/>
                <a:gd name="connsiteY3" fmla="*/ 1033967 h 1119116"/>
                <a:gd name="connsiteX4" fmla="*/ 1243320 w 2251880"/>
                <a:gd name="connsiteY4" fmla="*/ 1127227 h 1119116"/>
                <a:gd name="connsiteX0" fmla="*/ 4693 w 43200"/>
                <a:gd name="connsiteY0" fmla="*/ 26177 h 43200"/>
                <a:gd name="connsiteX1" fmla="*/ 2160 w 43200"/>
                <a:gd name="connsiteY1" fmla="*/ 25380 h 43200"/>
                <a:gd name="connsiteX2" fmla="*/ 6928 w 43200"/>
                <a:gd name="connsiteY2" fmla="*/ 34899 h 43200"/>
                <a:gd name="connsiteX3" fmla="*/ 5820 w 43200"/>
                <a:gd name="connsiteY3" fmla="*/ 35280 h 43200"/>
                <a:gd name="connsiteX4" fmla="*/ 16478 w 43200"/>
                <a:gd name="connsiteY4" fmla="*/ 39090 h 43200"/>
                <a:gd name="connsiteX5" fmla="*/ 15810 w 43200"/>
                <a:gd name="connsiteY5" fmla="*/ 37350 h 43200"/>
                <a:gd name="connsiteX6" fmla="*/ 28827 w 43200"/>
                <a:gd name="connsiteY6" fmla="*/ 34751 h 43200"/>
                <a:gd name="connsiteX7" fmla="*/ 28560 w 43200"/>
                <a:gd name="connsiteY7" fmla="*/ 36660 h 43200"/>
                <a:gd name="connsiteX8" fmla="*/ 34129 w 43200"/>
                <a:gd name="connsiteY8" fmla="*/ 22954 h 43200"/>
                <a:gd name="connsiteX9" fmla="*/ 37380 w 43200"/>
                <a:gd name="connsiteY9" fmla="*/ 30090 h 43200"/>
                <a:gd name="connsiteX10" fmla="*/ 41798 w 43200"/>
                <a:gd name="connsiteY10" fmla="*/ 15354 h 43200"/>
                <a:gd name="connsiteX11" fmla="*/ 40350 w 43200"/>
                <a:gd name="connsiteY11" fmla="*/ 18030 h 43200"/>
                <a:gd name="connsiteX12" fmla="*/ 38324 w 43200"/>
                <a:gd name="connsiteY12" fmla="*/ 5426 h 43200"/>
                <a:gd name="connsiteX13" fmla="*/ 38400 w 43200"/>
                <a:gd name="connsiteY13" fmla="*/ 6690 h 43200"/>
                <a:gd name="connsiteX14" fmla="*/ 29078 w 43200"/>
                <a:gd name="connsiteY14" fmla="*/ 3952 h 43200"/>
                <a:gd name="connsiteX15" fmla="*/ 29820 w 43200"/>
                <a:gd name="connsiteY15" fmla="*/ 2340 h 43200"/>
                <a:gd name="connsiteX16" fmla="*/ 22141 w 43200"/>
                <a:gd name="connsiteY16" fmla="*/ 4720 h 43200"/>
                <a:gd name="connsiteX17" fmla="*/ 22500 w 43200"/>
                <a:gd name="connsiteY17" fmla="*/ 3330 h 43200"/>
                <a:gd name="connsiteX18" fmla="*/ 14000 w 43200"/>
                <a:gd name="connsiteY18" fmla="*/ 5192 h 43200"/>
                <a:gd name="connsiteX19" fmla="*/ 15300 w 43200"/>
                <a:gd name="connsiteY19" fmla="*/ 6540 h 43200"/>
                <a:gd name="connsiteX20" fmla="*/ 4127 w 43200"/>
                <a:gd name="connsiteY20" fmla="*/ 15789 h 43200"/>
                <a:gd name="connsiteX21" fmla="*/ 3900 w 43200"/>
                <a:gd name="connsiteY21" fmla="*/ 14370 h 43200"/>
                <a:gd name="connsiteX0" fmla="*/ 3936 w 43256"/>
                <a:gd name="connsiteY0" fmla="*/ 14229 h 46972"/>
                <a:gd name="connsiteX1" fmla="*/ 5659 w 43256"/>
                <a:gd name="connsiteY1" fmla="*/ 6766 h 46972"/>
                <a:gd name="connsiteX2" fmla="*/ 14041 w 43256"/>
                <a:gd name="connsiteY2" fmla="*/ 5061 h 46972"/>
                <a:gd name="connsiteX3" fmla="*/ 22492 w 43256"/>
                <a:gd name="connsiteY3" fmla="*/ 3291 h 46972"/>
                <a:gd name="connsiteX4" fmla="*/ 25785 w 43256"/>
                <a:gd name="connsiteY4" fmla="*/ 59 h 46972"/>
                <a:gd name="connsiteX5" fmla="*/ 29869 w 43256"/>
                <a:gd name="connsiteY5" fmla="*/ 2340 h 46972"/>
                <a:gd name="connsiteX6" fmla="*/ 35499 w 43256"/>
                <a:gd name="connsiteY6" fmla="*/ 549 h 46972"/>
                <a:gd name="connsiteX7" fmla="*/ 38354 w 43256"/>
                <a:gd name="connsiteY7" fmla="*/ 5435 h 46972"/>
                <a:gd name="connsiteX8" fmla="*/ 42018 w 43256"/>
                <a:gd name="connsiteY8" fmla="*/ 10177 h 46972"/>
                <a:gd name="connsiteX9" fmla="*/ 41854 w 43256"/>
                <a:gd name="connsiteY9" fmla="*/ 15319 h 46972"/>
                <a:gd name="connsiteX10" fmla="*/ 43052 w 43256"/>
                <a:gd name="connsiteY10" fmla="*/ 23181 h 46972"/>
                <a:gd name="connsiteX11" fmla="*/ 37440 w 43256"/>
                <a:gd name="connsiteY11" fmla="*/ 30063 h 46972"/>
                <a:gd name="connsiteX12" fmla="*/ 35431 w 43256"/>
                <a:gd name="connsiteY12" fmla="*/ 35960 h 46972"/>
                <a:gd name="connsiteX13" fmla="*/ 28591 w 43256"/>
                <a:gd name="connsiteY13" fmla="*/ 36674 h 46972"/>
                <a:gd name="connsiteX14" fmla="*/ 23703 w 43256"/>
                <a:gd name="connsiteY14" fmla="*/ 42965 h 46972"/>
                <a:gd name="connsiteX15" fmla="*/ 16516 w 43256"/>
                <a:gd name="connsiteY15" fmla="*/ 39125 h 46972"/>
                <a:gd name="connsiteX16" fmla="*/ 5840 w 43256"/>
                <a:gd name="connsiteY16" fmla="*/ 35331 h 46972"/>
                <a:gd name="connsiteX17" fmla="*/ 1146 w 43256"/>
                <a:gd name="connsiteY17" fmla="*/ 31109 h 46972"/>
                <a:gd name="connsiteX18" fmla="*/ 2149 w 43256"/>
                <a:gd name="connsiteY18" fmla="*/ 25410 h 46972"/>
                <a:gd name="connsiteX19" fmla="*/ 31 w 43256"/>
                <a:gd name="connsiteY19" fmla="*/ 19563 h 46972"/>
                <a:gd name="connsiteX20" fmla="*/ 3899 w 43256"/>
                <a:gd name="connsiteY20" fmla="*/ 14366 h 46972"/>
                <a:gd name="connsiteX21" fmla="*/ 3936 w 43256"/>
                <a:gd name="connsiteY21" fmla="*/ 14229 h 46972"/>
                <a:gd name="connsiteX0" fmla="*/ 1149998 w 2254800"/>
                <a:gd name="connsiteY0" fmla="*/ 1046841 h 1216834"/>
                <a:gd name="connsiteX1" fmla="*/ 1149998 w 2254800"/>
                <a:gd name="connsiteY1" fmla="*/ 1109015 h 1216834"/>
                <a:gd name="connsiteX2" fmla="*/ 1118911 w 2254800"/>
                <a:gd name="connsiteY2" fmla="*/ 1077928 h 1216834"/>
                <a:gd name="connsiteX3" fmla="*/ 1149998 w 2254800"/>
                <a:gd name="connsiteY3" fmla="*/ 1046841 h 1216834"/>
                <a:gd name="connsiteX0" fmla="*/ 1211821 w 2254800"/>
                <a:gd name="connsiteY0" fmla="*/ 1069692 h 1216834"/>
                <a:gd name="connsiteX1" fmla="*/ 1149648 w 2254800"/>
                <a:gd name="connsiteY1" fmla="*/ 1131865 h 1216834"/>
                <a:gd name="connsiteX2" fmla="*/ 1087475 w 2254800"/>
                <a:gd name="connsiteY2" fmla="*/ 1069692 h 1216834"/>
                <a:gd name="connsiteX3" fmla="*/ 1149648 w 2254800"/>
                <a:gd name="connsiteY3" fmla="*/ 1007519 h 1216834"/>
                <a:gd name="connsiteX4" fmla="*/ 1211821 w 2254800"/>
                <a:gd name="connsiteY4" fmla="*/ 1069692 h 1216834"/>
                <a:gd name="connsiteX0" fmla="*/ 1245197 w 2254800"/>
                <a:gd name="connsiteY0" fmla="*/ 1123574 h 1216834"/>
                <a:gd name="connsiteX1" fmla="*/ 1151937 w 2254800"/>
                <a:gd name="connsiteY1" fmla="*/ 1216834 h 1216834"/>
                <a:gd name="connsiteX2" fmla="*/ 1058677 w 2254800"/>
                <a:gd name="connsiteY2" fmla="*/ 1123574 h 1216834"/>
                <a:gd name="connsiteX3" fmla="*/ 1151937 w 2254800"/>
                <a:gd name="connsiteY3" fmla="*/ 1030314 h 1216834"/>
                <a:gd name="connsiteX4" fmla="*/ 1245197 w 2254800"/>
                <a:gd name="connsiteY4" fmla="*/ 1123574 h 1216834"/>
                <a:gd name="connsiteX0" fmla="*/ 4729 w 43256"/>
                <a:gd name="connsiteY0" fmla="*/ 26036 h 46972"/>
                <a:gd name="connsiteX1" fmla="*/ 2196 w 43256"/>
                <a:gd name="connsiteY1" fmla="*/ 25239 h 46972"/>
                <a:gd name="connsiteX2" fmla="*/ 6964 w 43256"/>
                <a:gd name="connsiteY2" fmla="*/ 34758 h 46972"/>
                <a:gd name="connsiteX3" fmla="*/ 5856 w 43256"/>
                <a:gd name="connsiteY3" fmla="*/ 35139 h 46972"/>
                <a:gd name="connsiteX4" fmla="*/ 16514 w 43256"/>
                <a:gd name="connsiteY4" fmla="*/ 38949 h 46972"/>
                <a:gd name="connsiteX5" fmla="*/ 15846 w 43256"/>
                <a:gd name="connsiteY5" fmla="*/ 37209 h 46972"/>
                <a:gd name="connsiteX6" fmla="*/ 28863 w 43256"/>
                <a:gd name="connsiteY6" fmla="*/ 34610 h 46972"/>
                <a:gd name="connsiteX7" fmla="*/ 28596 w 43256"/>
                <a:gd name="connsiteY7" fmla="*/ 36519 h 46972"/>
                <a:gd name="connsiteX8" fmla="*/ 34165 w 43256"/>
                <a:gd name="connsiteY8" fmla="*/ 22813 h 46972"/>
                <a:gd name="connsiteX9" fmla="*/ 37416 w 43256"/>
                <a:gd name="connsiteY9" fmla="*/ 29949 h 46972"/>
                <a:gd name="connsiteX10" fmla="*/ 41834 w 43256"/>
                <a:gd name="connsiteY10" fmla="*/ 15213 h 46972"/>
                <a:gd name="connsiteX11" fmla="*/ 40386 w 43256"/>
                <a:gd name="connsiteY11" fmla="*/ 17889 h 46972"/>
                <a:gd name="connsiteX12" fmla="*/ 38360 w 43256"/>
                <a:gd name="connsiteY12" fmla="*/ 5285 h 46972"/>
                <a:gd name="connsiteX13" fmla="*/ 38436 w 43256"/>
                <a:gd name="connsiteY13" fmla="*/ 6549 h 46972"/>
                <a:gd name="connsiteX14" fmla="*/ 29114 w 43256"/>
                <a:gd name="connsiteY14" fmla="*/ 3811 h 46972"/>
                <a:gd name="connsiteX15" fmla="*/ 29856 w 43256"/>
                <a:gd name="connsiteY15" fmla="*/ 2199 h 46972"/>
                <a:gd name="connsiteX16" fmla="*/ 22177 w 43256"/>
                <a:gd name="connsiteY16" fmla="*/ 4579 h 46972"/>
                <a:gd name="connsiteX17" fmla="*/ 22536 w 43256"/>
                <a:gd name="connsiteY17" fmla="*/ 3189 h 46972"/>
                <a:gd name="connsiteX18" fmla="*/ 14036 w 43256"/>
                <a:gd name="connsiteY18" fmla="*/ 5051 h 46972"/>
                <a:gd name="connsiteX19" fmla="*/ 15336 w 43256"/>
                <a:gd name="connsiteY19" fmla="*/ 6399 h 46972"/>
                <a:gd name="connsiteX20" fmla="*/ 4163 w 43256"/>
                <a:gd name="connsiteY20" fmla="*/ 15648 h 46972"/>
                <a:gd name="connsiteX21" fmla="*/ 3936 w 43256"/>
                <a:gd name="connsiteY21" fmla="*/ 14229 h 46972"/>
                <a:gd name="connsiteX0" fmla="*/ 3936 w 43256"/>
                <a:gd name="connsiteY0" fmla="*/ 14229 h 46972"/>
                <a:gd name="connsiteX1" fmla="*/ 5659 w 43256"/>
                <a:gd name="connsiteY1" fmla="*/ 6766 h 46972"/>
                <a:gd name="connsiteX2" fmla="*/ 14041 w 43256"/>
                <a:gd name="connsiteY2" fmla="*/ 5061 h 46972"/>
                <a:gd name="connsiteX3" fmla="*/ 22492 w 43256"/>
                <a:gd name="connsiteY3" fmla="*/ 3291 h 46972"/>
                <a:gd name="connsiteX4" fmla="*/ 25785 w 43256"/>
                <a:gd name="connsiteY4" fmla="*/ 59 h 46972"/>
                <a:gd name="connsiteX5" fmla="*/ 29869 w 43256"/>
                <a:gd name="connsiteY5" fmla="*/ 2340 h 46972"/>
                <a:gd name="connsiteX6" fmla="*/ 35499 w 43256"/>
                <a:gd name="connsiteY6" fmla="*/ 549 h 46972"/>
                <a:gd name="connsiteX7" fmla="*/ 38354 w 43256"/>
                <a:gd name="connsiteY7" fmla="*/ 5435 h 46972"/>
                <a:gd name="connsiteX8" fmla="*/ 42018 w 43256"/>
                <a:gd name="connsiteY8" fmla="*/ 10177 h 46972"/>
                <a:gd name="connsiteX9" fmla="*/ 41854 w 43256"/>
                <a:gd name="connsiteY9" fmla="*/ 15319 h 46972"/>
                <a:gd name="connsiteX10" fmla="*/ 43052 w 43256"/>
                <a:gd name="connsiteY10" fmla="*/ 23181 h 46972"/>
                <a:gd name="connsiteX11" fmla="*/ 37440 w 43256"/>
                <a:gd name="connsiteY11" fmla="*/ 30063 h 46972"/>
                <a:gd name="connsiteX12" fmla="*/ 35431 w 43256"/>
                <a:gd name="connsiteY12" fmla="*/ 35960 h 46972"/>
                <a:gd name="connsiteX13" fmla="*/ 28591 w 43256"/>
                <a:gd name="connsiteY13" fmla="*/ 36674 h 46972"/>
                <a:gd name="connsiteX14" fmla="*/ 23703 w 43256"/>
                <a:gd name="connsiteY14" fmla="*/ 42965 h 46972"/>
                <a:gd name="connsiteX15" fmla="*/ 16516 w 43256"/>
                <a:gd name="connsiteY15" fmla="*/ 39125 h 46972"/>
                <a:gd name="connsiteX16" fmla="*/ 5840 w 43256"/>
                <a:gd name="connsiteY16" fmla="*/ 35331 h 46972"/>
                <a:gd name="connsiteX17" fmla="*/ 1146 w 43256"/>
                <a:gd name="connsiteY17" fmla="*/ 31109 h 46972"/>
                <a:gd name="connsiteX18" fmla="*/ 2149 w 43256"/>
                <a:gd name="connsiteY18" fmla="*/ 25410 h 46972"/>
                <a:gd name="connsiteX19" fmla="*/ 31 w 43256"/>
                <a:gd name="connsiteY19" fmla="*/ 19563 h 46972"/>
                <a:gd name="connsiteX20" fmla="*/ 3899 w 43256"/>
                <a:gd name="connsiteY20" fmla="*/ 14366 h 46972"/>
                <a:gd name="connsiteX21" fmla="*/ 3936 w 43256"/>
                <a:gd name="connsiteY21" fmla="*/ 14229 h 46972"/>
                <a:gd name="connsiteX0" fmla="*/ 1149998 w 2254800"/>
                <a:gd name="connsiteY0" fmla="*/ 1046841 h 1216834"/>
                <a:gd name="connsiteX1" fmla="*/ 1149998 w 2254800"/>
                <a:gd name="connsiteY1" fmla="*/ 1109015 h 1216834"/>
                <a:gd name="connsiteX2" fmla="*/ 1118911 w 2254800"/>
                <a:gd name="connsiteY2" fmla="*/ 1077928 h 1216834"/>
                <a:gd name="connsiteX3" fmla="*/ 1149998 w 2254800"/>
                <a:gd name="connsiteY3" fmla="*/ 1046841 h 1216834"/>
                <a:gd name="connsiteX0" fmla="*/ 1211821 w 2254800"/>
                <a:gd name="connsiteY0" fmla="*/ 1069692 h 1216834"/>
                <a:gd name="connsiteX1" fmla="*/ 1087475 w 2254800"/>
                <a:gd name="connsiteY1" fmla="*/ 1069692 h 1216834"/>
                <a:gd name="connsiteX2" fmla="*/ 1149648 w 2254800"/>
                <a:gd name="connsiteY2" fmla="*/ 1007519 h 1216834"/>
                <a:gd name="connsiteX3" fmla="*/ 1211821 w 2254800"/>
                <a:gd name="connsiteY3" fmla="*/ 1069692 h 1216834"/>
                <a:gd name="connsiteX0" fmla="*/ 1245197 w 2254800"/>
                <a:gd name="connsiteY0" fmla="*/ 1123574 h 1216834"/>
                <a:gd name="connsiteX1" fmla="*/ 1151937 w 2254800"/>
                <a:gd name="connsiteY1" fmla="*/ 1216834 h 1216834"/>
                <a:gd name="connsiteX2" fmla="*/ 1058677 w 2254800"/>
                <a:gd name="connsiteY2" fmla="*/ 1123574 h 1216834"/>
                <a:gd name="connsiteX3" fmla="*/ 1151937 w 2254800"/>
                <a:gd name="connsiteY3" fmla="*/ 1030314 h 1216834"/>
                <a:gd name="connsiteX4" fmla="*/ 1245197 w 2254800"/>
                <a:gd name="connsiteY4" fmla="*/ 1123574 h 1216834"/>
                <a:gd name="connsiteX0" fmla="*/ 4729 w 43256"/>
                <a:gd name="connsiteY0" fmla="*/ 26036 h 46972"/>
                <a:gd name="connsiteX1" fmla="*/ 2196 w 43256"/>
                <a:gd name="connsiteY1" fmla="*/ 25239 h 46972"/>
                <a:gd name="connsiteX2" fmla="*/ 6964 w 43256"/>
                <a:gd name="connsiteY2" fmla="*/ 34758 h 46972"/>
                <a:gd name="connsiteX3" fmla="*/ 5856 w 43256"/>
                <a:gd name="connsiteY3" fmla="*/ 35139 h 46972"/>
                <a:gd name="connsiteX4" fmla="*/ 16514 w 43256"/>
                <a:gd name="connsiteY4" fmla="*/ 38949 h 46972"/>
                <a:gd name="connsiteX5" fmla="*/ 15846 w 43256"/>
                <a:gd name="connsiteY5" fmla="*/ 37209 h 46972"/>
                <a:gd name="connsiteX6" fmla="*/ 28863 w 43256"/>
                <a:gd name="connsiteY6" fmla="*/ 34610 h 46972"/>
                <a:gd name="connsiteX7" fmla="*/ 28596 w 43256"/>
                <a:gd name="connsiteY7" fmla="*/ 36519 h 46972"/>
                <a:gd name="connsiteX8" fmla="*/ 34165 w 43256"/>
                <a:gd name="connsiteY8" fmla="*/ 22813 h 46972"/>
                <a:gd name="connsiteX9" fmla="*/ 37416 w 43256"/>
                <a:gd name="connsiteY9" fmla="*/ 29949 h 46972"/>
                <a:gd name="connsiteX10" fmla="*/ 41834 w 43256"/>
                <a:gd name="connsiteY10" fmla="*/ 15213 h 46972"/>
                <a:gd name="connsiteX11" fmla="*/ 40386 w 43256"/>
                <a:gd name="connsiteY11" fmla="*/ 17889 h 46972"/>
                <a:gd name="connsiteX12" fmla="*/ 38360 w 43256"/>
                <a:gd name="connsiteY12" fmla="*/ 5285 h 46972"/>
                <a:gd name="connsiteX13" fmla="*/ 38436 w 43256"/>
                <a:gd name="connsiteY13" fmla="*/ 6549 h 46972"/>
                <a:gd name="connsiteX14" fmla="*/ 29114 w 43256"/>
                <a:gd name="connsiteY14" fmla="*/ 3811 h 46972"/>
                <a:gd name="connsiteX15" fmla="*/ 29856 w 43256"/>
                <a:gd name="connsiteY15" fmla="*/ 2199 h 46972"/>
                <a:gd name="connsiteX16" fmla="*/ 22177 w 43256"/>
                <a:gd name="connsiteY16" fmla="*/ 4579 h 46972"/>
                <a:gd name="connsiteX17" fmla="*/ 22536 w 43256"/>
                <a:gd name="connsiteY17" fmla="*/ 3189 h 46972"/>
                <a:gd name="connsiteX18" fmla="*/ 14036 w 43256"/>
                <a:gd name="connsiteY18" fmla="*/ 5051 h 46972"/>
                <a:gd name="connsiteX19" fmla="*/ 15336 w 43256"/>
                <a:gd name="connsiteY19" fmla="*/ 6399 h 46972"/>
                <a:gd name="connsiteX20" fmla="*/ 4163 w 43256"/>
                <a:gd name="connsiteY20" fmla="*/ 15648 h 46972"/>
                <a:gd name="connsiteX21" fmla="*/ 3936 w 43256"/>
                <a:gd name="connsiteY21" fmla="*/ 14229 h 46972"/>
                <a:gd name="connsiteX0" fmla="*/ 3936 w 43256"/>
                <a:gd name="connsiteY0" fmla="*/ 14229 h 46972"/>
                <a:gd name="connsiteX1" fmla="*/ 5659 w 43256"/>
                <a:gd name="connsiteY1" fmla="*/ 6766 h 46972"/>
                <a:gd name="connsiteX2" fmla="*/ 14041 w 43256"/>
                <a:gd name="connsiteY2" fmla="*/ 5061 h 46972"/>
                <a:gd name="connsiteX3" fmla="*/ 22492 w 43256"/>
                <a:gd name="connsiteY3" fmla="*/ 3291 h 46972"/>
                <a:gd name="connsiteX4" fmla="*/ 25785 w 43256"/>
                <a:gd name="connsiteY4" fmla="*/ 59 h 46972"/>
                <a:gd name="connsiteX5" fmla="*/ 29869 w 43256"/>
                <a:gd name="connsiteY5" fmla="*/ 2340 h 46972"/>
                <a:gd name="connsiteX6" fmla="*/ 35499 w 43256"/>
                <a:gd name="connsiteY6" fmla="*/ 549 h 46972"/>
                <a:gd name="connsiteX7" fmla="*/ 38354 w 43256"/>
                <a:gd name="connsiteY7" fmla="*/ 5435 h 46972"/>
                <a:gd name="connsiteX8" fmla="*/ 42018 w 43256"/>
                <a:gd name="connsiteY8" fmla="*/ 10177 h 46972"/>
                <a:gd name="connsiteX9" fmla="*/ 41854 w 43256"/>
                <a:gd name="connsiteY9" fmla="*/ 15319 h 46972"/>
                <a:gd name="connsiteX10" fmla="*/ 43052 w 43256"/>
                <a:gd name="connsiteY10" fmla="*/ 23181 h 46972"/>
                <a:gd name="connsiteX11" fmla="*/ 37440 w 43256"/>
                <a:gd name="connsiteY11" fmla="*/ 30063 h 46972"/>
                <a:gd name="connsiteX12" fmla="*/ 35431 w 43256"/>
                <a:gd name="connsiteY12" fmla="*/ 35960 h 46972"/>
                <a:gd name="connsiteX13" fmla="*/ 28591 w 43256"/>
                <a:gd name="connsiteY13" fmla="*/ 36674 h 46972"/>
                <a:gd name="connsiteX14" fmla="*/ 23703 w 43256"/>
                <a:gd name="connsiteY14" fmla="*/ 42965 h 46972"/>
                <a:gd name="connsiteX15" fmla="*/ 16516 w 43256"/>
                <a:gd name="connsiteY15" fmla="*/ 39125 h 46972"/>
                <a:gd name="connsiteX16" fmla="*/ 5840 w 43256"/>
                <a:gd name="connsiteY16" fmla="*/ 35331 h 46972"/>
                <a:gd name="connsiteX17" fmla="*/ 1146 w 43256"/>
                <a:gd name="connsiteY17" fmla="*/ 31109 h 46972"/>
                <a:gd name="connsiteX18" fmla="*/ 2149 w 43256"/>
                <a:gd name="connsiteY18" fmla="*/ 25410 h 46972"/>
                <a:gd name="connsiteX19" fmla="*/ 31 w 43256"/>
                <a:gd name="connsiteY19" fmla="*/ 19563 h 46972"/>
                <a:gd name="connsiteX20" fmla="*/ 3899 w 43256"/>
                <a:gd name="connsiteY20" fmla="*/ 14366 h 46972"/>
                <a:gd name="connsiteX21" fmla="*/ 3936 w 43256"/>
                <a:gd name="connsiteY21" fmla="*/ 14229 h 46972"/>
                <a:gd name="connsiteX0" fmla="*/ 1149998 w 2254800"/>
                <a:gd name="connsiteY0" fmla="*/ 1046841 h 1216834"/>
                <a:gd name="connsiteX1" fmla="*/ 1149998 w 2254800"/>
                <a:gd name="connsiteY1" fmla="*/ 1109015 h 1216834"/>
                <a:gd name="connsiteX2" fmla="*/ 1118911 w 2254800"/>
                <a:gd name="connsiteY2" fmla="*/ 1077928 h 1216834"/>
                <a:gd name="connsiteX3" fmla="*/ 1149998 w 2254800"/>
                <a:gd name="connsiteY3" fmla="*/ 1046841 h 1216834"/>
                <a:gd name="connsiteX0" fmla="*/ 1149648 w 2254800"/>
                <a:gd name="connsiteY0" fmla="*/ 1007519 h 1216834"/>
                <a:gd name="connsiteX1" fmla="*/ 1087475 w 2254800"/>
                <a:gd name="connsiteY1" fmla="*/ 1069692 h 1216834"/>
                <a:gd name="connsiteX2" fmla="*/ 1149648 w 2254800"/>
                <a:gd name="connsiteY2" fmla="*/ 1007519 h 1216834"/>
                <a:gd name="connsiteX0" fmla="*/ 1245197 w 2254800"/>
                <a:gd name="connsiteY0" fmla="*/ 1123574 h 1216834"/>
                <a:gd name="connsiteX1" fmla="*/ 1151937 w 2254800"/>
                <a:gd name="connsiteY1" fmla="*/ 1216834 h 1216834"/>
                <a:gd name="connsiteX2" fmla="*/ 1058677 w 2254800"/>
                <a:gd name="connsiteY2" fmla="*/ 1123574 h 1216834"/>
                <a:gd name="connsiteX3" fmla="*/ 1151937 w 2254800"/>
                <a:gd name="connsiteY3" fmla="*/ 1030314 h 1216834"/>
                <a:gd name="connsiteX4" fmla="*/ 1245197 w 2254800"/>
                <a:gd name="connsiteY4" fmla="*/ 1123574 h 1216834"/>
                <a:gd name="connsiteX0" fmla="*/ 4729 w 43256"/>
                <a:gd name="connsiteY0" fmla="*/ 26036 h 46972"/>
                <a:gd name="connsiteX1" fmla="*/ 2196 w 43256"/>
                <a:gd name="connsiteY1" fmla="*/ 25239 h 46972"/>
                <a:gd name="connsiteX2" fmla="*/ 6964 w 43256"/>
                <a:gd name="connsiteY2" fmla="*/ 34758 h 46972"/>
                <a:gd name="connsiteX3" fmla="*/ 5856 w 43256"/>
                <a:gd name="connsiteY3" fmla="*/ 35139 h 46972"/>
                <a:gd name="connsiteX4" fmla="*/ 16514 w 43256"/>
                <a:gd name="connsiteY4" fmla="*/ 38949 h 46972"/>
                <a:gd name="connsiteX5" fmla="*/ 15846 w 43256"/>
                <a:gd name="connsiteY5" fmla="*/ 37209 h 46972"/>
                <a:gd name="connsiteX6" fmla="*/ 28863 w 43256"/>
                <a:gd name="connsiteY6" fmla="*/ 34610 h 46972"/>
                <a:gd name="connsiteX7" fmla="*/ 28596 w 43256"/>
                <a:gd name="connsiteY7" fmla="*/ 36519 h 46972"/>
                <a:gd name="connsiteX8" fmla="*/ 34165 w 43256"/>
                <a:gd name="connsiteY8" fmla="*/ 22813 h 46972"/>
                <a:gd name="connsiteX9" fmla="*/ 37416 w 43256"/>
                <a:gd name="connsiteY9" fmla="*/ 29949 h 46972"/>
                <a:gd name="connsiteX10" fmla="*/ 41834 w 43256"/>
                <a:gd name="connsiteY10" fmla="*/ 15213 h 46972"/>
                <a:gd name="connsiteX11" fmla="*/ 40386 w 43256"/>
                <a:gd name="connsiteY11" fmla="*/ 17889 h 46972"/>
                <a:gd name="connsiteX12" fmla="*/ 38360 w 43256"/>
                <a:gd name="connsiteY12" fmla="*/ 5285 h 46972"/>
                <a:gd name="connsiteX13" fmla="*/ 38436 w 43256"/>
                <a:gd name="connsiteY13" fmla="*/ 6549 h 46972"/>
                <a:gd name="connsiteX14" fmla="*/ 29114 w 43256"/>
                <a:gd name="connsiteY14" fmla="*/ 3811 h 46972"/>
                <a:gd name="connsiteX15" fmla="*/ 29856 w 43256"/>
                <a:gd name="connsiteY15" fmla="*/ 2199 h 46972"/>
                <a:gd name="connsiteX16" fmla="*/ 22177 w 43256"/>
                <a:gd name="connsiteY16" fmla="*/ 4579 h 46972"/>
                <a:gd name="connsiteX17" fmla="*/ 22536 w 43256"/>
                <a:gd name="connsiteY17" fmla="*/ 3189 h 46972"/>
                <a:gd name="connsiteX18" fmla="*/ 14036 w 43256"/>
                <a:gd name="connsiteY18" fmla="*/ 5051 h 46972"/>
                <a:gd name="connsiteX19" fmla="*/ 15336 w 43256"/>
                <a:gd name="connsiteY19" fmla="*/ 6399 h 46972"/>
                <a:gd name="connsiteX20" fmla="*/ 4163 w 43256"/>
                <a:gd name="connsiteY20" fmla="*/ 15648 h 46972"/>
                <a:gd name="connsiteX21" fmla="*/ 3936 w 43256"/>
                <a:gd name="connsiteY21" fmla="*/ 14229 h 46972"/>
                <a:gd name="connsiteX0" fmla="*/ 3936 w 43256"/>
                <a:gd name="connsiteY0" fmla="*/ 14229 h 47072"/>
                <a:gd name="connsiteX1" fmla="*/ 5659 w 43256"/>
                <a:gd name="connsiteY1" fmla="*/ 6766 h 47072"/>
                <a:gd name="connsiteX2" fmla="*/ 14041 w 43256"/>
                <a:gd name="connsiteY2" fmla="*/ 5061 h 47072"/>
                <a:gd name="connsiteX3" fmla="*/ 22492 w 43256"/>
                <a:gd name="connsiteY3" fmla="*/ 3291 h 47072"/>
                <a:gd name="connsiteX4" fmla="*/ 25785 w 43256"/>
                <a:gd name="connsiteY4" fmla="*/ 59 h 47072"/>
                <a:gd name="connsiteX5" fmla="*/ 29869 w 43256"/>
                <a:gd name="connsiteY5" fmla="*/ 2340 h 47072"/>
                <a:gd name="connsiteX6" fmla="*/ 35499 w 43256"/>
                <a:gd name="connsiteY6" fmla="*/ 549 h 47072"/>
                <a:gd name="connsiteX7" fmla="*/ 38354 w 43256"/>
                <a:gd name="connsiteY7" fmla="*/ 5435 h 47072"/>
                <a:gd name="connsiteX8" fmla="*/ 42018 w 43256"/>
                <a:gd name="connsiteY8" fmla="*/ 10177 h 47072"/>
                <a:gd name="connsiteX9" fmla="*/ 41854 w 43256"/>
                <a:gd name="connsiteY9" fmla="*/ 15319 h 47072"/>
                <a:gd name="connsiteX10" fmla="*/ 43052 w 43256"/>
                <a:gd name="connsiteY10" fmla="*/ 23181 h 47072"/>
                <a:gd name="connsiteX11" fmla="*/ 37440 w 43256"/>
                <a:gd name="connsiteY11" fmla="*/ 30063 h 47072"/>
                <a:gd name="connsiteX12" fmla="*/ 35431 w 43256"/>
                <a:gd name="connsiteY12" fmla="*/ 35960 h 47072"/>
                <a:gd name="connsiteX13" fmla="*/ 28591 w 43256"/>
                <a:gd name="connsiteY13" fmla="*/ 36674 h 47072"/>
                <a:gd name="connsiteX14" fmla="*/ 23703 w 43256"/>
                <a:gd name="connsiteY14" fmla="*/ 42965 h 47072"/>
                <a:gd name="connsiteX15" fmla="*/ 16516 w 43256"/>
                <a:gd name="connsiteY15" fmla="*/ 39125 h 47072"/>
                <a:gd name="connsiteX16" fmla="*/ 5840 w 43256"/>
                <a:gd name="connsiteY16" fmla="*/ 35331 h 47072"/>
                <a:gd name="connsiteX17" fmla="*/ 1146 w 43256"/>
                <a:gd name="connsiteY17" fmla="*/ 31109 h 47072"/>
                <a:gd name="connsiteX18" fmla="*/ 2149 w 43256"/>
                <a:gd name="connsiteY18" fmla="*/ 25410 h 47072"/>
                <a:gd name="connsiteX19" fmla="*/ 31 w 43256"/>
                <a:gd name="connsiteY19" fmla="*/ 19563 h 47072"/>
                <a:gd name="connsiteX20" fmla="*/ 3899 w 43256"/>
                <a:gd name="connsiteY20" fmla="*/ 14366 h 47072"/>
                <a:gd name="connsiteX21" fmla="*/ 3936 w 43256"/>
                <a:gd name="connsiteY21" fmla="*/ 14229 h 47072"/>
                <a:gd name="connsiteX0" fmla="*/ 1149998 w 2254800"/>
                <a:gd name="connsiteY0" fmla="*/ 1046841 h 1219426"/>
                <a:gd name="connsiteX1" fmla="*/ 1149998 w 2254800"/>
                <a:gd name="connsiteY1" fmla="*/ 1109015 h 1219426"/>
                <a:gd name="connsiteX2" fmla="*/ 1118911 w 2254800"/>
                <a:gd name="connsiteY2" fmla="*/ 1077928 h 1219426"/>
                <a:gd name="connsiteX3" fmla="*/ 1149998 w 2254800"/>
                <a:gd name="connsiteY3" fmla="*/ 1046841 h 1219426"/>
                <a:gd name="connsiteX0" fmla="*/ 1149648 w 2254800"/>
                <a:gd name="connsiteY0" fmla="*/ 1007519 h 1219426"/>
                <a:gd name="connsiteX1" fmla="*/ 1087475 w 2254800"/>
                <a:gd name="connsiteY1" fmla="*/ 1069692 h 1219426"/>
                <a:gd name="connsiteX2" fmla="*/ 1149648 w 2254800"/>
                <a:gd name="connsiteY2" fmla="*/ 1007519 h 1219426"/>
                <a:gd name="connsiteX0" fmla="*/ 1245197 w 2254800"/>
                <a:gd name="connsiteY0" fmla="*/ 1123574 h 1219426"/>
                <a:gd name="connsiteX1" fmla="*/ 1151937 w 2254800"/>
                <a:gd name="connsiteY1" fmla="*/ 1216834 h 1219426"/>
                <a:gd name="connsiteX2" fmla="*/ 1151937 w 2254800"/>
                <a:gd name="connsiteY2" fmla="*/ 1030314 h 1219426"/>
                <a:gd name="connsiteX3" fmla="*/ 1245197 w 2254800"/>
                <a:gd name="connsiteY3" fmla="*/ 1123574 h 1219426"/>
                <a:gd name="connsiteX0" fmla="*/ 4729 w 43256"/>
                <a:gd name="connsiteY0" fmla="*/ 26036 h 47072"/>
                <a:gd name="connsiteX1" fmla="*/ 2196 w 43256"/>
                <a:gd name="connsiteY1" fmla="*/ 25239 h 47072"/>
                <a:gd name="connsiteX2" fmla="*/ 6964 w 43256"/>
                <a:gd name="connsiteY2" fmla="*/ 34758 h 47072"/>
                <a:gd name="connsiteX3" fmla="*/ 5856 w 43256"/>
                <a:gd name="connsiteY3" fmla="*/ 35139 h 47072"/>
                <a:gd name="connsiteX4" fmla="*/ 16514 w 43256"/>
                <a:gd name="connsiteY4" fmla="*/ 38949 h 47072"/>
                <a:gd name="connsiteX5" fmla="*/ 15846 w 43256"/>
                <a:gd name="connsiteY5" fmla="*/ 37209 h 47072"/>
                <a:gd name="connsiteX6" fmla="*/ 28863 w 43256"/>
                <a:gd name="connsiteY6" fmla="*/ 34610 h 47072"/>
                <a:gd name="connsiteX7" fmla="*/ 28596 w 43256"/>
                <a:gd name="connsiteY7" fmla="*/ 36519 h 47072"/>
                <a:gd name="connsiteX8" fmla="*/ 34165 w 43256"/>
                <a:gd name="connsiteY8" fmla="*/ 22813 h 47072"/>
                <a:gd name="connsiteX9" fmla="*/ 37416 w 43256"/>
                <a:gd name="connsiteY9" fmla="*/ 29949 h 47072"/>
                <a:gd name="connsiteX10" fmla="*/ 41834 w 43256"/>
                <a:gd name="connsiteY10" fmla="*/ 15213 h 47072"/>
                <a:gd name="connsiteX11" fmla="*/ 40386 w 43256"/>
                <a:gd name="connsiteY11" fmla="*/ 17889 h 47072"/>
                <a:gd name="connsiteX12" fmla="*/ 38360 w 43256"/>
                <a:gd name="connsiteY12" fmla="*/ 5285 h 47072"/>
                <a:gd name="connsiteX13" fmla="*/ 38436 w 43256"/>
                <a:gd name="connsiteY13" fmla="*/ 6549 h 47072"/>
                <a:gd name="connsiteX14" fmla="*/ 29114 w 43256"/>
                <a:gd name="connsiteY14" fmla="*/ 3811 h 47072"/>
                <a:gd name="connsiteX15" fmla="*/ 29856 w 43256"/>
                <a:gd name="connsiteY15" fmla="*/ 2199 h 47072"/>
                <a:gd name="connsiteX16" fmla="*/ 22177 w 43256"/>
                <a:gd name="connsiteY16" fmla="*/ 4579 h 47072"/>
                <a:gd name="connsiteX17" fmla="*/ 22536 w 43256"/>
                <a:gd name="connsiteY17" fmla="*/ 3189 h 47072"/>
                <a:gd name="connsiteX18" fmla="*/ 14036 w 43256"/>
                <a:gd name="connsiteY18" fmla="*/ 5051 h 47072"/>
                <a:gd name="connsiteX19" fmla="*/ 15336 w 43256"/>
                <a:gd name="connsiteY19" fmla="*/ 6399 h 47072"/>
                <a:gd name="connsiteX20" fmla="*/ 4163 w 43256"/>
                <a:gd name="connsiteY20" fmla="*/ 15648 h 47072"/>
                <a:gd name="connsiteX21" fmla="*/ 3936 w 43256"/>
                <a:gd name="connsiteY21" fmla="*/ 14229 h 470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149998 w 2254800"/>
                <a:gd name="connsiteY0" fmla="*/ 1046841 h 1123574"/>
                <a:gd name="connsiteX1" fmla="*/ 1149998 w 2254800"/>
                <a:gd name="connsiteY1" fmla="*/ 1109015 h 1123574"/>
                <a:gd name="connsiteX2" fmla="*/ 1118911 w 2254800"/>
                <a:gd name="connsiteY2" fmla="*/ 1077928 h 1123574"/>
                <a:gd name="connsiteX3" fmla="*/ 1149998 w 2254800"/>
                <a:gd name="connsiteY3" fmla="*/ 1046841 h 1123574"/>
                <a:gd name="connsiteX0" fmla="*/ 1149648 w 2254800"/>
                <a:gd name="connsiteY0" fmla="*/ 1007519 h 1123574"/>
                <a:gd name="connsiteX1" fmla="*/ 1087475 w 2254800"/>
                <a:gd name="connsiteY1" fmla="*/ 1069692 h 1123574"/>
                <a:gd name="connsiteX2" fmla="*/ 1149648 w 2254800"/>
                <a:gd name="connsiteY2" fmla="*/ 10075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149998 w 2254800"/>
                <a:gd name="connsiteY0" fmla="*/ 1046841 h 1123574"/>
                <a:gd name="connsiteX1" fmla="*/ 1118911 w 2254800"/>
                <a:gd name="connsiteY1" fmla="*/ 1077928 h 1123574"/>
                <a:gd name="connsiteX2" fmla="*/ 1149998 w 2254800"/>
                <a:gd name="connsiteY2" fmla="*/ 1046841 h 1123574"/>
                <a:gd name="connsiteX0" fmla="*/ 1149648 w 2254800"/>
                <a:gd name="connsiteY0" fmla="*/ 1007519 h 1123574"/>
                <a:gd name="connsiteX1" fmla="*/ 1087475 w 2254800"/>
                <a:gd name="connsiteY1" fmla="*/ 1069692 h 1123574"/>
                <a:gd name="connsiteX2" fmla="*/ 1149648 w 2254800"/>
                <a:gd name="connsiteY2" fmla="*/ 10075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149998 w 2254800"/>
                <a:gd name="connsiteY0" fmla="*/ 1046841 h 1123574"/>
                <a:gd name="connsiteX1" fmla="*/ 1118911 w 2254800"/>
                <a:gd name="connsiteY1" fmla="*/ 1077928 h 1123574"/>
                <a:gd name="connsiteX2" fmla="*/ 1149998 w 2254800"/>
                <a:gd name="connsiteY2" fmla="*/ 1046841 h 1123574"/>
                <a:gd name="connsiteX0" fmla="*/ 1149648 w 2254800"/>
                <a:gd name="connsiteY0" fmla="*/ 1007519 h 1123574"/>
                <a:gd name="connsiteX1" fmla="*/ 1087475 w 2254800"/>
                <a:gd name="connsiteY1" fmla="*/ 1069692 h 1123574"/>
                <a:gd name="connsiteX2" fmla="*/ 1149648 w 2254800"/>
                <a:gd name="connsiteY2" fmla="*/ 10075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149998 w 2254800"/>
                <a:gd name="connsiteY0" fmla="*/ 1046841 h 1123574"/>
                <a:gd name="connsiteX1" fmla="*/ 1118911 w 2254800"/>
                <a:gd name="connsiteY1" fmla="*/ 1077928 h 1123574"/>
                <a:gd name="connsiteX2" fmla="*/ 1149998 w 2254800"/>
                <a:gd name="connsiteY2" fmla="*/ 1046841 h 1123574"/>
                <a:gd name="connsiteX0" fmla="*/ 1149648 w 2254800"/>
                <a:gd name="connsiteY0" fmla="*/ 1007519 h 1123574"/>
                <a:gd name="connsiteX1" fmla="*/ 1087475 w 2254800"/>
                <a:gd name="connsiteY1" fmla="*/ 1069692 h 1123574"/>
                <a:gd name="connsiteX2" fmla="*/ 1149648 w 2254800"/>
                <a:gd name="connsiteY2" fmla="*/ 10075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223817 w 2254800"/>
                <a:gd name="connsiteY0" fmla="*/ 1103991 h 1123574"/>
                <a:gd name="connsiteX1" fmla="*/ 1118911 w 2254800"/>
                <a:gd name="connsiteY1" fmla="*/ 1077928 h 1123574"/>
                <a:gd name="connsiteX2" fmla="*/ 1223817 w 2254800"/>
                <a:gd name="connsiteY2" fmla="*/ 1103991 h 1123574"/>
                <a:gd name="connsiteX0" fmla="*/ 1149648 w 2254800"/>
                <a:gd name="connsiteY0" fmla="*/ 1007519 h 1123574"/>
                <a:gd name="connsiteX1" fmla="*/ 1087475 w 2254800"/>
                <a:gd name="connsiteY1" fmla="*/ 1069692 h 1123574"/>
                <a:gd name="connsiteX2" fmla="*/ 1149648 w 2254800"/>
                <a:gd name="connsiteY2" fmla="*/ 10075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8345"/>
                <a:gd name="connsiteX1" fmla="*/ 5659 w 43256"/>
                <a:gd name="connsiteY1" fmla="*/ 6766 h 48345"/>
                <a:gd name="connsiteX2" fmla="*/ 14041 w 43256"/>
                <a:gd name="connsiteY2" fmla="*/ 5061 h 48345"/>
                <a:gd name="connsiteX3" fmla="*/ 22492 w 43256"/>
                <a:gd name="connsiteY3" fmla="*/ 3291 h 48345"/>
                <a:gd name="connsiteX4" fmla="*/ 25785 w 43256"/>
                <a:gd name="connsiteY4" fmla="*/ 59 h 48345"/>
                <a:gd name="connsiteX5" fmla="*/ 29869 w 43256"/>
                <a:gd name="connsiteY5" fmla="*/ 2340 h 48345"/>
                <a:gd name="connsiteX6" fmla="*/ 35499 w 43256"/>
                <a:gd name="connsiteY6" fmla="*/ 549 h 48345"/>
                <a:gd name="connsiteX7" fmla="*/ 38354 w 43256"/>
                <a:gd name="connsiteY7" fmla="*/ 5435 h 48345"/>
                <a:gd name="connsiteX8" fmla="*/ 42018 w 43256"/>
                <a:gd name="connsiteY8" fmla="*/ 10177 h 48345"/>
                <a:gd name="connsiteX9" fmla="*/ 41854 w 43256"/>
                <a:gd name="connsiteY9" fmla="*/ 15319 h 48345"/>
                <a:gd name="connsiteX10" fmla="*/ 43052 w 43256"/>
                <a:gd name="connsiteY10" fmla="*/ 23181 h 48345"/>
                <a:gd name="connsiteX11" fmla="*/ 37440 w 43256"/>
                <a:gd name="connsiteY11" fmla="*/ 30063 h 48345"/>
                <a:gd name="connsiteX12" fmla="*/ 35431 w 43256"/>
                <a:gd name="connsiteY12" fmla="*/ 35960 h 48345"/>
                <a:gd name="connsiteX13" fmla="*/ 28591 w 43256"/>
                <a:gd name="connsiteY13" fmla="*/ 36674 h 48345"/>
                <a:gd name="connsiteX14" fmla="*/ 23703 w 43256"/>
                <a:gd name="connsiteY14" fmla="*/ 42965 h 48345"/>
                <a:gd name="connsiteX15" fmla="*/ 16516 w 43256"/>
                <a:gd name="connsiteY15" fmla="*/ 39125 h 48345"/>
                <a:gd name="connsiteX16" fmla="*/ 5840 w 43256"/>
                <a:gd name="connsiteY16" fmla="*/ 35331 h 48345"/>
                <a:gd name="connsiteX17" fmla="*/ 1146 w 43256"/>
                <a:gd name="connsiteY17" fmla="*/ 31109 h 48345"/>
                <a:gd name="connsiteX18" fmla="*/ 2149 w 43256"/>
                <a:gd name="connsiteY18" fmla="*/ 25410 h 48345"/>
                <a:gd name="connsiteX19" fmla="*/ 31 w 43256"/>
                <a:gd name="connsiteY19" fmla="*/ 19563 h 48345"/>
                <a:gd name="connsiteX20" fmla="*/ 3899 w 43256"/>
                <a:gd name="connsiteY20" fmla="*/ 14366 h 48345"/>
                <a:gd name="connsiteX21" fmla="*/ 3936 w 43256"/>
                <a:gd name="connsiteY21" fmla="*/ 14229 h 48345"/>
                <a:gd name="connsiteX0" fmla="*/ 1223817 w 2254800"/>
                <a:gd name="connsiteY0" fmla="*/ 1103991 h 1252397"/>
                <a:gd name="connsiteX1" fmla="*/ 1118911 w 2254800"/>
                <a:gd name="connsiteY1" fmla="*/ 1077928 h 1252397"/>
                <a:gd name="connsiteX2" fmla="*/ 1223817 w 2254800"/>
                <a:gd name="connsiteY2" fmla="*/ 1103991 h 1252397"/>
                <a:gd name="connsiteX0" fmla="*/ 1149648 w 2254800"/>
                <a:gd name="connsiteY0" fmla="*/ 1007519 h 1252397"/>
                <a:gd name="connsiteX1" fmla="*/ 1087475 w 2254800"/>
                <a:gd name="connsiteY1" fmla="*/ 1069692 h 1252397"/>
                <a:gd name="connsiteX2" fmla="*/ 1149648 w 2254800"/>
                <a:gd name="connsiteY2" fmla="*/ 1007519 h 1252397"/>
                <a:gd name="connsiteX0" fmla="*/ 1245197 w 2254800"/>
                <a:gd name="connsiteY0" fmla="*/ 1123574 h 1252397"/>
                <a:gd name="connsiteX1" fmla="*/ 1151937 w 2254800"/>
                <a:gd name="connsiteY1" fmla="*/ 1030314 h 1252397"/>
                <a:gd name="connsiteX2" fmla="*/ 1245197 w 2254800"/>
                <a:gd name="connsiteY2" fmla="*/ 1123574 h 1252397"/>
                <a:gd name="connsiteX0" fmla="*/ 4729 w 43256"/>
                <a:gd name="connsiteY0" fmla="*/ 26036 h 48345"/>
                <a:gd name="connsiteX1" fmla="*/ 2196 w 43256"/>
                <a:gd name="connsiteY1" fmla="*/ 25239 h 48345"/>
                <a:gd name="connsiteX2" fmla="*/ 6964 w 43256"/>
                <a:gd name="connsiteY2" fmla="*/ 34758 h 48345"/>
                <a:gd name="connsiteX3" fmla="*/ 5856 w 43256"/>
                <a:gd name="connsiteY3" fmla="*/ 35139 h 48345"/>
                <a:gd name="connsiteX4" fmla="*/ 16514 w 43256"/>
                <a:gd name="connsiteY4" fmla="*/ 38949 h 48345"/>
                <a:gd name="connsiteX5" fmla="*/ 15846 w 43256"/>
                <a:gd name="connsiteY5" fmla="*/ 37209 h 48345"/>
                <a:gd name="connsiteX6" fmla="*/ 28863 w 43256"/>
                <a:gd name="connsiteY6" fmla="*/ 34610 h 48345"/>
                <a:gd name="connsiteX7" fmla="*/ 28596 w 43256"/>
                <a:gd name="connsiteY7" fmla="*/ 36519 h 48345"/>
                <a:gd name="connsiteX8" fmla="*/ 34165 w 43256"/>
                <a:gd name="connsiteY8" fmla="*/ 22813 h 48345"/>
                <a:gd name="connsiteX9" fmla="*/ 37416 w 43256"/>
                <a:gd name="connsiteY9" fmla="*/ 29949 h 48345"/>
                <a:gd name="connsiteX10" fmla="*/ 41834 w 43256"/>
                <a:gd name="connsiteY10" fmla="*/ 15213 h 48345"/>
                <a:gd name="connsiteX11" fmla="*/ 40386 w 43256"/>
                <a:gd name="connsiteY11" fmla="*/ 17889 h 48345"/>
                <a:gd name="connsiteX12" fmla="*/ 38360 w 43256"/>
                <a:gd name="connsiteY12" fmla="*/ 5285 h 48345"/>
                <a:gd name="connsiteX13" fmla="*/ 38436 w 43256"/>
                <a:gd name="connsiteY13" fmla="*/ 6549 h 48345"/>
                <a:gd name="connsiteX14" fmla="*/ 29114 w 43256"/>
                <a:gd name="connsiteY14" fmla="*/ 3811 h 48345"/>
                <a:gd name="connsiteX15" fmla="*/ 29856 w 43256"/>
                <a:gd name="connsiteY15" fmla="*/ 2199 h 48345"/>
                <a:gd name="connsiteX16" fmla="*/ 22177 w 43256"/>
                <a:gd name="connsiteY16" fmla="*/ 4579 h 48345"/>
                <a:gd name="connsiteX17" fmla="*/ 22536 w 43256"/>
                <a:gd name="connsiteY17" fmla="*/ 3189 h 48345"/>
                <a:gd name="connsiteX18" fmla="*/ 14036 w 43256"/>
                <a:gd name="connsiteY18" fmla="*/ 5051 h 48345"/>
                <a:gd name="connsiteX19" fmla="*/ 15336 w 43256"/>
                <a:gd name="connsiteY19" fmla="*/ 6399 h 48345"/>
                <a:gd name="connsiteX20" fmla="*/ 4163 w 43256"/>
                <a:gd name="connsiteY20" fmla="*/ 15648 h 48345"/>
                <a:gd name="connsiteX21" fmla="*/ 3936 w 43256"/>
                <a:gd name="connsiteY21" fmla="*/ 14229 h 48345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097611 w 2254800"/>
                <a:gd name="connsiteY0" fmla="*/ 582497 h 1123574"/>
                <a:gd name="connsiteX1" fmla="*/ 1118911 w 2254800"/>
                <a:gd name="connsiteY1" fmla="*/ 1077928 h 1123574"/>
                <a:gd name="connsiteX2" fmla="*/ 1097611 w 2254800"/>
                <a:gd name="connsiteY2" fmla="*/ 582497 h 1123574"/>
                <a:gd name="connsiteX0" fmla="*/ 1149648 w 2254800"/>
                <a:gd name="connsiteY0" fmla="*/ 1007519 h 1123574"/>
                <a:gd name="connsiteX1" fmla="*/ 1087475 w 2254800"/>
                <a:gd name="connsiteY1" fmla="*/ 1069692 h 1123574"/>
                <a:gd name="connsiteX2" fmla="*/ 1149648 w 2254800"/>
                <a:gd name="connsiteY2" fmla="*/ 10075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097611 w 2254800"/>
                <a:gd name="connsiteY0" fmla="*/ 582497 h 1123574"/>
                <a:gd name="connsiteX1" fmla="*/ 1276073 w 2254800"/>
                <a:gd name="connsiteY1" fmla="*/ 637397 h 1123574"/>
                <a:gd name="connsiteX2" fmla="*/ 1097611 w 2254800"/>
                <a:gd name="connsiteY2" fmla="*/ 582497 h 1123574"/>
                <a:gd name="connsiteX0" fmla="*/ 1149648 w 2254800"/>
                <a:gd name="connsiteY0" fmla="*/ 1007519 h 1123574"/>
                <a:gd name="connsiteX1" fmla="*/ 1087475 w 2254800"/>
                <a:gd name="connsiteY1" fmla="*/ 1069692 h 1123574"/>
                <a:gd name="connsiteX2" fmla="*/ 1149648 w 2254800"/>
                <a:gd name="connsiteY2" fmla="*/ 10075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097611 w 2254800"/>
                <a:gd name="connsiteY0" fmla="*/ 582497 h 1123574"/>
                <a:gd name="connsiteX1" fmla="*/ 1276073 w 2254800"/>
                <a:gd name="connsiteY1" fmla="*/ 637397 h 1123574"/>
                <a:gd name="connsiteX2" fmla="*/ 1097611 w 2254800"/>
                <a:gd name="connsiteY2" fmla="*/ 582497 h 1123574"/>
                <a:gd name="connsiteX0" fmla="*/ 1035348 w 2254800"/>
                <a:gd name="connsiteY0" fmla="*/ 702719 h 1123574"/>
                <a:gd name="connsiteX1" fmla="*/ 1087475 w 2254800"/>
                <a:gd name="connsiteY1" fmla="*/ 1069692 h 1123574"/>
                <a:gd name="connsiteX2" fmla="*/ 1035348 w 2254800"/>
                <a:gd name="connsiteY2" fmla="*/ 702719 h 1123574"/>
                <a:gd name="connsiteX0" fmla="*/ 1245197 w 2254800"/>
                <a:gd name="connsiteY0" fmla="*/ 1123574 h 1123574"/>
                <a:gd name="connsiteX1" fmla="*/ 1151937 w 2254800"/>
                <a:gd name="connsiteY1" fmla="*/ 1030314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097611 w 2254800"/>
                <a:gd name="connsiteY0" fmla="*/ 582497 h 1123574"/>
                <a:gd name="connsiteX1" fmla="*/ 1276073 w 2254800"/>
                <a:gd name="connsiteY1" fmla="*/ 637397 h 1123574"/>
                <a:gd name="connsiteX2" fmla="*/ 1097611 w 2254800"/>
                <a:gd name="connsiteY2" fmla="*/ 582497 h 1123574"/>
                <a:gd name="connsiteX0" fmla="*/ 1035348 w 2254800"/>
                <a:gd name="connsiteY0" fmla="*/ 702719 h 1123574"/>
                <a:gd name="connsiteX1" fmla="*/ 1087475 w 2254800"/>
                <a:gd name="connsiteY1" fmla="*/ 1069692 h 1123574"/>
                <a:gd name="connsiteX2" fmla="*/ 1035348 w 2254800"/>
                <a:gd name="connsiteY2" fmla="*/ 702719 h 1123574"/>
                <a:gd name="connsiteX0" fmla="*/ 1245197 w 2254800"/>
                <a:gd name="connsiteY0" fmla="*/ 1123574 h 1123574"/>
                <a:gd name="connsiteX1" fmla="*/ 1111456 w 2254800"/>
                <a:gd name="connsiteY1" fmla="*/ 682652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372"/>
                <a:gd name="connsiteX1" fmla="*/ 5659 w 43256"/>
                <a:gd name="connsiteY1" fmla="*/ 6766 h 43372"/>
                <a:gd name="connsiteX2" fmla="*/ 14041 w 43256"/>
                <a:gd name="connsiteY2" fmla="*/ 5061 h 43372"/>
                <a:gd name="connsiteX3" fmla="*/ 22492 w 43256"/>
                <a:gd name="connsiteY3" fmla="*/ 3291 h 43372"/>
                <a:gd name="connsiteX4" fmla="*/ 25785 w 43256"/>
                <a:gd name="connsiteY4" fmla="*/ 59 h 43372"/>
                <a:gd name="connsiteX5" fmla="*/ 29869 w 43256"/>
                <a:gd name="connsiteY5" fmla="*/ 2340 h 43372"/>
                <a:gd name="connsiteX6" fmla="*/ 35499 w 43256"/>
                <a:gd name="connsiteY6" fmla="*/ 549 h 43372"/>
                <a:gd name="connsiteX7" fmla="*/ 38354 w 43256"/>
                <a:gd name="connsiteY7" fmla="*/ 5435 h 43372"/>
                <a:gd name="connsiteX8" fmla="*/ 42018 w 43256"/>
                <a:gd name="connsiteY8" fmla="*/ 10177 h 43372"/>
                <a:gd name="connsiteX9" fmla="*/ 41854 w 43256"/>
                <a:gd name="connsiteY9" fmla="*/ 15319 h 43372"/>
                <a:gd name="connsiteX10" fmla="*/ 43052 w 43256"/>
                <a:gd name="connsiteY10" fmla="*/ 23181 h 43372"/>
                <a:gd name="connsiteX11" fmla="*/ 37440 w 43256"/>
                <a:gd name="connsiteY11" fmla="*/ 30063 h 43372"/>
                <a:gd name="connsiteX12" fmla="*/ 35431 w 43256"/>
                <a:gd name="connsiteY12" fmla="*/ 35960 h 43372"/>
                <a:gd name="connsiteX13" fmla="*/ 28591 w 43256"/>
                <a:gd name="connsiteY13" fmla="*/ 36674 h 43372"/>
                <a:gd name="connsiteX14" fmla="*/ 23703 w 43256"/>
                <a:gd name="connsiteY14" fmla="*/ 42965 h 43372"/>
                <a:gd name="connsiteX15" fmla="*/ 16516 w 43256"/>
                <a:gd name="connsiteY15" fmla="*/ 39125 h 43372"/>
                <a:gd name="connsiteX16" fmla="*/ 5840 w 43256"/>
                <a:gd name="connsiteY16" fmla="*/ 35331 h 43372"/>
                <a:gd name="connsiteX17" fmla="*/ 1146 w 43256"/>
                <a:gd name="connsiteY17" fmla="*/ 31109 h 43372"/>
                <a:gd name="connsiteX18" fmla="*/ 2149 w 43256"/>
                <a:gd name="connsiteY18" fmla="*/ 25410 h 43372"/>
                <a:gd name="connsiteX19" fmla="*/ 31 w 43256"/>
                <a:gd name="connsiteY19" fmla="*/ 19563 h 43372"/>
                <a:gd name="connsiteX20" fmla="*/ 3899 w 43256"/>
                <a:gd name="connsiteY20" fmla="*/ 14366 h 43372"/>
                <a:gd name="connsiteX21" fmla="*/ 3936 w 43256"/>
                <a:gd name="connsiteY21" fmla="*/ 14229 h 43372"/>
                <a:gd name="connsiteX0" fmla="*/ 1097611 w 2254800"/>
                <a:gd name="connsiteY0" fmla="*/ 582497 h 1123574"/>
                <a:gd name="connsiteX1" fmla="*/ 1276073 w 2254800"/>
                <a:gd name="connsiteY1" fmla="*/ 637397 h 1123574"/>
                <a:gd name="connsiteX2" fmla="*/ 1097611 w 2254800"/>
                <a:gd name="connsiteY2" fmla="*/ 582497 h 1123574"/>
                <a:gd name="connsiteX0" fmla="*/ 1035348 w 2254800"/>
                <a:gd name="connsiteY0" fmla="*/ 702719 h 1123574"/>
                <a:gd name="connsiteX1" fmla="*/ 935075 w 2254800"/>
                <a:gd name="connsiteY1" fmla="*/ 695836 h 1123574"/>
                <a:gd name="connsiteX2" fmla="*/ 1035348 w 2254800"/>
                <a:gd name="connsiteY2" fmla="*/ 702719 h 1123574"/>
                <a:gd name="connsiteX0" fmla="*/ 1245197 w 2254800"/>
                <a:gd name="connsiteY0" fmla="*/ 1123574 h 1123574"/>
                <a:gd name="connsiteX1" fmla="*/ 1111456 w 2254800"/>
                <a:gd name="connsiteY1" fmla="*/ 682652 h 1123574"/>
                <a:gd name="connsiteX2" fmla="*/ 1245197 w 2254800"/>
                <a:gd name="connsiteY2" fmla="*/ 1123574 h 1123574"/>
                <a:gd name="connsiteX0" fmla="*/ 4729 w 43256"/>
                <a:gd name="connsiteY0" fmla="*/ 26036 h 43372"/>
                <a:gd name="connsiteX1" fmla="*/ 2196 w 43256"/>
                <a:gd name="connsiteY1" fmla="*/ 25239 h 43372"/>
                <a:gd name="connsiteX2" fmla="*/ 6964 w 43256"/>
                <a:gd name="connsiteY2" fmla="*/ 34758 h 43372"/>
                <a:gd name="connsiteX3" fmla="*/ 5856 w 43256"/>
                <a:gd name="connsiteY3" fmla="*/ 35139 h 43372"/>
                <a:gd name="connsiteX4" fmla="*/ 16514 w 43256"/>
                <a:gd name="connsiteY4" fmla="*/ 38949 h 43372"/>
                <a:gd name="connsiteX5" fmla="*/ 15846 w 43256"/>
                <a:gd name="connsiteY5" fmla="*/ 37209 h 43372"/>
                <a:gd name="connsiteX6" fmla="*/ 28863 w 43256"/>
                <a:gd name="connsiteY6" fmla="*/ 34610 h 43372"/>
                <a:gd name="connsiteX7" fmla="*/ 28596 w 43256"/>
                <a:gd name="connsiteY7" fmla="*/ 36519 h 43372"/>
                <a:gd name="connsiteX8" fmla="*/ 34165 w 43256"/>
                <a:gd name="connsiteY8" fmla="*/ 22813 h 43372"/>
                <a:gd name="connsiteX9" fmla="*/ 37416 w 43256"/>
                <a:gd name="connsiteY9" fmla="*/ 29949 h 43372"/>
                <a:gd name="connsiteX10" fmla="*/ 41834 w 43256"/>
                <a:gd name="connsiteY10" fmla="*/ 15213 h 43372"/>
                <a:gd name="connsiteX11" fmla="*/ 40386 w 43256"/>
                <a:gd name="connsiteY11" fmla="*/ 17889 h 43372"/>
                <a:gd name="connsiteX12" fmla="*/ 38360 w 43256"/>
                <a:gd name="connsiteY12" fmla="*/ 5285 h 43372"/>
                <a:gd name="connsiteX13" fmla="*/ 38436 w 43256"/>
                <a:gd name="connsiteY13" fmla="*/ 6549 h 43372"/>
                <a:gd name="connsiteX14" fmla="*/ 29114 w 43256"/>
                <a:gd name="connsiteY14" fmla="*/ 3811 h 43372"/>
                <a:gd name="connsiteX15" fmla="*/ 29856 w 43256"/>
                <a:gd name="connsiteY15" fmla="*/ 2199 h 43372"/>
                <a:gd name="connsiteX16" fmla="*/ 22177 w 43256"/>
                <a:gd name="connsiteY16" fmla="*/ 4579 h 43372"/>
                <a:gd name="connsiteX17" fmla="*/ 22536 w 43256"/>
                <a:gd name="connsiteY17" fmla="*/ 3189 h 43372"/>
                <a:gd name="connsiteX18" fmla="*/ 14036 w 43256"/>
                <a:gd name="connsiteY18" fmla="*/ 5051 h 43372"/>
                <a:gd name="connsiteX19" fmla="*/ 15336 w 43256"/>
                <a:gd name="connsiteY19" fmla="*/ 6399 h 43372"/>
                <a:gd name="connsiteX20" fmla="*/ 4163 w 43256"/>
                <a:gd name="connsiteY20" fmla="*/ 15648 h 43372"/>
                <a:gd name="connsiteX21" fmla="*/ 3936 w 43256"/>
                <a:gd name="connsiteY21" fmla="*/ 14229 h 43372"/>
                <a:gd name="connsiteX0" fmla="*/ 3936 w 43256"/>
                <a:gd name="connsiteY0" fmla="*/ 14229 h 43219"/>
                <a:gd name="connsiteX1" fmla="*/ 5659 w 43256"/>
                <a:gd name="connsiteY1" fmla="*/ 6766 h 43219"/>
                <a:gd name="connsiteX2" fmla="*/ 14041 w 43256"/>
                <a:gd name="connsiteY2" fmla="*/ 5061 h 43219"/>
                <a:gd name="connsiteX3" fmla="*/ 22492 w 43256"/>
                <a:gd name="connsiteY3" fmla="*/ 3291 h 43219"/>
                <a:gd name="connsiteX4" fmla="*/ 25785 w 43256"/>
                <a:gd name="connsiteY4" fmla="*/ 59 h 43219"/>
                <a:gd name="connsiteX5" fmla="*/ 29869 w 43256"/>
                <a:gd name="connsiteY5" fmla="*/ 2340 h 43219"/>
                <a:gd name="connsiteX6" fmla="*/ 35499 w 43256"/>
                <a:gd name="connsiteY6" fmla="*/ 549 h 43219"/>
                <a:gd name="connsiteX7" fmla="*/ 38354 w 43256"/>
                <a:gd name="connsiteY7" fmla="*/ 5435 h 43219"/>
                <a:gd name="connsiteX8" fmla="*/ 42018 w 43256"/>
                <a:gd name="connsiteY8" fmla="*/ 10177 h 43219"/>
                <a:gd name="connsiteX9" fmla="*/ 41854 w 43256"/>
                <a:gd name="connsiteY9" fmla="*/ 15319 h 43219"/>
                <a:gd name="connsiteX10" fmla="*/ 43052 w 43256"/>
                <a:gd name="connsiteY10" fmla="*/ 23181 h 43219"/>
                <a:gd name="connsiteX11" fmla="*/ 37440 w 43256"/>
                <a:gd name="connsiteY11" fmla="*/ 30063 h 43219"/>
                <a:gd name="connsiteX12" fmla="*/ 35431 w 43256"/>
                <a:gd name="connsiteY12" fmla="*/ 35960 h 43219"/>
                <a:gd name="connsiteX13" fmla="*/ 28591 w 43256"/>
                <a:gd name="connsiteY13" fmla="*/ 36674 h 43219"/>
                <a:gd name="connsiteX14" fmla="*/ 23703 w 43256"/>
                <a:gd name="connsiteY14" fmla="*/ 42965 h 43219"/>
                <a:gd name="connsiteX15" fmla="*/ 16516 w 43256"/>
                <a:gd name="connsiteY15" fmla="*/ 39125 h 43219"/>
                <a:gd name="connsiteX16" fmla="*/ 5840 w 43256"/>
                <a:gd name="connsiteY16" fmla="*/ 35331 h 43219"/>
                <a:gd name="connsiteX17" fmla="*/ 1146 w 43256"/>
                <a:gd name="connsiteY17" fmla="*/ 31109 h 43219"/>
                <a:gd name="connsiteX18" fmla="*/ 2149 w 43256"/>
                <a:gd name="connsiteY18" fmla="*/ 25410 h 43219"/>
                <a:gd name="connsiteX19" fmla="*/ 31 w 43256"/>
                <a:gd name="connsiteY19" fmla="*/ 19563 h 43219"/>
                <a:gd name="connsiteX20" fmla="*/ 3899 w 43256"/>
                <a:gd name="connsiteY20" fmla="*/ 14366 h 43219"/>
                <a:gd name="connsiteX21" fmla="*/ 3936 w 43256"/>
                <a:gd name="connsiteY21" fmla="*/ 14229 h 43219"/>
                <a:gd name="connsiteX0" fmla="*/ 1097611 w 2254800"/>
                <a:gd name="connsiteY0" fmla="*/ 582497 h 1119610"/>
                <a:gd name="connsiteX1" fmla="*/ 1276073 w 2254800"/>
                <a:gd name="connsiteY1" fmla="*/ 637397 h 1119610"/>
                <a:gd name="connsiteX2" fmla="*/ 1097611 w 2254800"/>
                <a:gd name="connsiteY2" fmla="*/ 582497 h 1119610"/>
                <a:gd name="connsiteX0" fmla="*/ 1035348 w 2254800"/>
                <a:gd name="connsiteY0" fmla="*/ 702719 h 1119610"/>
                <a:gd name="connsiteX1" fmla="*/ 935075 w 2254800"/>
                <a:gd name="connsiteY1" fmla="*/ 695836 h 1119610"/>
                <a:gd name="connsiteX2" fmla="*/ 1035348 w 2254800"/>
                <a:gd name="connsiteY2" fmla="*/ 702719 h 1119610"/>
                <a:gd name="connsiteX0" fmla="*/ 1249960 w 2254800"/>
                <a:gd name="connsiteY0" fmla="*/ 759243 h 1119610"/>
                <a:gd name="connsiteX1" fmla="*/ 1111456 w 2254800"/>
                <a:gd name="connsiteY1" fmla="*/ 682652 h 1119610"/>
                <a:gd name="connsiteX2" fmla="*/ 1249960 w 2254800"/>
                <a:gd name="connsiteY2" fmla="*/ 759243 h 1119610"/>
                <a:gd name="connsiteX0" fmla="*/ 4729 w 43256"/>
                <a:gd name="connsiteY0" fmla="*/ 26036 h 43219"/>
                <a:gd name="connsiteX1" fmla="*/ 2196 w 43256"/>
                <a:gd name="connsiteY1" fmla="*/ 25239 h 43219"/>
                <a:gd name="connsiteX2" fmla="*/ 6964 w 43256"/>
                <a:gd name="connsiteY2" fmla="*/ 34758 h 43219"/>
                <a:gd name="connsiteX3" fmla="*/ 5856 w 43256"/>
                <a:gd name="connsiteY3" fmla="*/ 35139 h 43219"/>
                <a:gd name="connsiteX4" fmla="*/ 16514 w 43256"/>
                <a:gd name="connsiteY4" fmla="*/ 38949 h 43219"/>
                <a:gd name="connsiteX5" fmla="*/ 15846 w 43256"/>
                <a:gd name="connsiteY5" fmla="*/ 37209 h 43219"/>
                <a:gd name="connsiteX6" fmla="*/ 28863 w 43256"/>
                <a:gd name="connsiteY6" fmla="*/ 34610 h 43219"/>
                <a:gd name="connsiteX7" fmla="*/ 28596 w 43256"/>
                <a:gd name="connsiteY7" fmla="*/ 36519 h 43219"/>
                <a:gd name="connsiteX8" fmla="*/ 34165 w 43256"/>
                <a:gd name="connsiteY8" fmla="*/ 22813 h 43219"/>
                <a:gd name="connsiteX9" fmla="*/ 37416 w 43256"/>
                <a:gd name="connsiteY9" fmla="*/ 29949 h 43219"/>
                <a:gd name="connsiteX10" fmla="*/ 41834 w 43256"/>
                <a:gd name="connsiteY10" fmla="*/ 15213 h 43219"/>
                <a:gd name="connsiteX11" fmla="*/ 40386 w 43256"/>
                <a:gd name="connsiteY11" fmla="*/ 17889 h 43219"/>
                <a:gd name="connsiteX12" fmla="*/ 38360 w 43256"/>
                <a:gd name="connsiteY12" fmla="*/ 5285 h 43219"/>
                <a:gd name="connsiteX13" fmla="*/ 38436 w 43256"/>
                <a:gd name="connsiteY13" fmla="*/ 6549 h 43219"/>
                <a:gd name="connsiteX14" fmla="*/ 29114 w 43256"/>
                <a:gd name="connsiteY14" fmla="*/ 3811 h 43219"/>
                <a:gd name="connsiteX15" fmla="*/ 29856 w 43256"/>
                <a:gd name="connsiteY15" fmla="*/ 2199 h 43219"/>
                <a:gd name="connsiteX16" fmla="*/ 22177 w 43256"/>
                <a:gd name="connsiteY16" fmla="*/ 4579 h 43219"/>
                <a:gd name="connsiteX17" fmla="*/ 22536 w 43256"/>
                <a:gd name="connsiteY17" fmla="*/ 3189 h 43219"/>
                <a:gd name="connsiteX18" fmla="*/ 14036 w 43256"/>
                <a:gd name="connsiteY18" fmla="*/ 5051 h 43219"/>
                <a:gd name="connsiteX19" fmla="*/ 15336 w 43256"/>
                <a:gd name="connsiteY19" fmla="*/ 6399 h 43219"/>
                <a:gd name="connsiteX20" fmla="*/ 4163 w 43256"/>
                <a:gd name="connsiteY20" fmla="*/ 15648 h 43219"/>
                <a:gd name="connsiteX21" fmla="*/ 3936 w 43256"/>
                <a:gd name="connsiteY21" fmla="*/ 14229 h 43219"/>
                <a:gd name="connsiteX0" fmla="*/ 3936 w 43256"/>
                <a:gd name="connsiteY0" fmla="*/ 14229 h 43219"/>
                <a:gd name="connsiteX1" fmla="*/ 5659 w 43256"/>
                <a:gd name="connsiteY1" fmla="*/ 6766 h 43219"/>
                <a:gd name="connsiteX2" fmla="*/ 14041 w 43256"/>
                <a:gd name="connsiteY2" fmla="*/ 5061 h 43219"/>
                <a:gd name="connsiteX3" fmla="*/ 22492 w 43256"/>
                <a:gd name="connsiteY3" fmla="*/ 3291 h 43219"/>
                <a:gd name="connsiteX4" fmla="*/ 25785 w 43256"/>
                <a:gd name="connsiteY4" fmla="*/ 59 h 43219"/>
                <a:gd name="connsiteX5" fmla="*/ 29869 w 43256"/>
                <a:gd name="connsiteY5" fmla="*/ 2340 h 43219"/>
                <a:gd name="connsiteX6" fmla="*/ 35499 w 43256"/>
                <a:gd name="connsiteY6" fmla="*/ 549 h 43219"/>
                <a:gd name="connsiteX7" fmla="*/ 38354 w 43256"/>
                <a:gd name="connsiteY7" fmla="*/ 5435 h 43219"/>
                <a:gd name="connsiteX8" fmla="*/ 42018 w 43256"/>
                <a:gd name="connsiteY8" fmla="*/ 10177 h 43219"/>
                <a:gd name="connsiteX9" fmla="*/ 41854 w 43256"/>
                <a:gd name="connsiteY9" fmla="*/ 15319 h 43219"/>
                <a:gd name="connsiteX10" fmla="*/ 43052 w 43256"/>
                <a:gd name="connsiteY10" fmla="*/ 23181 h 43219"/>
                <a:gd name="connsiteX11" fmla="*/ 37440 w 43256"/>
                <a:gd name="connsiteY11" fmla="*/ 30063 h 43219"/>
                <a:gd name="connsiteX12" fmla="*/ 35431 w 43256"/>
                <a:gd name="connsiteY12" fmla="*/ 35960 h 43219"/>
                <a:gd name="connsiteX13" fmla="*/ 28591 w 43256"/>
                <a:gd name="connsiteY13" fmla="*/ 36674 h 43219"/>
                <a:gd name="connsiteX14" fmla="*/ 23703 w 43256"/>
                <a:gd name="connsiteY14" fmla="*/ 42965 h 43219"/>
                <a:gd name="connsiteX15" fmla="*/ 16516 w 43256"/>
                <a:gd name="connsiteY15" fmla="*/ 39125 h 43219"/>
                <a:gd name="connsiteX16" fmla="*/ 5840 w 43256"/>
                <a:gd name="connsiteY16" fmla="*/ 35331 h 43219"/>
                <a:gd name="connsiteX17" fmla="*/ 1146 w 43256"/>
                <a:gd name="connsiteY17" fmla="*/ 31109 h 43219"/>
                <a:gd name="connsiteX18" fmla="*/ 2149 w 43256"/>
                <a:gd name="connsiteY18" fmla="*/ 25410 h 43219"/>
                <a:gd name="connsiteX19" fmla="*/ 31 w 43256"/>
                <a:gd name="connsiteY19" fmla="*/ 19563 h 43219"/>
                <a:gd name="connsiteX20" fmla="*/ 3899 w 43256"/>
                <a:gd name="connsiteY20" fmla="*/ 14366 h 43219"/>
                <a:gd name="connsiteX21" fmla="*/ 3936 w 43256"/>
                <a:gd name="connsiteY21" fmla="*/ 14229 h 43219"/>
                <a:gd name="connsiteX0" fmla="*/ 1097611 w 2254800"/>
                <a:gd name="connsiteY0" fmla="*/ 582497 h 1119610"/>
                <a:gd name="connsiteX1" fmla="*/ 1276073 w 2254800"/>
                <a:gd name="connsiteY1" fmla="*/ 637397 h 1119610"/>
                <a:gd name="connsiteX2" fmla="*/ 1097611 w 2254800"/>
                <a:gd name="connsiteY2" fmla="*/ 582497 h 1119610"/>
                <a:gd name="connsiteX0" fmla="*/ 937716 w 2254800"/>
                <a:gd name="connsiteY0" fmla="*/ 700337 h 1119610"/>
                <a:gd name="connsiteX1" fmla="*/ 935075 w 2254800"/>
                <a:gd name="connsiteY1" fmla="*/ 695836 h 1119610"/>
                <a:gd name="connsiteX2" fmla="*/ 937716 w 2254800"/>
                <a:gd name="connsiteY2" fmla="*/ 700337 h 1119610"/>
                <a:gd name="connsiteX0" fmla="*/ 1249960 w 2254800"/>
                <a:gd name="connsiteY0" fmla="*/ 759243 h 1119610"/>
                <a:gd name="connsiteX1" fmla="*/ 1111456 w 2254800"/>
                <a:gd name="connsiteY1" fmla="*/ 682652 h 1119610"/>
                <a:gd name="connsiteX2" fmla="*/ 1249960 w 2254800"/>
                <a:gd name="connsiteY2" fmla="*/ 759243 h 1119610"/>
                <a:gd name="connsiteX0" fmla="*/ 4729 w 43256"/>
                <a:gd name="connsiteY0" fmla="*/ 26036 h 43219"/>
                <a:gd name="connsiteX1" fmla="*/ 2196 w 43256"/>
                <a:gd name="connsiteY1" fmla="*/ 25239 h 43219"/>
                <a:gd name="connsiteX2" fmla="*/ 6964 w 43256"/>
                <a:gd name="connsiteY2" fmla="*/ 34758 h 43219"/>
                <a:gd name="connsiteX3" fmla="*/ 5856 w 43256"/>
                <a:gd name="connsiteY3" fmla="*/ 35139 h 43219"/>
                <a:gd name="connsiteX4" fmla="*/ 16514 w 43256"/>
                <a:gd name="connsiteY4" fmla="*/ 38949 h 43219"/>
                <a:gd name="connsiteX5" fmla="*/ 15846 w 43256"/>
                <a:gd name="connsiteY5" fmla="*/ 37209 h 43219"/>
                <a:gd name="connsiteX6" fmla="*/ 28863 w 43256"/>
                <a:gd name="connsiteY6" fmla="*/ 34610 h 43219"/>
                <a:gd name="connsiteX7" fmla="*/ 28596 w 43256"/>
                <a:gd name="connsiteY7" fmla="*/ 36519 h 43219"/>
                <a:gd name="connsiteX8" fmla="*/ 34165 w 43256"/>
                <a:gd name="connsiteY8" fmla="*/ 22813 h 43219"/>
                <a:gd name="connsiteX9" fmla="*/ 37416 w 43256"/>
                <a:gd name="connsiteY9" fmla="*/ 29949 h 43219"/>
                <a:gd name="connsiteX10" fmla="*/ 41834 w 43256"/>
                <a:gd name="connsiteY10" fmla="*/ 15213 h 43219"/>
                <a:gd name="connsiteX11" fmla="*/ 40386 w 43256"/>
                <a:gd name="connsiteY11" fmla="*/ 17889 h 43219"/>
                <a:gd name="connsiteX12" fmla="*/ 38360 w 43256"/>
                <a:gd name="connsiteY12" fmla="*/ 5285 h 43219"/>
                <a:gd name="connsiteX13" fmla="*/ 38436 w 43256"/>
                <a:gd name="connsiteY13" fmla="*/ 6549 h 43219"/>
                <a:gd name="connsiteX14" fmla="*/ 29114 w 43256"/>
                <a:gd name="connsiteY14" fmla="*/ 3811 h 43219"/>
                <a:gd name="connsiteX15" fmla="*/ 29856 w 43256"/>
                <a:gd name="connsiteY15" fmla="*/ 2199 h 43219"/>
                <a:gd name="connsiteX16" fmla="*/ 22177 w 43256"/>
                <a:gd name="connsiteY16" fmla="*/ 4579 h 43219"/>
                <a:gd name="connsiteX17" fmla="*/ 22536 w 43256"/>
                <a:gd name="connsiteY17" fmla="*/ 3189 h 43219"/>
                <a:gd name="connsiteX18" fmla="*/ 14036 w 43256"/>
                <a:gd name="connsiteY18" fmla="*/ 5051 h 43219"/>
                <a:gd name="connsiteX19" fmla="*/ 15336 w 43256"/>
                <a:gd name="connsiteY19" fmla="*/ 6399 h 43219"/>
                <a:gd name="connsiteX20" fmla="*/ 4163 w 43256"/>
                <a:gd name="connsiteY20" fmla="*/ 15648 h 43219"/>
                <a:gd name="connsiteX21" fmla="*/ 3936 w 43256"/>
                <a:gd name="connsiteY21" fmla="*/ 14229 h 43219"/>
                <a:gd name="connsiteX0" fmla="*/ 3936 w 43256"/>
                <a:gd name="connsiteY0" fmla="*/ 14229 h 43219"/>
                <a:gd name="connsiteX1" fmla="*/ 5659 w 43256"/>
                <a:gd name="connsiteY1" fmla="*/ 6766 h 43219"/>
                <a:gd name="connsiteX2" fmla="*/ 14041 w 43256"/>
                <a:gd name="connsiteY2" fmla="*/ 5061 h 43219"/>
                <a:gd name="connsiteX3" fmla="*/ 22492 w 43256"/>
                <a:gd name="connsiteY3" fmla="*/ 3291 h 43219"/>
                <a:gd name="connsiteX4" fmla="*/ 25785 w 43256"/>
                <a:gd name="connsiteY4" fmla="*/ 59 h 43219"/>
                <a:gd name="connsiteX5" fmla="*/ 29869 w 43256"/>
                <a:gd name="connsiteY5" fmla="*/ 2340 h 43219"/>
                <a:gd name="connsiteX6" fmla="*/ 35499 w 43256"/>
                <a:gd name="connsiteY6" fmla="*/ 549 h 43219"/>
                <a:gd name="connsiteX7" fmla="*/ 38354 w 43256"/>
                <a:gd name="connsiteY7" fmla="*/ 5435 h 43219"/>
                <a:gd name="connsiteX8" fmla="*/ 42018 w 43256"/>
                <a:gd name="connsiteY8" fmla="*/ 10177 h 43219"/>
                <a:gd name="connsiteX9" fmla="*/ 41854 w 43256"/>
                <a:gd name="connsiteY9" fmla="*/ 15319 h 43219"/>
                <a:gd name="connsiteX10" fmla="*/ 43052 w 43256"/>
                <a:gd name="connsiteY10" fmla="*/ 23181 h 43219"/>
                <a:gd name="connsiteX11" fmla="*/ 37440 w 43256"/>
                <a:gd name="connsiteY11" fmla="*/ 30063 h 43219"/>
                <a:gd name="connsiteX12" fmla="*/ 35431 w 43256"/>
                <a:gd name="connsiteY12" fmla="*/ 35960 h 43219"/>
                <a:gd name="connsiteX13" fmla="*/ 28591 w 43256"/>
                <a:gd name="connsiteY13" fmla="*/ 36674 h 43219"/>
                <a:gd name="connsiteX14" fmla="*/ 23703 w 43256"/>
                <a:gd name="connsiteY14" fmla="*/ 42965 h 43219"/>
                <a:gd name="connsiteX15" fmla="*/ 16516 w 43256"/>
                <a:gd name="connsiteY15" fmla="*/ 39125 h 43219"/>
                <a:gd name="connsiteX16" fmla="*/ 5840 w 43256"/>
                <a:gd name="connsiteY16" fmla="*/ 35331 h 43219"/>
                <a:gd name="connsiteX17" fmla="*/ 1146 w 43256"/>
                <a:gd name="connsiteY17" fmla="*/ 31109 h 43219"/>
                <a:gd name="connsiteX18" fmla="*/ 2149 w 43256"/>
                <a:gd name="connsiteY18" fmla="*/ 25410 h 43219"/>
                <a:gd name="connsiteX19" fmla="*/ 31 w 43256"/>
                <a:gd name="connsiteY19" fmla="*/ 19563 h 43219"/>
                <a:gd name="connsiteX20" fmla="*/ 3899 w 43256"/>
                <a:gd name="connsiteY20" fmla="*/ 14366 h 43219"/>
                <a:gd name="connsiteX21" fmla="*/ 3936 w 43256"/>
                <a:gd name="connsiteY21" fmla="*/ 14229 h 43219"/>
                <a:gd name="connsiteX0" fmla="*/ 1097611 w 2254800"/>
                <a:gd name="connsiteY0" fmla="*/ 582497 h 1119610"/>
                <a:gd name="connsiteX1" fmla="*/ 1276073 w 2254800"/>
                <a:gd name="connsiteY1" fmla="*/ 637397 h 1119610"/>
                <a:gd name="connsiteX2" fmla="*/ 1097611 w 2254800"/>
                <a:gd name="connsiteY2" fmla="*/ 582497 h 1119610"/>
                <a:gd name="connsiteX0" fmla="*/ 937716 w 2254800"/>
                <a:gd name="connsiteY0" fmla="*/ 700337 h 1119610"/>
                <a:gd name="connsiteX1" fmla="*/ 935075 w 2254800"/>
                <a:gd name="connsiteY1" fmla="*/ 695836 h 1119610"/>
                <a:gd name="connsiteX2" fmla="*/ 937716 w 2254800"/>
                <a:gd name="connsiteY2" fmla="*/ 700337 h 1119610"/>
                <a:gd name="connsiteX0" fmla="*/ 1109466 w 2254800"/>
                <a:gd name="connsiteY0" fmla="*/ 683043 h 1119610"/>
                <a:gd name="connsiteX1" fmla="*/ 1111456 w 2254800"/>
                <a:gd name="connsiteY1" fmla="*/ 682652 h 1119610"/>
                <a:gd name="connsiteX2" fmla="*/ 1109466 w 2254800"/>
                <a:gd name="connsiteY2" fmla="*/ 683043 h 1119610"/>
                <a:gd name="connsiteX0" fmla="*/ 4729 w 43256"/>
                <a:gd name="connsiteY0" fmla="*/ 26036 h 43219"/>
                <a:gd name="connsiteX1" fmla="*/ 2196 w 43256"/>
                <a:gd name="connsiteY1" fmla="*/ 25239 h 43219"/>
                <a:gd name="connsiteX2" fmla="*/ 6964 w 43256"/>
                <a:gd name="connsiteY2" fmla="*/ 34758 h 43219"/>
                <a:gd name="connsiteX3" fmla="*/ 5856 w 43256"/>
                <a:gd name="connsiteY3" fmla="*/ 35139 h 43219"/>
                <a:gd name="connsiteX4" fmla="*/ 16514 w 43256"/>
                <a:gd name="connsiteY4" fmla="*/ 38949 h 43219"/>
                <a:gd name="connsiteX5" fmla="*/ 15846 w 43256"/>
                <a:gd name="connsiteY5" fmla="*/ 37209 h 43219"/>
                <a:gd name="connsiteX6" fmla="*/ 28863 w 43256"/>
                <a:gd name="connsiteY6" fmla="*/ 34610 h 43219"/>
                <a:gd name="connsiteX7" fmla="*/ 28596 w 43256"/>
                <a:gd name="connsiteY7" fmla="*/ 36519 h 43219"/>
                <a:gd name="connsiteX8" fmla="*/ 34165 w 43256"/>
                <a:gd name="connsiteY8" fmla="*/ 22813 h 43219"/>
                <a:gd name="connsiteX9" fmla="*/ 37416 w 43256"/>
                <a:gd name="connsiteY9" fmla="*/ 29949 h 43219"/>
                <a:gd name="connsiteX10" fmla="*/ 41834 w 43256"/>
                <a:gd name="connsiteY10" fmla="*/ 15213 h 43219"/>
                <a:gd name="connsiteX11" fmla="*/ 40386 w 43256"/>
                <a:gd name="connsiteY11" fmla="*/ 17889 h 43219"/>
                <a:gd name="connsiteX12" fmla="*/ 38360 w 43256"/>
                <a:gd name="connsiteY12" fmla="*/ 5285 h 43219"/>
                <a:gd name="connsiteX13" fmla="*/ 38436 w 43256"/>
                <a:gd name="connsiteY13" fmla="*/ 6549 h 43219"/>
                <a:gd name="connsiteX14" fmla="*/ 29114 w 43256"/>
                <a:gd name="connsiteY14" fmla="*/ 3811 h 43219"/>
                <a:gd name="connsiteX15" fmla="*/ 29856 w 43256"/>
                <a:gd name="connsiteY15" fmla="*/ 2199 h 43219"/>
                <a:gd name="connsiteX16" fmla="*/ 22177 w 43256"/>
                <a:gd name="connsiteY16" fmla="*/ 4579 h 43219"/>
                <a:gd name="connsiteX17" fmla="*/ 22536 w 43256"/>
                <a:gd name="connsiteY17" fmla="*/ 3189 h 43219"/>
                <a:gd name="connsiteX18" fmla="*/ 14036 w 43256"/>
                <a:gd name="connsiteY18" fmla="*/ 5051 h 43219"/>
                <a:gd name="connsiteX19" fmla="*/ 15336 w 43256"/>
                <a:gd name="connsiteY19" fmla="*/ 6399 h 43219"/>
                <a:gd name="connsiteX20" fmla="*/ 4163 w 43256"/>
                <a:gd name="connsiteY20" fmla="*/ 15648 h 43219"/>
                <a:gd name="connsiteX21" fmla="*/ 3936 w 43256"/>
                <a:gd name="connsiteY21" fmla="*/ 14229 h 43219"/>
                <a:gd name="connsiteX0" fmla="*/ 3936 w 43256"/>
                <a:gd name="connsiteY0" fmla="*/ 14229 h 43219"/>
                <a:gd name="connsiteX1" fmla="*/ 5659 w 43256"/>
                <a:gd name="connsiteY1" fmla="*/ 6766 h 43219"/>
                <a:gd name="connsiteX2" fmla="*/ 14041 w 43256"/>
                <a:gd name="connsiteY2" fmla="*/ 5061 h 43219"/>
                <a:gd name="connsiteX3" fmla="*/ 22492 w 43256"/>
                <a:gd name="connsiteY3" fmla="*/ 3291 h 43219"/>
                <a:gd name="connsiteX4" fmla="*/ 25785 w 43256"/>
                <a:gd name="connsiteY4" fmla="*/ 59 h 43219"/>
                <a:gd name="connsiteX5" fmla="*/ 29869 w 43256"/>
                <a:gd name="connsiteY5" fmla="*/ 2340 h 43219"/>
                <a:gd name="connsiteX6" fmla="*/ 35499 w 43256"/>
                <a:gd name="connsiteY6" fmla="*/ 549 h 43219"/>
                <a:gd name="connsiteX7" fmla="*/ 38354 w 43256"/>
                <a:gd name="connsiteY7" fmla="*/ 5435 h 43219"/>
                <a:gd name="connsiteX8" fmla="*/ 42018 w 43256"/>
                <a:gd name="connsiteY8" fmla="*/ 10177 h 43219"/>
                <a:gd name="connsiteX9" fmla="*/ 41854 w 43256"/>
                <a:gd name="connsiteY9" fmla="*/ 15319 h 43219"/>
                <a:gd name="connsiteX10" fmla="*/ 43052 w 43256"/>
                <a:gd name="connsiteY10" fmla="*/ 23181 h 43219"/>
                <a:gd name="connsiteX11" fmla="*/ 37440 w 43256"/>
                <a:gd name="connsiteY11" fmla="*/ 30063 h 43219"/>
                <a:gd name="connsiteX12" fmla="*/ 35431 w 43256"/>
                <a:gd name="connsiteY12" fmla="*/ 35960 h 43219"/>
                <a:gd name="connsiteX13" fmla="*/ 28591 w 43256"/>
                <a:gd name="connsiteY13" fmla="*/ 36674 h 43219"/>
                <a:gd name="connsiteX14" fmla="*/ 23703 w 43256"/>
                <a:gd name="connsiteY14" fmla="*/ 42965 h 43219"/>
                <a:gd name="connsiteX15" fmla="*/ 16516 w 43256"/>
                <a:gd name="connsiteY15" fmla="*/ 39125 h 43219"/>
                <a:gd name="connsiteX16" fmla="*/ 5840 w 43256"/>
                <a:gd name="connsiteY16" fmla="*/ 35331 h 43219"/>
                <a:gd name="connsiteX17" fmla="*/ 1146 w 43256"/>
                <a:gd name="connsiteY17" fmla="*/ 31109 h 43219"/>
                <a:gd name="connsiteX18" fmla="*/ 2149 w 43256"/>
                <a:gd name="connsiteY18" fmla="*/ 25410 h 43219"/>
                <a:gd name="connsiteX19" fmla="*/ 31 w 43256"/>
                <a:gd name="connsiteY19" fmla="*/ 19563 h 43219"/>
                <a:gd name="connsiteX20" fmla="*/ 3899 w 43256"/>
                <a:gd name="connsiteY20" fmla="*/ 14366 h 43219"/>
                <a:gd name="connsiteX21" fmla="*/ 3936 w 43256"/>
                <a:gd name="connsiteY21" fmla="*/ 14229 h 43219"/>
                <a:gd name="connsiteX0" fmla="*/ 1097611 w 2254800"/>
                <a:gd name="connsiteY0" fmla="*/ 582497 h 1119610"/>
                <a:gd name="connsiteX1" fmla="*/ 1099860 w 2254800"/>
                <a:gd name="connsiteY1" fmla="*/ 599297 h 1119610"/>
                <a:gd name="connsiteX2" fmla="*/ 1097611 w 2254800"/>
                <a:gd name="connsiteY2" fmla="*/ 582497 h 1119610"/>
                <a:gd name="connsiteX0" fmla="*/ 937716 w 2254800"/>
                <a:gd name="connsiteY0" fmla="*/ 700337 h 1119610"/>
                <a:gd name="connsiteX1" fmla="*/ 935075 w 2254800"/>
                <a:gd name="connsiteY1" fmla="*/ 695836 h 1119610"/>
                <a:gd name="connsiteX2" fmla="*/ 937716 w 2254800"/>
                <a:gd name="connsiteY2" fmla="*/ 700337 h 1119610"/>
                <a:gd name="connsiteX0" fmla="*/ 1109466 w 2254800"/>
                <a:gd name="connsiteY0" fmla="*/ 683043 h 1119610"/>
                <a:gd name="connsiteX1" fmla="*/ 1111456 w 2254800"/>
                <a:gd name="connsiteY1" fmla="*/ 682652 h 1119610"/>
                <a:gd name="connsiteX2" fmla="*/ 1109466 w 2254800"/>
                <a:gd name="connsiteY2" fmla="*/ 683043 h 1119610"/>
                <a:gd name="connsiteX0" fmla="*/ 4729 w 43256"/>
                <a:gd name="connsiteY0" fmla="*/ 26036 h 43219"/>
                <a:gd name="connsiteX1" fmla="*/ 2196 w 43256"/>
                <a:gd name="connsiteY1" fmla="*/ 25239 h 43219"/>
                <a:gd name="connsiteX2" fmla="*/ 6964 w 43256"/>
                <a:gd name="connsiteY2" fmla="*/ 34758 h 43219"/>
                <a:gd name="connsiteX3" fmla="*/ 5856 w 43256"/>
                <a:gd name="connsiteY3" fmla="*/ 35139 h 43219"/>
                <a:gd name="connsiteX4" fmla="*/ 16514 w 43256"/>
                <a:gd name="connsiteY4" fmla="*/ 38949 h 43219"/>
                <a:gd name="connsiteX5" fmla="*/ 15846 w 43256"/>
                <a:gd name="connsiteY5" fmla="*/ 37209 h 43219"/>
                <a:gd name="connsiteX6" fmla="*/ 28863 w 43256"/>
                <a:gd name="connsiteY6" fmla="*/ 34610 h 43219"/>
                <a:gd name="connsiteX7" fmla="*/ 28596 w 43256"/>
                <a:gd name="connsiteY7" fmla="*/ 36519 h 43219"/>
                <a:gd name="connsiteX8" fmla="*/ 34165 w 43256"/>
                <a:gd name="connsiteY8" fmla="*/ 22813 h 43219"/>
                <a:gd name="connsiteX9" fmla="*/ 37416 w 43256"/>
                <a:gd name="connsiteY9" fmla="*/ 29949 h 43219"/>
                <a:gd name="connsiteX10" fmla="*/ 41834 w 43256"/>
                <a:gd name="connsiteY10" fmla="*/ 15213 h 43219"/>
                <a:gd name="connsiteX11" fmla="*/ 40386 w 43256"/>
                <a:gd name="connsiteY11" fmla="*/ 17889 h 43219"/>
                <a:gd name="connsiteX12" fmla="*/ 38360 w 43256"/>
                <a:gd name="connsiteY12" fmla="*/ 5285 h 43219"/>
                <a:gd name="connsiteX13" fmla="*/ 38436 w 43256"/>
                <a:gd name="connsiteY13" fmla="*/ 6549 h 43219"/>
                <a:gd name="connsiteX14" fmla="*/ 29114 w 43256"/>
                <a:gd name="connsiteY14" fmla="*/ 3811 h 43219"/>
                <a:gd name="connsiteX15" fmla="*/ 29856 w 43256"/>
                <a:gd name="connsiteY15" fmla="*/ 2199 h 43219"/>
                <a:gd name="connsiteX16" fmla="*/ 22177 w 43256"/>
                <a:gd name="connsiteY16" fmla="*/ 4579 h 43219"/>
                <a:gd name="connsiteX17" fmla="*/ 22536 w 43256"/>
                <a:gd name="connsiteY17" fmla="*/ 3189 h 43219"/>
                <a:gd name="connsiteX18" fmla="*/ 14036 w 43256"/>
                <a:gd name="connsiteY18" fmla="*/ 5051 h 43219"/>
                <a:gd name="connsiteX19" fmla="*/ 15336 w 43256"/>
                <a:gd name="connsiteY19" fmla="*/ 6399 h 43219"/>
                <a:gd name="connsiteX20" fmla="*/ 4163 w 43256"/>
                <a:gd name="connsiteY20" fmla="*/ 15648 h 43219"/>
                <a:gd name="connsiteX21" fmla="*/ 3936 w 43256"/>
                <a:gd name="connsiteY21" fmla="*/ 14229 h 43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256" h="43219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6035" y="42202"/>
                    <a:pt x="23703" y="42965"/>
                  </a:cubicBezTo>
                  <a:cubicBezTo>
                    <a:pt x="20955" y="43864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2254800" h="1119610">
                  <a:moveTo>
                    <a:pt x="1097611" y="582497"/>
                  </a:moveTo>
                  <a:lnTo>
                    <a:pt x="1099860" y="599297"/>
                  </a:lnTo>
                  <a:cubicBezTo>
                    <a:pt x="1099860" y="582128"/>
                    <a:pt x="1097611" y="582497"/>
                    <a:pt x="1097611" y="582497"/>
                  </a:cubicBezTo>
                  <a:close/>
                </a:path>
                <a:path w="2254800" h="1119610">
                  <a:moveTo>
                    <a:pt x="937716" y="700337"/>
                  </a:moveTo>
                  <a:lnTo>
                    <a:pt x="935075" y="695836"/>
                  </a:lnTo>
                  <a:lnTo>
                    <a:pt x="937716" y="700337"/>
                  </a:lnTo>
                  <a:close/>
                </a:path>
                <a:path w="2254800" h="1119610">
                  <a:moveTo>
                    <a:pt x="1109466" y="683043"/>
                  </a:moveTo>
                  <a:lnTo>
                    <a:pt x="1111456" y="682652"/>
                  </a:lnTo>
                  <a:lnTo>
                    <a:pt x="1109466" y="683043"/>
                  </a:lnTo>
                  <a:close/>
                </a:path>
                <a:path w="43256" h="43219" fill="none" extrusionOk="0">
                  <a:moveTo>
                    <a:pt x="4729" y="26036"/>
                  </a:moveTo>
                  <a:cubicBezTo>
                    <a:pt x="3845" y="26130"/>
                    <a:pt x="2961" y="25852"/>
                    <a:pt x="2196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34165" y="22813"/>
                  </a:moveTo>
                  <a:cubicBezTo>
                    <a:pt x="36169" y="24141"/>
                    <a:pt x="37434" y="26917"/>
                    <a:pt x="37416" y="29949"/>
                  </a:cubicBezTo>
                  <a:moveTo>
                    <a:pt x="41834" y="15213"/>
                  </a:moveTo>
                  <a:cubicBezTo>
                    <a:pt x="41509" y="16245"/>
                    <a:pt x="41014" y="17161"/>
                    <a:pt x="40386" y="1788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4944" y="5880"/>
                    <a:pt x="15336" y="6399"/>
                  </a:cubicBezTo>
                  <a:moveTo>
                    <a:pt x="4163" y="15648"/>
                  </a:moveTo>
                  <a:cubicBezTo>
                    <a:pt x="4060" y="15184"/>
                    <a:pt x="3984" y="14710"/>
                    <a:pt x="3936" y="14229"/>
                  </a:cubicBezTo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2093119" y="5260181"/>
              <a:ext cx="454819" cy="392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/>
            </a:p>
          </p:txBody>
        </p:sp>
        <p:sp>
          <p:nvSpPr>
            <p:cNvPr id="15" name="Metin kutusu 14"/>
            <p:cNvSpPr txBox="1"/>
            <p:nvPr/>
          </p:nvSpPr>
          <p:spPr>
            <a:xfrm>
              <a:off x="1326576" y="5183141"/>
              <a:ext cx="2252814" cy="444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400" dirty="0" smtClean="0">
                  <a:solidFill>
                    <a:schemeClr val="bg1">
                      <a:lumMod val="95000"/>
                    </a:schemeClr>
                  </a:solidFill>
                  <a:latin typeface="Lucida Console" panose="020B0609040504020204" pitchFamily="49" charset="0"/>
                </a:rPr>
                <a:t>Böyle Bir Eleman Yok</a:t>
              </a:r>
            </a:p>
            <a:p>
              <a:pPr algn="ctr"/>
              <a:r>
                <a:rPr lang="tr-TR" sz="2400" dirty="0" smtClean="0">
                  <a:solidFill>
                    <a:schemeClr val="bg1">
                      <a:lumMod val="95000"/>
                    </a:schemeClr>
                  </a:solidFill>
                  <a:latin typeface="Lucida Console" panose="020B0609040504020204" pitchFamily="49" charset="0"/>
                </a:rPr>
                <a:t>İstisnası</a:t>
              </a:r>
              <a:endParaRPr lang="tr-TR" sz="2400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3098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66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Dairesel Kuyruk (</a:t>
            </a:r>
            <a:r>
              <a:rPr lang="tr-TR" dirty="0" err="1"/>
              <a:t>Circular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Normal kuyruk gibi çalışır, son öğe </a:t>
            </a:r>
            <a:r>
              <a:rPr lang="tr-TR" dirty="0" err="1" smtClean="0"/>
              <a:t>null</a:t>
            </a:r>
            <a:r>
              <a:rPr lang="tr-TR" dirty="0" smtClean="0"/>
              <a:t> yerine </a:t>
            </a:r>
            <a:r>
              <a:rPr lang="tr-TR" dirty="0"/>
              <a:t>ilk </a:t>
            </a:r>
            <a:r>
              <a:rPr lang="tr-TR" dirty="0" smtClean="0"/>
              <a:t>öğeyi işaret eder.</a:t>
            </a:r>
          </a:p>
          <a:p>
            <a:r>
              <a:rPr lang="tr-TR" dirty="0" smtClean="0"/>
              <a:t>Baştaki ve sondaki </a:t>
            </a:r>
            <a:r>
              <a:rPr lang="tr-TR" dirty="0"/>
              <a:t>öğe </a:t>
            </a:r>
            <a:r>
              <a:rPr lang="tr-TR" dirty="0" smtClean="0"/>
              <a:t>bir </a:t>
            </a:r>
            <a:r>
              <a:rPr lang="tr-TR" dirty="0"/>
              <a:t>döngü oluşturur.</a:t>
            </a:r>
          </a:p>
          <a:p>
            <a:r>
              <a:rPr lang="tr-TR" dirty="0" smtClean="0"/>
              <a:t>Dizi tabanlı temsilde, </a:t>
            </a:r>
            <a:r>
              <a:rPr lang="tr-TR" dirty="0"/>
              <a:t>öğelerin döngüsel </a:t>
            </a:r>
            <a:r>
              <a:rPr lang="tr-TR" dirty="0" smtClean="0"/>
              <a:t>hareketi için </a:t>
            </a:r>
            <a:r>
              <a:rPr lang="tr-TR" dirty="0" err="1"/>
              <a:t>modulo</a:t>
            </a:r>
            <a:r>
              <a:rPr lang="tr-TR" dirty="0"/>
              <a:t> </a:t>
            </a:r>
            <a:r>
              <a:rPr lang="tr-TR" dirty="0" smtClean="0"/>
              <a:t>kullanılır</a:t>
            </a:r>
            <a:r>
              <a:rPr lang="tr-TR" dirty="0"/>
              <a:t>.</a:t>
            </a:r>
          </a:p>
          <a:p>
            <a:r>
              <a:rPr lang="tr-TR" dirty="0" err="1"/>
              <a:t>Modulo</a:t>
            </a:r>
            <a:r>
              <a:rPr lang="tr-TR" dirty="0"/>
              <a:t> işlemi, kuyruğun kapasitesi aşılmadan öğelerin eklenmesini ve </a:t>
            </a:r>
            <a:r>
              <a:rPr lang="tr-TR" dirty="0" smtClean="0"/>
              <a:t>çıkarılmasını sağlar.</a:t>
            </a:r>
          </a:p>
          <a:p>
            <a:r>
              <a:rPr lang="tr-TR" dirty="0" smtClean="0"/>
              <a:t>Ring </a:t>
            </a:r>
            <a:r>
              <a:rPr lang="tr-TR" dirty="0" err="1" smtClean="0"/>
              <a:t>buffer</a:t>
            </a:r>
            <a:r>
              <a:rPr lang="tr-TR" dirty="0" smtClean="0"/>
              <a:t> olarak da bilinir.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1" y="3689350"/>
            <a:ext cx="3187414" cy="2907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8974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Dairesel Kuyruk (</a:t>
            </a:r>
            <a:r>
              <a:rPr lang="tr-TR" dirty="0" err="1"/>
              <a:t>Circular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DaireselKuyruk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Öğeleri saklar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Kuyruğun ilk öğesini gösterir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son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Kuyruğun son öğesini gösterir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boyut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Kuyruktaki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öğe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sayısı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kapasite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K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uyruğun kapasitesi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DaireselKuyruk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kapasite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kapasite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kapasite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dizi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(E[])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Object[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kapasite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son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boyut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0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Kuyruk boş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182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Dairesel Kuyruk (</a:t>
            </a:r>
            <a:r>
              <a:rPr lang="tr-TR" dirty="0" err="1"/>
              <a:t>Circular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ekle(E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oge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boyut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kapasite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IllegalStateException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"Kuyruk dolu."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dizi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son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oge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Öğeyi kuyruğa ekle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boyut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++;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Kuyruktaki öğe sayısını artır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son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(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son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+ 1) %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kapasite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M</a:t>
            </a:r>
            <a:r>
              <a:rPr lang="tr-TR" dirty="0" err="1" smtClean="0">
                <a:solidFill>
                  <a:srgbClr val="3F7F5F"/>
                </a:solidFill>
                <a:latin typeface="Consolas" panose="020B0609020204030204" pitchFamily="49" charset="0"/>
              </a:rPr>
              <a:t>odulo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işlemi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130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Dairesel Kuyruk (</a:t>
            </a:r>
            <a:r>
              <a:rPr lang="tr-TR" dirty="0" err="1"/>
              <a:t>Circular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E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cikar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IllegalStateException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"Kuyruk boş."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E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oge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(E)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Baştaki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öğeyi al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(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+ 1) %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kapasite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err="1" smtClean="0">
                <a:solidFill>
                  <a:srgbClr val="3F7F5F"/>
                </a:solidFill>
                <a:latin typeface="Consolas" panose="020B0609020204030204" pitchFamily="49" charset="0"/>
              </a:rPr>
              <a:t>Modulo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işlemi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boyut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-;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Kuyruktaki öğe sayısını azalt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oge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Çıkarılan öğeyi döndür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03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Öncelikli Kuyruk (</a:t>
            </a:r>
            <a:r>
              <a:rPr lang="tr-TR" dirty="0" err="1"/>
              <a:t>Priority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Öğeleri öncelik </a:t>
            </a:r>
            <a:r>
              <a:rPr lang="tr-TR" dirty="0"/>
              <a:t>düzenine göre </a:t>
            </a:r>
            <a:r>
              <a:rPr lang="tr-TR" dirty="0" smtClean="0"/>
              <a:t>sıralar.</a:t>
            </a:r>
            <a:endParaRPr lang="tr-TR" dirty="0"/>
          </a:p>
          <a:p>
            <a:r>
              <a:rPr lang="tr-TR" dirty="0" smtClean="0"/>
              <a:t>Öncelik, </a:t>
            </a:r>
            <a:r>
              <a:rPr lang="tr-TR" dirty="0"/>
              <a:t>yüksek değere sahip öğenin önce işlenmesini </a:t>
            </a:r>
            <a:r>
              <a:rPr lang="tr-TR" dirty="0" smtClean="0"/>
              <a:t>sağlar.</a:t>
            </a:r>
          </a:p>
          <a:p>
            <a:r>
              <a:rPr lang="tr-TR" dirty="0" smtClean="0"/>
              <a:t>Zaman </a:t>
            </a:r>
            <a:r>
              <a:rPr lang="tr-TR" dirty="0"/>
              <a:t>duyarlı </a:t>
            </a:r>
            <a:r>
              <a:rPr lang="tr-TR" dirty="0" smtClean="0"/>
              <a:t>sistemler, </a:t>
            </a:r>
            <a:r>
              <a:rPr lang="tr-TR" dirty="0"/>
              <a:t>iş parçacığı </a:t>
            </a:r>
            <a:r>
              <a:rPr lang="tr-TR" dirty="0" smtClean="0"/>
              <a:t>yönetimi, </a:t>
            </a:r>
            <a:r>
              <a:rPr lang="tr-TR" dirty="0"/>
              <a:t>veri sıkıştırma </a:t>
            </a:r>
            <a:r>
              <a:rPr lang="tr-TR" dirty="0" smtClean="0"/>
              <a:t>algoritmaları gibi alanlarda </a:t>
            </a:r>
            <a:r>
              <a:rPr lang="tr-TR" dirty="0"/>
              <a:t>kullanılır.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720" y="3161520"/>
            <a:ext cx="4450436" cy="355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6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Öncelikli Kuyruk (</a:t>
            </a:r>
            <a:r>
              <a:rPr lang="tr-TR" dirty="0" err="1"/>
              <a:t>Priority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Eleman&lt;T&gt;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T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oncelik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Eleman(T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oncelik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oncelik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oncelik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89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Öncelikli Kuyruk (</a:t>
            </a:r>
            <a:r>
              <a:rPr lang="tr-TR" dirty="0" err="1"/>
              <a:t>Priority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OncelikliKuyruk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Object[]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boyut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BASLANGIC_KAPASITESI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10;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OncelikliKuyruk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dizi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Object[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BASLANGIC_KAPASITESI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boyut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0;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39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Öncelikli Kuyruk (</a:t>
            </a:r>
            <a:r>
              <a:rPr lang="tr-TR" dirty="0" err="1"/>
              <a:t>Priority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ekle(E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öncelik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boyut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dizi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diziGenislet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Eleman&lt;E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yeniEleman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Eleman&lt;E&gt;(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öncelik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indeks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boyut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// Öncelik değerlerine göre doğru konumu bul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indeks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&gt; 0 &amp;&amp;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öncelik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dizi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indeks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oncelik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dizi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indeks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indeks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- 1];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indeks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dizi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indeks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yeniEleman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boyut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5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Öncelikli Kuyruk (</a:t>
            </a:r>
            <a:r>
              <a:rPr lang="tr-TR" dirty="0" err="1"/>
              <a:t>Priority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E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cikar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IllegalStateException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"Öncelikli kuyruk boş"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E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cikarilan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(E) ((Eleman)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[0]).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// Elemanlar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bir önceki elemanın yerine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kaydırılır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.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boyut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- 1;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dizi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+ 1];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dizi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boyut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- 1]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boyut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cikarilan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099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Deque</a:t>
            </a:r>
            <a:r>
              <a:rPr lang="tr-TR" dirty="0" smtClean="0"/>
              <a:t> </a:t>
            </a:r>
            <a:r>
              <a:rPr lang="tr-TR" dirty="0"/>
              <a:t>(</a:t>
            </a:r>
            <a:r>
              <a:rPr lang="tr-TR" dirty="0" err="1"/>
              <a:t>Double</a:t>
            </a:r>
            <a:r>
              <a:rPr lang="tr-TR" dirty="0"/>
              <a:t> </a:t>
            </a:r>
            <a:r>
              <a:rPr lang="tr-TR" dirty="0" err="1"/>
              <a:t>Ended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Çift </a:t>
            </a:r>
            <a:r>
              <a:rPr lang="tr-TR" dirty="0"/>
              <a:t>u</a:t>
            </a:r>
            <a:r>
              <a:rPr lang="tr-TR" dirty="0" smtClean="0"/>
              <a:t>çlu </a:t>
            </a:r>
            <a:r>
              <a:rPr lang="tr-TR" dirty="0"/>
              <a:t>k</a:t>
            </a:r>
            <a:r>
              <a:rPr lang="tr-TR" dirty="0" smtClean="0"/>
              <a:t>uyruk </a:t>
            </a:r>
            <a:r>
              <a:rPr lang="tr-TR" dirty="0"/>
              <a:t>olarak da bilinir. </a:t>
            </a:r>
          </a:p>
          <a:p>
            <a:r>
              <a:rPr lang="tr-TR" dirty="0" smtClean="0"/>
              <a:t>Hem </a:t>
            </a:r>
            <a:r>
              <a:rPr lang="tr-TR" dirty="0"/>
              <a:t>ön hem de arka tarafından </a:t>
            </a:r>
            <a:r>
              <a:rPr lang="tr-TR" dirty="0" smtClean="0"/>
              <a:t>öğe </a:t>
            </a:r>
            <a:r>
              <a:rPr lang="tr-TR" dirty="0"/>
              <a:t>eklenebilir veya </a:t>
            </a:r>
            <a:r>
              <a:rPr lang="tr-TR" dirty="0" smtClean="0"/>
              <a:t>çıkarılabilir.</a:t>
            </a:r>
          </a:p>
          <a:p>
            <a:r>
              <a:rPr lang="tr-TR" dirty="0" smtClean="0"/>
              <a:t>FIFO </a:t>
            </a:r>
            <a:r>
              <a:rPr lang="tr-TR" dirty="0"/>
              <a:t>kuralını ihlal edebilir</a:t>
            </a:r>
            <a:r>
              <a:rPr lang="tr-TR" dirty="0" smtClean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231" y="3920761"/>
            <a:ext cx="9355538" cy="15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8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Deque</a:t>
            </a:r>
            <a:r>
              <a:rPr lang="tr-TR" dirty="0"/>
              <a:t> (</a:t>
            </a:r>
            <a:r>
              <a:rPr lang="tr-TR" dirty="0" err="1"/>
              <a:t>Double</a:t>
            </a:r>
            <a:r>
              <a:rPr lang="tr-TR" dirty="0"/>
              <a:t> </a:t>
            </a:r>
            <a:r>
              <a:rPr lang="tr-TR" dirty="0" err="1"/>
              <a:t>Ended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basaEkle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(E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CiftYonluDugum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CiftYonluDugum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son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94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Deque</a:t>
            </a:r>
            <a:r>
              <a:rPr lang="tr-TR" dirty="0"/>
              <a:t> (</a:t>
            </a:r>
            <a:r>
              <a:rPr lang="tr-TR" dirty="0" err="1"/>
              <a:t>Double</a:t>
            </a:r>
            <a:r>
              <a:rPr lang="tr-TR" dirty="0"/>
              <a:t> </a:t>
            </a:r>
            <a:r>
              <a:rPr lang="tr-TR" dirty="0" err="1"/>
              <a:t>Ended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sonaEkle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(E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CiftYonluDugum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CiftYonluDugum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&lt;E&gt;(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son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son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son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30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Deque</a:t>
            </a:r>
            <a:r>
              <a:rPr lang="tr-TR" dirty="0"/>
              <a:t> (</a:t>
            </a:r>
            <a:r>
              <a:rPr lang="tr-TR" dirty="0" err="1"/>
              <a:t>Double</a:t>
            </a:r>
            <a:r>
              <a:rPr lang="tr-TR" dirty="0"/>
              <a:t> </a:t>
            </a:r>
            <a:r>
              <a:rPr lang="tr-TR" dirty="0" err="1"/>
              <a:t>Ended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E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bastanCikar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IllegalStateException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 err="1">
                <a:solidFill>
                  <a:srgbClr val="2A00FF"/>
                </a:solidFill>
                <a:latin typeface="Consolas" panose="020B0609020204030204" pitchFamily="49" charset="0"/>
              </a:rPr>
              <a:t>Dequeue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 boş"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E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4196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Deque</a:t>
            </a:r>
            <a:r>
              <a:rPr lang="tr-TR" dirty="0"/>
              <a:t> (</a:t>
            </a:r>
            <a:r>
              <a:rPr lang="tr-TR" dirty="0" err="1"/>
              <a:t>Double</a:t>
            </a:r>
            <a:r>
              <a:rPr lang="tr-TR" dirty="0"/>
              <a:t> </a:t>
            </a:r>
            <a:r>
              <a:rPr lang="tr-TR" dirty="0" err="1"/>
              <a:t>Ended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E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sondanCikar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bosMu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IllegalStateException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 err="1">
                <a:solidFill>
                  <a:srgbClr val="2A00FF"/>
                </a:solidFill>
                <a:latin typeface="Consolas" panose="020B0609020204030204" pitchFamily="49" charset="0"/>
              </a:rPr>
              <a:t>Dequeue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 boş"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E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son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son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86570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80498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1'den </a:t>
            </a:r>
            <a:r>
              <a:rPr lang="tr-TR" dirty="0" err="1"/>
              <a:t>n'e</a:t>
            </a:r>
            <a:r>
              <a:rPr lang="tr-TR" dirty="0"/>
              <a:t> Kadar İkilik Sayıları </a:t>
            </a:r>
            <a:r>
              <a:rPr lang="tr-TR" dirty="0" smtClean="0"/>
              <a:t>Üretme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Kuyruk </a:t>
            </a:r>
            <a:r>
              <a:rPr lang="tr-TR" dirty="0"/>
              <a:t>veri yapısı kullanılarak 1'den n'ye kadar </a:t>
            </a:r>
            <a:r>
              <a:rPr lang="tr-TR" dirty="0" smtClean="0"/>
              <a:t>ikilik </a:t>
            </a:r>
            <a:r>
              <a:rPr lang="tr-TR" dirty="0"/>
              <a:t>sayılar nasıl üretilir?</a:t>
            </a:r>
          </a:p>
          <a:p>
            <a:pPr algn="l"/>
            <a:r>
              <a:rPr lang="tr-TR" b="1" dirty="0"/>
              <a:t>Örnek </a:t>
            </a:r>
            <a:r>
              <a:rPr lang="tr-TR" b="1" dirty="0" smtClean="0"/>
              <a:t>1:</a:t>
            </a:r>
          </a:p>
          <a:p>
            <a:pPr lvl="1" algn="l"/>
            <a:r>
              <a:rPr lang="tr-TR" b="1" dirty="0" smtClean="0"/>
              <a:t>Girdi</a:t>
            </a:r>
            <a:r>
              <a:rPr lang="tr-TR" dirty="0" smtClean="0"/>
              <a:t>: </a:t>
            </a:r>
            <a:r>
              <a:rPr lang="tr-TR" dirty="0"/>
              <a:t>n = </a:t>
            </a:r>
            <a:r>
              <a:rPr lang="tr-TR" dirty="0" smtClean="0"/>
              <a:t>3</a:t>
            </a:r>
          </a:p>
          <a:p>
            <a:pPr lvl="1" algn="l"/>
            <a:r>
              <a:rPr lang="tr-TR" b="1" dirty="0" smtClean="0"/>
              <a:t>Çıktı</a:t>
            </a:r>
            <a:r>
              <a:rPr lang="tr-TR" dirty="0" smtClean="0"/>
              <a:t>: </a:t>
            </a:r>
            <a:r>
              <a:rPr lang="tr-TR" dirty="0" err="1"/>
              <a:t>sonuc</a:t>
            </a:r>
            <a:r>
              <a:rPr lang="tr-TR" dirty="0"/>
              <a:t> = {"1","10","11"}</a:t>
            </a:r>
          </a:p>
          <a:p>
            <a:pPr algn="l"/>
            <a:r>
              <a:rPr lang="tr-TR" b="1" dirty="0"/>
              <a:t>Örnek </a:t>
            </a:r>
            <a:r>
              <a:rPr lang="tr-TR" b="1" dirty="0" smtClean="0"/>
              <a:t>2:</a:t>
            </a:r>
          </a:p>
          <a:p>
            <a:pPr lvl="1" algn="l"/>
            <a:r>
              <a:rPr lang="tr-TR" b="1" dirty="0" smtClean="0"/>
              <a:t>Girdi</a:t>
            </a:r>
            <a:r>
              <a:rPr lang="tr-TR" dirty="0" smtClean="0"/>
              <a:t>: </a:t>
            </a:r>
            <a:r>
              <a:rPr lang="tr-TR" dirty="0"/>
              <a:t>n = </a:t>
            </a:r>
            <a:r>
              <a:rPr lang="tr-TR" dirty="0" smtClean="0"/>
              <a:t>5</a:t>
            </a:r>
          </a:p>
          <a:p>
            <a:pPr lvl="1" algn="l"/>
            <a:r>
              <a:rPr lang="tr-TR" b="1" dirty="0" smtClean="0"/>
              <a:t>Çıktı</a:t>
            </a:r>
            <a:r>
              <a:rPr lang="tr-TR" dirty="0" smtClean="0"/>
              <a:t>: </a:t>
            </a:r>
            <a:r>
              <a:rPr lang="tr-TR" dirty="0" err="1"/>
              <a:t>sonuc</a:t>
            </a:r>
            <a:r>
              <a:rPr lang="tr-TR" dirty="0"/>
              <a:t> = {"1","10","11","100","101"}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742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3814064" y="188414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graphicFrame>
        <p:nvGraphicFramePr>
          <p:cNvPr id="39" name="Tablo 38"/>
          <p:cNvGraphicFramePr>
            <a:graphicFrameLocks noGrp="1"/>
          </p:cNvGraphicFramePr>
          <p:nvPr>
            <p:extLst/>
          </p:nvPr>
        </p:nvGraphicFramePr>
        <p:xfrm>
          <a:off x="8609262" y="1723719"/>
          <a:ext cx="2187076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538">
                  <a:extLst>
                    <a:ext uri="{9D8B030D-6E8A-4147-A177-3AD203B41FA5}">
                      <a16:colId xmlns="" xmlns:a16="http://schemas.microsoft.com/office/drawing/2014/main" val="2396693180"/>
                    </a:ext>
                  </a:extLst>
                </a:gridCol>
                <a:gridCol w="1093538">
                  <a:extLst>
                    <a:ext uri="{9D8B030D-6E8A-4147-A177-3AD203B41FA5}">
                      <a16:colId xmlns="" xmlns:a16="http://schemas.microsoft.com/office/drawing/2014/main" val="1702236822"/>
                    </a:ext>
                  </a:extLst>
                </a:gridCol>
              </a:tblGrid>
              <a:tr h="389297">
                <a:tc>
                  <a:txBody>
                    <a:bodyPr/>
                    <a:lstStyle/>
                    <a:p>
                      <a:pPr algn="ctr"/>
                      <a:r>
                        <a:rPr lang="tr-TR" sz="2200" dirty="0" smtClean="0"/>
                        <a:t>İkilik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200" dirty="0" smtClean="0"/>
                        <a:t>Onluk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2216320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162387584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178563466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06108292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573840138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9682752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611862931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17788968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1'den </a:t>
            </a:r>
            <a:r>
              <a:rPr lang="tr-TR" dirty="0" err="1"/>
              <a:t>n'e</a:t>
            </a:r>
            <a:r>
              <a:rPr lang="tr-TR" dirty="0"/>
              <a:t> Kadar İkilik Sayıları Üretme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78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3814064" y="188414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2194017" y="325083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r>
              <a:rPr lang="tr-TR" b="1" dirty="0" smtClean="0">
                <a:solidFill>
                  <a:srgbClr val="FF0000"/>
                </a:solidFill>
              </a:rPr>
              <a:t>0</a:t>
            </a:r>
            <a:endParaRPr lang="tr-TR" b="1" dirty="0">
              <a:solidFill>
                <a:srgbClr val="FF0000"/>
              </a:solidFill>
            </a:endParaRPr>
          </a:p>
        </p:txBody>
      </p:sp>
      <p:cxnSp>
        <p:nvCxnSpPr>
          <p:cNvPr id="27" name="Düz Ok Bağlayıcısı 26"/>
          <p:cNvCxnSpPr>
            <a:stCxn id="3" idx="2"/>
            <a:endCxn id="4" idx="0"/>
          </p:cNvCxnSpPr>
          <p:nvPr/>
        </p:nvCxnSpPr>
        <p:spPr>
          <a:xfrm flipH="1">
            <a:off x="2599029" y="2265140"/>
            <a:ext cx="1620047" cy="954000"/>
          </a:xfrm>
          <a:prstGeom prst="straightConnector1">
            <a:avLst/>
          </a:prstGeom>
          <a:ln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9" name="Tablo 38"/>
          <p:cNvGraphicFramePr>
            <a:graphicFrameLocks noGrp="1"/>
          </p:cNvGraphicFramePr>
          <p:nvPr>
            <p:extLst/>
          </p:nvPr>
        </p:nvGraphicFramePr>
        <p:xfrm>
          <a:off x="8609262" y="1723719"/>
          <a:ext cx="2187076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538">
                  <a:extLst>
                    <a:ext uri="{9D8B030D-6E8A-4147-A177-3AD203B41FA5}">
                      <a16:colId xmlns="" xmlns:a16="http://schemas.microsoft.com/office/drawing/2014/main" val="2396693180"/>
                    </a:ext>
                  </a:extLst>
                </a:gridCol>
                <a:gridCol w="1093538">
                  <a:extLst>
                    <a:ext uri="{9D8B030D-6E8A-4147-A177-3AD203B41FA5}">
                      <a16:colId xmlns="" xmlns:a16="http://schemas.microsoft.com/office/drawing/2014/main" val="1702236822"/>
                    </a:ext>
                  </a:extLst>
                </a:gridCol>
              </a:tblGrid>
              <a:tr h="389297">
                <a:tc>
                  <a:txBody>
                    <a:bodyPr/>
                    <a:lstStyle/>
                    <a:p>
                      <a:pPr algn="ctr"/>
                      <a:r>
                        <a:rPr lang="tr-TR" sz="2200" dirty="0" smtClean="0"/>
                        <a:t>İkilik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200" dirty="0" smtClean="0"/>
                        <a:t>Onluk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2216320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162387584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  <a:r>
                        <a:rPr lang="tr-TR" sz="22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tr-TR" sz="2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2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178563466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06108292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573840138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9682752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611862931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17788968"/>
                  </a:ext>
                </a:extLst>
              </a:tr>
            </a:tbl>
          </a:graphicData>
        </a:graphic>
      </p:graphicFrame>
      <p:sp>
        <p:nvSpPr>
          <p:cNvPr id="6" name="Metin kutusu 5"/>
          <p:cNvSpPr txBox="1"/>
          <p:nvPr/>
        </p:nvSpPr>
        <p:spPr>
          <a:xfrm>
            <a:off x="3122025" y="24544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b="1" dirty="0" smtClean="0">
                <a:solidFill>
                  <a:srgbClr val="FF0000"/>
                </a:solidFill>
              </a:rPr>
              <a:t>0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1'den </a:t>
            </a:r>
            <a:r>
              <a:rPr lang="tr-TR" dirty="0" err="1"/>
              <a:t>n'e</a:t>
            </a:r>
            <a:r>
              <a:rPr lang="tr-TR" dirty="0"/>
              <a:t> Kadar İkilik Sayıları Üretme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349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3814064" y="188414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2194017" y="325083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5434110" y="325117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r>
              <a:rPr lang="tr-TR" b="1" dirty="0" smtClean="0">
                <a:solidFill>
                  <a:srgbClr val="FF0000"/>
                </a:solidFill>
              </a:rPr>
              <a:t>1</a:t>
            </a:r>
            <a:endParaRPr lang="tr-TR" b="1" dirty="0">
              <a:solidFill>
                <a:srgbClr val="FF0000"/>
              </a:solidFill>
            </a:endParaRPr>
          </a:p>
        </p:txBody>
      </p:sp>
      <p:cxnSp>
        <p:nvCxnSpPr>
          <p:cNvPr id="27" name="Düz Ok Bağlayıcısı 26"/>
          <p:cNvCxnSpPr>
            <a:stCxn id="3" idx="2"/>
            <a:endCxn id="4" idx="0"/>
          </p:cNvCxnSpPr>
          <p:nvPr/>
        </p:nvCxnSpPr>
        <p:spPr>
          <a:xfrm flipH="1">
            <a:off x="2599029" y="2265140"/>
            <a:ext cx="1620047" cy="954000"/>
          </a:xfrm>
          <a:prstGeom prst="straightConnector1">
            <a:avLst/>
          </a:prstGeom>
          <a:ln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>
            <a:stCxn id="3" idx="2"/>
            <a:endCxn id="5" idx="0"/>
          </p:cNvCxnSpPr>
          <p:nvPr/>
        </p:nvCxnSpPr>
        <p:spPr>
          <a:xfrm>
            <a:off x="4219076" y="2265140"/>
            <a:ext cx="1620046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o 38"/>
          <p:cNvGraphicFramePr>
            <a:graphicFrameLocks noGrp="1"/>
          </p:cNvGraphicFramePr>
          <p:nvPr>
            <p:extLst/>
          </p:nvPr>
        </p:nvGraphicFramePr>
        <p:xfrm>
          <a:off x="8609262" y="1723719"/>
          <a:ext cx="2187076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538">
                  <a:extLst>
                    <a:ext uri="{9D8B030D-6E8A-4147-A177-3AD203B41FA5}">
                      <a16:colId xmlns="" xmlns:a16="http://schemas.microsoft.com/office/drawing/2014/main" val="2396693180"/>
                    </a:ext>
                  </a:extLst>
                </a:gridCol>
                <a:gridCol w="1093538">
                  <a:extLst>
                    <a:ext uri="{9D8B030D-6E8A-4147-A177-3AD203B41FA5}">
                      <a16:colId xmlns="" xmlns:a16="http://schemas.microsoft.com/office/drawing/2014/main" val="1702236822"/>
                    </a:ext>
                  </a:extLst>
                </a:gridCol>
              </a:tblGrid>
              <a:tr h="389297">
                <a:tc>
                  <a:txBody>
                    <a:bodyPr/>
                    <a:lstStyle/>
                    <a:p>
                      <a:pPr algn="ctr"/>
                      <a:r>
                        <a:rPr lang="tr-TR" sz="2200" dirty="0" smtClean="0"/>
                        <a:t>İkilik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200" dirty="0" smtClean="0"/>
                        <a:t>Onluk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2216320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162387584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10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2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178563466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  <a:r>
                        <a:rPr lang="tr-TR" sz="22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tr-TR" sz="2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3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06108292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84108115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303705582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590431338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47581205"/>
                  </a:ext>
                </a:extLst>
              </a:tr>
            </a:tbl>
          </a:graphicData>
        </a:graphic>
      </p:graphicFrame>
      <p:sp>
        <p:nvSpPr>
          <p:cNvPr id="20" name="Metin kutusu 19"/>
          <p:cNvSpPr txBox="1"/>
          <p:nvPr/>
        </p:nvSpPr>
        <p:spPr>
          <a:xfrm>
            <a:off x="3122025" y="24544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0</a:t>
            </a:r>
            <a:endParaRPr lang="tr-TR" dirty="0"/>
          </a:p>
        </p:txBody>
      </p:sp>
      <p:sp>
        <p:nvSpPr>
          <p:cNvPr id="21" name="Metin kutusu 20"/>
          <p:cNvSpPr txBox="1"/>
          <p:nvPr/>
        </p:nvSpPr>
        <p:spPr>
          <a:xfrm>
            <a:off x="5004944" y="24529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b="1" dirty="0" smtClean="0">
                <a:solidFill>
                  <a:srgbClr val="FF0000"/>
                </a:solidFill>
              </a:rPr>
              <a:t>1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882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3814064" y="188414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2194017" y="325083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5434110" y="325117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1383996" y="461752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r>
              <a:rPr lang="tr-TR" b="1" dirty="0" smtClean="0">
                <a:solidFill>
                  <a:srgbClr val="FF0000"/>
                </a:solidFill>
              </a:rPr>
              <a:t>0</a:t>
            </a:r>
            <a:endParaRPr lang="tr-TR" b="1" dirty="0">
              <a:solidFill>
                <a:srgbClr val="FF0000"/>
              </a:solidFill>
            </a:endParaRPr>
          </a:p>
        </p:txBody>
      </p:sp>
      <p:cxnSp>
        <p:nvCxnSpPr>
          <p:cNvPr id="27" name="Düz Ok Bağlayıcısı 26"/>
          <p:cNvCxnSpPr>
            <a:stCxn id="3" idx="2"/>
            <a:endCxn id="4" idx="0"/>
          </p:cNvCxnSpPr>
          <p:nvPr/>
        </p:nvCxnSpPr>
        <p:spPr>
          <a:xfrm flipH="1">
            <a:off x="2599029" y="2265140"/>
            <a:ext cx="1620047" cy="954000"/>
          </a:xfrm>
          <a:prstGeom prst="straightConnector1">
            <a:avLst/>
          </a:prstGeom>
          <a:ln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>
            <a:stCxn id="3" idx="2"/>
            <a:endCxn id="5" idx="0"/>
          </p:cNvCxnSpPr>
          <p:nvPr/>
        </p:nvCxnSpPr>
        <p:spPr>
          <a:xfrm>
            <a:off x="4219076" y="2265140"/>
            <a:ext cx="1620046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Ok Bağlayıcısı 30"/>
          <p:cNvCxnSpPr>
            <a:stCxn id="4" idx="2"/>
            <a:endCxn id="18" idx="0"/>
          </p:cNvCxnSpPr>
          <p:nvPr/>
        </p:nvCxnSpPr>
        <p:spPr>
          <a:xfrm flipH="1">
            <a:off x="1789008" y="3631830"/>
            <a:ext cx="810021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o 38"/>
          <p:cNvGraphicFramePr>
            <a:graphicFrameLocks noGrp="1"/>
          </p:cNvGraphicFramePr>
          <p:nvPr>
            <p:extLst/>
          </p:nvPr>
        </p:nvGraphicFramePr>
        <p:xfrm>
          <a:off x="8609262" y="1723719"/>
          <a:ext cx="2187076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538">
                  <a:extLst>
                    <a:ext uri="{9D8B030D-6E8A-4147-A177-3AD203B41FA5}">
                      <a16:colId xmlns="" xmlns:a16="http://schemas.microsoft.com/office/drawing/2014/main" val="2396693180"/>
                    </a:ext>
                  </a:extLst>
                </a:gridCol>
                <a:gridCol w="1093538">
                  <a:extLst>
                    <a:ext uri="{9D8B030D-6E8A-4147-A177-3AD203B41FA5}">
                      <a16:colId xmlns="" xmlns:a16="http://schemas.microsoft.com/office/drawing/2014/main" val="1702236822"/>
                    </a:ext>
                  </a:extLst>
                </a:gridCol>
              </a:tblGrid>
              <a:tr h="389297">
                <a:tc>
                  <a:txBody>
                    <a:bodyPr/>
                    <a:lstStyle/>
                    <a:p>
                      <a:pPr algn="ctr"/>
                      <a:r>
                        <a:rPr lang="tr-TR" sz="2200" dirty="0" smtClean="0"/>
                        <a:t>İkilik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200" dirty="0" smtClean="0"/>
                        <a:t>Onluk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2216320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162387584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10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2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178563466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11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3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06108292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10</a:t>
                      </a:r>
                      <a:r>
                        <a:rPr lang="tr-TR" sz="22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tr-TR" sz="2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4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573840138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9682752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611862931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17788968"/>
                  </a:ext>
                </a:extLst>
              </a:tr>
            </a:tbl>
          </a:graphicData>
        </a:graphic>
      </p:graphicFrame>
      <p:sp>
        <p:nvSpPr>
          <p:cNvPr id="20" name="Metin kutusu 19"/>
          <p:cNvSpPr txBox="1"/>
          <p:nvPr/>
        </p:nvSpPr>
        <p:spPr>
          <a:xfrm>
            <a:off x="3122025" y="24544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0</a:t>
            </a:r>
            <a:endParaRPr lang="tr-TR" dirty="0"/>
          </a:p>
        </p:txBody>
      </p:sp>
      <p:sp>
        <p:nvSpPr>
          <p:cNvPr id="21" name="Metin kutusu 20"/>
          <p:cNvSpPr txBox="1"/>
          <p:nvPr/>
        </p:nvSpPr>
        <p:spPr>
          <a:xfrm>
            <a:off x="5004944" y="24529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1</a:t>
            </a:r>
            <a:endParaRPr lang="tr-TR" dirty="0"/>
          </a:p>
        </p:txBody>
      </p:sp>
      <p:sp>
        <p:nvSpPr>
          <p:cNvPr id="22" name="Metin kutusu 21"/>
          <p:cNvSpPr txBox="1"/>
          <p:nvPr/>
        </p:nvSpPr>
        <p:spPr>
          <a:xfrm>
            <a:off x="1874432" y="3870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b="1" dirty="0" smtClean="0">
                <a:solidFill>
                  <a:srgbClr val="FF0000"/>
                </a:solidFill>
              </a:rPr>
              <a:t>0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745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3814064" y="188414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2194017" y="325083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5434110" y="325117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1383996" y="461752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3004042" y="461752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r>
              <a:rPr lang="tr-TR" b="1" dirty="0" smtClean="0">
                <a:solidFill>
                  <a:srgbClr val="FF0000"/>
                </a:solidFill>
              </a:rPr>
              <a:t>1</a:t>
            </a:r>
            <a:endParaRPr lang="tr-TR" b="1" dirty="0">
              <a:solidFill>
                <a:srgbClr val="FF0000"/>
              </a:solidFill>
            </a:endParaRPr>
          </a:p>
        </p:txBody>
      </p:sp>
      <p:cxnSp>
        <p:nvCxnSpPr>
          <p:cNvPr id="27" name="Düz Ok Bağlayıcısı 26"/>
          <p:cNvCxnSpPr>
            <a:stCxn id="3" idx="2"/>
            <a:endCxn id="4" idx="0"/>
          </p:cNvCxnSpPr>
          <p:nvPr/>
        </p:nvCxnSpPr>
        <p:spPr>
          <a:xfrm flipH="1">
            <a:off x="2599029" y="2265140"/>
            <a:ext cx="1620047" cy="954000"/>
          </a:xfrm>
          <a:prstGeom prst="straightConnector1">
            <a:avLst/>
          </a:prstGeom>
          <a:ln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>
            <a:stCxn id="3" idx="2"/>
            <a:endCxn id="5" idx="0"/>
          </p:cNvCxnSpPr>
          <p:nvPr/>
        </p:nvCxnSpPr>
        <p:spPr>
          <a:xfrm>
            <a:off x="4219076" y="2265140"/>
            <a:ext cx="1620046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Ok Bağlayıcısı 30"/>
          <p:cNvCxnSpPr>
            <a:stCxn id="4" idx="2"/>
            <a:endCxn id="18" idx="0"/>
          </p:cNvCxnSpPr>
          <p:nvPr/>
        </p:nvCxnSpPr>
        <p:spPr>
          <a:xfrm flipH="1">
            <a:off x="1789008" y="3631830"/>
            <a:ext cx="810021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>
            <a:stCxn id="4" idx="2"/>
            <a:endCxn id="19" idx="0"/>
          </p:cNvCxnSpPr>
          <p:nvPr/>
        </p:nvCxnSpPr>
        <p:spPr>
          <a:xfrm>
            <a:off x="2599029" y="3631830"/>
            <a:ext cx="810025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o 38"/>
          <p:cNvGraphicFramePr>
            <a:graphicFrameLocks noGrp="1"/>
          </p:cNvGraphicFramePr>
          <p:nvPr>
            <p:extLst/>
          </p:nvPr>
        </p:nvGraphicFramePr>
        <p:xfrm>
          <a:off x="8609262" y="1723719"/>
          <a:ext cx="2187076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538">
                  <a:extLst>
                    <a:ext uri="{9D8B030D-6E8A-4147-A177-3AD203B41FA5}">
                      <a16:colId xmlns="" xmlns:a16="http://schemas.microsoft.com/office/drawing/2014/main" val="2396693180"/>
                    </a:ext>
                  </a:extLst>
                </a:gridCol>
                <a:gridCol w="1093538">
                  <a:extLst>
                    <a:ext uri="{9D8B030D-6E8A-4147-A177-3AD203B41FA5}">
                      <a16:colId xmlns="" xmlns:a16="http://schemas.microsoft.com/office/drawing/2014/main" val="1702236822"/>
                    </a:ext>
                  </a:extLst>
                </a:gridCol>
              </a:tblGrid>
              <a:tr h="389297">
                <a:tc>
                  <a:txBody>
                    <a:bodyPr/>
                    <a:lstStyle/>
                    <a:p>
                      <a:pPr algn="ctr"/>
                      <a:r>
                        <a:rPr lang="tr-TR" sz="2200" dirty="0" smtClean="0"/>
                        <a:t>İkilik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200" dirty="0" smtClean="0"/>
                        <a:t>Onluk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2216320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162387584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10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2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178563466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11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3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06108292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100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4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573840138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10</a:t>
                      </a:r>
                      <a:r>
                        <a:rPr lang="tr-TR" sz="22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tr-TR" sz="2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5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9682752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611862931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17788968"/>
                  </a:ext>
                </a:extLst>
              </a:tr>
            </a:tbl>
          </a:graphicData>
        </a:graphic>
      </p:graphicFrame>
      <p:sp>
        <p:nvSpPr>
          <p:cNvPr id="20" name="Metin kutusu 19"/>
          <p:cNvSpPr txBox="1"/>
          <p:nvPr/>
        </p:nvSpPr>
        <p:spPr>
          <a:xfrm>
            <a:off x="3122025" y="24544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0</a:t>
            </a:r>
            <a:endParaRPr lang="tr-TR" dirty="0"/>
          </a:p>
        </p:txBody>
      </p:sp>
      <p:sp>
        <p:nvSpPr>
          <p:cNvPr id="21" name="Metin kutusu 20"/>
          <p:cNvSpPr txBox="1"/>
          <p:nvPr/>
        </p:nvSpPr>
        <p:spPr>
          <a:xfrm>
            <a:off x="5004944" y="24529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1</a:t>
            </a:r>
            <a:endParaRPr lang="tr-TR" dirty="0"/>
          </a:p>
        </p:txBody>
      </p:sp>
      <p:sp>
        <p:nvSpPr>
          <p:cNvPr id="22" name="Metin kutusu 21"/>
          <p:cNvSpPr txBox="1"/>
          <p:nvPr/>
        </p:nvSpPr>
        <p:spPr>
          <a:xfrm>
            <a:off x="1874432" y="3870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0</a:t>
            </a:r>
            <a:endParaRPr lang="tr-TR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033769" y="3870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b="1" dirty="0" smtClean="0">
                <a:solidFill>
                  <a:srgbClr val="FF0000"/>
                </a:solidFill>
              </a:rPr>
              <a:t>1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606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3814064" y="188414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2194017" y="325083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5434110" y="325117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6" name="Dikdörtgen 15"/>
          <p:cNvSpPr/>
          <p:nvPr/>
        </p:nvSpPr>
        <p:spPr>
          <a:xfrm>
            <a:off x="4624088" y="46178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r>
              <a:rPr lang="tr-TR" b="1" dirty="0" smtClean="0">
                <a:solidFill>
                  <a:srgbClr val="FF0000"/>
                </a:solidFill>
              </a:rPr>
              <a:t>0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1383996" y="461752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3004042" y="461752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101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üz Ok Bağlayıcısı 26"/>
          <p:cNvCxnSpPr>
            <a:stCxn id="3" idx="2"/>
            <a:endCxn id="4" idx="0"/>
          </p:cNvCxnSpPr>
          <p:nvPr/>
        </p:nvCxnSpPr>
        <p:spPr>
          <a:xfrm flipH="1">
            <a:off x="2599029" y="2265140"/>
            <a:ext cx="1620047" cy="954000"/>
          </a:xfrm>
          <a:prstGeom prst="straightConnector1">
            <a:avLst/>
          </a:prstGeom>
          <a:ln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>
            <a:stCxn id="3" idx="2"/>
            <a:endCxn id="5" idx="0"/>
          </p:cNvCxnSpPr>
          <p:nvPr/>
        </p:nvCxnSpPr>
        <p:spPr>
          <a:xfrm>
            <a:off x="4219076" y="2265140"/>
            <a:ext cx="1620046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Ok Bağlayıcısı 30"/>
          <p:cNvCxnSpPr>
            <a:stCxn id="4" idx="2"/>
            <a:endCxn id="18" idx="0"/>
          </p:cNvCxnSpPr>
          <p:nvPr/>
        </p:nvCxnSpPr>
        <p:spPr>
          <a:xfrm flipH="1">
            <a:off x="1789008" y="3631830"/>
            <a:ext cx="810021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>
            <a:stCxn id="4" idx="2"/>
            <a:endCxn id="19" idx="0"/>
          </p:cNvCxnSpPr>
          <p:nvPr/>
        </p:nvCxnSpPr>
        <p:spPr>
          <a:xfrm>
            <a:off x="2599029" y="3631830"/>
            <a:ext cx="810025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>
            <a:stCxn id="5" idx="2"/>
            <a:endCxn id="16" idx="0"/>
          </p:cNvCxnSpPr>
          <p:nvPr/>
        </p:nvCxnSpPr>
        <p:spPr>
          <a:xfrm flipH="1">
            <a:off x="5029100" y="3632178"/>
            <a:ext cx="810022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o 38"/>
          <p:cNvGraphicFramePr>
            <a:graphicFrameLocks noGrp="1"/>
          </p:cNvGraphicFramePr>
          <p:nvPr>
            <p:extLst/>
          </p:nvPr>
        </p:nvGraphicFramePr>
        <p:xfrm>
          <a:off x="8609262" y="1723719"/>
          <a:ext cx="2187076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538">
                  <a:extLst>
                    <a:ext uri="{9D8B030D-6E8A-4147-A177-3AD203B41FA5}">
                      <a16:colId xmlns="" xmlns:a16="http://schemas.microsoft.com/office/drawing/2014/main" val="2396693180"/>
                    </a:ext>
                  </a:extLst>
                </a:gridCol>
                <a:gridCol w="1093538">
                  <a:extLst>
                    <a:ext uri="{9D8B030D-6E8A-4147-A177-3AD203B41FA5}">
                      <a16:colId xmlns="" xmlns:a16="http://schemas.microsoft.com/office/drawing/2014/main" val="1702236822"/>
                    </a:ext>
                  </a:extLst>
                </a:gridCol>
              </a:tblGrid>
              <a:tr h="389297">
                <a:tc>
                  <a:txBody>
                    <a:bodyPr/>
                    <a:lstStyle/>
                    <a:p>
                      <a:pPr algn="ctr"/>
                      <a:r>
                        <a:rPr lang="tr-TR" sz="2200" dirty="0" smtClean="0"/>
                        <a:t>İkilik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200" dirty="0" smtClean="0"/>
                        <a:t>Onluk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2216320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162387584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10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2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178563466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11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3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06108292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100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4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573840138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101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5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9682752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11</a:t>
                      </a:r>
                      <a:r>
                        <a:rPr lang="tr-TR" sz="22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tr-TR" sz="2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6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611862931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17788968"/>
                  </a:ext>
                </a:extLst>
              </a:tr>
            </a:tbl>
          </a:graphicData>
        </a:graphic>
      </p:graphicFrame>
      <p:sp>
        <p:nvSpPr>
          <p:cNvPr id="21" name="Metin kutusu 20"/>
          <p:cNvSpPr txBox="1"/>
          <p:nvPr/>
        </p:nvSpPr>
        <p:spPr>
          <a:xfrm>
            <a:off x="3122025" y="24544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0</a:t>
            </a:r>
            <a:endParaRPr lang="tr-TR" dirty="0"/>
          </a:p>
        </p:txBody>
      </p:sp>
      <p:sp>
        <p:nvSpPr>
          <p:cNvPr id="22" name="Metin kutusu 21"/>
          <p:cNvSpPr txBox="1"/>
          <p:nvPr/>
        </p:nvSpPr>
        <p:spPr>
          <a:xfrm>
            <a:off x="5004944" y="24529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1</a:t>
            </a:r>
            <a:endParaRPr lang="tr-TR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1874432" y="3870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0</a:t>
            </a:r>
            <a:endParaRPr lang="tr-TR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3033769" y="3870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1</a:t>
            </a:r>
            <a:endParaRPr lang="tr-TR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5115158" y="3870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b="1" dirty="0" smtClean="0">
                <a:solidFill>
                  <a:srgbClr val="FF0000"/>
                </a:solidFill>
              </a:rPr>
              <a:t>0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246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3814064" y="188414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2194017" y="325083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5434110" y="325117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6" name="Dikdörtgen 15"/>
          <p:cNvSpPr/>
          <p:nvPr/>
        </p:nvSpPr>
        <p:spPr>
          <a:xfrm>
            <a:off x="4624088" y="46178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6244134" y="4617868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r>
              <a:rPr lang="tr-TR" b="1" dirty="0" smtClean="0">
                <a:solidFill>
                  <a:srgbClr val="FF0000"/>
                </a:solidFill>
              </a:rPr>
              <a:t>1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1383996" y="461752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3004042" y="461752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101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üz Ok Bağlayıcısı 26"/>
          <p:cNvCxnSpPr>
            <a:stCxn id="3" idx="2"/>
            <a:endCxn id="4" idx="0"/>
          </p:cNvCxnSpPr>
          <p:nvPr/>
        </p:nvCxnSpPr>
        <p:spPr>
          <a:xfrm flipH="1">
            <a:off x="2599029" y="2265140"/>
            <a:ext cx="1620047" cy="954000"/>
          </a:xfrm>
          <a:prstGeom prst="straightConnector1">
            <a:avLst/>
          </a:prstGeom>
          <a:ln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>
            <a:stCxn id="3" idx="2"/>
            <a:endCxn id="5" idx="0"/>
          </p:cNvCxnSpPr>
          <p:nvPr/>
        </p:nvCxnSpPr>
        <p:spPr>
          <a:xfrm>
            <a:off x="4219076" y="2265140"/>
            <a:ext cx="1620046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Ok Bağlayıcısı 30"/>
          <p:cNvCxnSpPr>
            <a:stCxn id="4" idx="2"/>
            <a:endCxn id="18" idx="0"/>
          </p:cNvCxnSpPr>
          <p:nvPr/>
        </p:nvCxnSpPr>
        <p:spPr>
          <a:xfrm flipH="1">
            <a:off x="1789008" y="3631830"/>
            <a:ext cx="810021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>
            <a:stCxn id="4" idx="2"/>
            <a:endCxn id="19" idx="0"/>
          </p:cNvCxnSpPr>
          <p:nvPr/>
        </p:nvCxnSpPr>
        <p:spPr>
          <a:xfrm>
            <a:off x="2599029" y="3631830"/>
            <a:ext cx="810025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>
            <a:stCxn id="5" idx="2"/>
            <a:endCxn id="16" idx="0"/>
          </p:cNvCxnSpPr>
          <p:nvPr/>
        </p:nvCxnSpPr>
        <p:spPr>
          <a:xfrm flipH="1">
            <a:off x="5029100" y="3632178"/>
            <a:ext cx="810022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>
            <a:stCxn id="5" idx="2"/>
            <a:endCxn id="17" idx="0"/>
          </p:cNvCxnSpPr>
          <p:nvPr/>
        </p:nvCxnSpPr>
        <p:spPr>
          <a:xfrm>
            <a:off x="5839122" y="3632178"/>
            <a:ext cx="810024" cy="95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o 38"/>
          <p:cNvGraphicFramePr>
            <a:graphicFrameLocks noGrp="1"/>
          </p:cNvGraphicFramePr>
          <p:nvPr>
            <p:extLst/>
          </p:nvPr>
        </p:nvGraphicFramePr>
        <p:xfrm>
          <a:off x="8609262" y="1723719"/>
          <a:ext cx="2187076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538">
                  <a:extLst>
                    <a:ext uri="{9D8B030D-6E8A-4147-A177-3AD203B41FA5}">
                      <a16:colId xmlns="" xmlns:a16="http://schemas.microsoft.com/office/drawing/2014/main" val="2396693180"/>
                    </a:ext>
                  </a:extLst>
                </a:gridCol>
                <a:gridCol w="1093538">
                  <a:extLst>
                    <a:ext uri="{9D8B030D-6E8A-4147-A177-3AD203B41FA5}">
                      <a16:colId xmlns="" xmlns:a16="http://schemas.microsoft.com/office/drawing/2014/main" val="1702236822"/>
                    </a:ext>
                  </a:extLst>
                </a:gridCol>
              </a:tblGrid>
              <a:tr h="389297">
                <a:tc>
                  <a:txBody>
                    <a:bodyPr/>
                    <a:lstStyle/>
                    <a:p>
                      <a:pPr algn="ctr"/>
                      <a:r>
                        <a:rPr lang="tr-TR" sz="2200" dirty="0" smtClean="0"/>
                        <a:t>İkilik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200" dirty="0" smtClean="0"/>
                        <a:t>Onluk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2216320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162387584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10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2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178563466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11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3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06108292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100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4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573840138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101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5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9682752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110</a:t>
                      </a:r>
                      <a:endParaRPr lang="tr-TR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6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611862931"/>
                  </a:ext>
                </a:extLst>
              </a:tr>
              <a:tr h="389297"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11</a:t>
                      </a:r>
                      <a:r>
                        <a:rPr lang="tr-TR" sz="22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tr-TR" sz="2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sz="2200" dirty="0" smtClean="0"/>
                        <a:t>7</a:t>
                      </a:r>
                      <a:endParaRPr lang="tr-T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317788968"/>
                  </a:ext>
                </a:extLst>
              </a:tr>
            </a:tbl>
          </a:graphicData>
        </a:graphic>
      </p:graphicFrame>
      <p:sp>
        <p:nvSpPr>
          <p:cNvPr id="20" name="Metin kutusu 19"/>
          <p:cNvSpPr txBox="1"/>
          <p:nvPr/>
        </p:nvSpPr>
        <p:spPr>
          <a:xfrm>
            <a:off x="3122025" y="24544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0</a:t>
            </a:r>
            <a:endParaRPr lang="tr-TR" dirty="0"/>
          </a:p>
        </p:txBody>
      </p:sp>
      <p:sp>
        <p:nvSpPr>
          <p:cNvPr id="21" name="Metin kutusu 20"/>
          <p:cNvSpPr txBox="1"/>
          <p:nvPr/>
        </p:nvSpPr>
        <p:spPr>
          <a:xfrm>
            <a:off x="5004944" y="24529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1</a:t>
            </a:r>
            <a:endParaRPr lang="tr-TR" dirty="0"/>
          </a:p>
        </p:txBody>
      </p:sp>
      <p:sp>
        <p:nvSpPr>
          <p:cNvPr id="22" name="Metin kutusu 21"/>
          <p:cNvSpPr txBox="1"/>
          <p:nvPr/>
        </p:nvSpPr>
        <p:spPr>
          <a:xfrm>
            <a:off x="1874432" y="3870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0</a:t>
            </a:r>
            <a:endParaRPr lang="tr-TR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3033769" y="3870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1</a:t>
            </a:r>
            <a:endParaRPr lang="tr-TR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5115158" y="3870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0</a:t>
            </a:r>
            <a:endParaRPr lang="tr-TR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6285265" y="3870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b="1" dirty="0" smtClean="0">
                <a:solidFill>
                  <a:srgbClr val="FF0000"/>
                </a:solidFill>
              </a:rPr>
              <a:t>1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706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6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68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344756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10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370156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7" name="Grup 6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8" name="Grup 7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13" name="Dikdörtgen 12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Dikdörtgen 13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Dikdörtgen 14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Dikdörtgen 15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Metin kutusu 8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10" name="Metin kutusu 9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11" name="Metin kutusu 10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12" name="Metin kutusu 11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0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28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394286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7" name="Grup 66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8" name="Grup 67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73" name="Dikdörtgen 72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Dikdörtgen 73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Dikdörtgen 74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Dikdörtgen 75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9" name="Metin kutusu 68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70" name="Metin kutusu 69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71" name="Metin kutusu 70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72" name="Metin kutusu 71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77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420217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54" name="Dikdörtgen 53"/>
          <p:cNvSpPr/>
          <p:nvPr/>
        </p:nvSpPr>
        <p:spPr>
          <a:xfrm>
            <a:off x="4503832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"1"</a:t>
            </a:r>
            <a:endParaRPr lang="tr-TR" sz="1600" dirty="0">
              <a:solidFill>
                <a:schemeClr val="tx1"/>
              </a:solidFill>
            </a:endParaRPr>
          </a:p>
        </p:txBody>
      </p:sp>
      <p:grpSp>
        <p:nvGrpSpPr>
          <p:cNvPr id="65" name="Grup 64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6" name="Grup 65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Dikdörtgen 72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Dikdörtgen 73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7" name="Metin kutusu 66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9" name="Metin kutusu 68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70" name="Metin kutusu 69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17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420217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57" name="Grup 56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58" name="Grup 57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Dikdörtgen 63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Dikdörtgen 64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Dikdörtgen 65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9" name="Metin kutusu 58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0" name="Metin kutusu 59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1" name="Metin kutusu 60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2" name="Metin kutusu 61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67" name="Dikdörtgen 6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181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441988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7" name="Grup 36"/>
          <p:cNvGrpSpPr/>
          <p:nvPr/>
        </p:nvGrpSpPr>
        <p:grpSpPr>
          <a:xfrm>
            <a:off x="2272432" y="833246"/>
            <a:ext cx="308097" cy="451812"/>
            <a:chOff x="4159288" y="833246"/>
            <a:chExt cx="308097" cy="451812"/>
          </a:xfrm>
        </p:grpSpPr>
        <p:cxnSp>
          <p:nvCxnSpPr>
            <p:cNvPr id="38" name="Düz Ok Bağlayıcısı 37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Metin kutusu 38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0" name="Grup 59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1" name="Grup 60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6" name="Dikdörtgen 65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Dikdörtgen 66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Dikdörtgen 67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Dikdörtgen 68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2" name="Metin kutusu 61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3" name="Metin kutusu 62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4" name="Metin kutusu 63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5" name="Metin kutusu 64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0" name="Dikdörtgen 69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0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660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466662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2" name="Grup 61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3" name="Grup 62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8" name="Dikdörtgen 67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Dikdörtgen 68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4" name="Metin kutusu 63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5" name="Metin kutusu 64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3" name="Dikdörtgen 72"/>
          <p:cNvSpPr/>
          <p:nvPr/>
        </p:nvSpPr>
        <p:spPr>
          <a:xfrm>
            <a:off x="79123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"1"</a:t>
            </a:r>
            <a:endParaRPr lang="tr-TR" sz="1600" dirty="0">
              <a:solidFill>
                <a:schemeClr val="tx1"/>
              </a:solidFill>
            </a:endParaRPr>
          </a:p>
        </p:txBody>
      </p:sp>
      <p:grpSp>
        <p:nvGrpSpPr>
          <p:cNvPr id="74" name="Grup 73"/>
          <p:cNvGrpSpPr/>
          <p:nvPr/>
        </p:nvGrpSpPr>
        <p:grpSpPr>
          <a:xfrm>
            <a:off x="2272432" y="833246"/>
            <a:ext cx="308097" cy="451812"/>
            <a:chOff x="4159288" y="833246"/>
            <a:chExt cx="308097" cy="451812"/>
          </a:xfrm>
        </p:grpSpPr>
        <p:cxnSp>
          <p:nvCxnSpPr>
            <p:cNvPr id="75" name="Düz Ok Bağlayıcısı 74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Metin kutusu 75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680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466662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2" name="Grup 61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3" name="Grup 62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8" name="Dikdörtgen 67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69" name="Dikdörtgen 68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4" name="Metin kutusu 63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5" name="Metin kutusu 64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3" name="Dikdörtgen 72"/>
          <p:cNvSpPr/>
          <p:nvPr/>
        </p:nvSpPr>
        <p:spPr>
          <a:xfrm>
            <a:off x="79123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"1"</a:t>
            </a:r>
            <a:endParaRPr lang="tr-TR" sz="1600" dirty="0">
              <a:solidFill>
                <a:schemeClr val="tx1"/>
              </a:solidFill>
            </a:endParaRPr>
          </a:p>
        </p:txBody>
      </p:sp>
      <p:grpSp>
        <p:nvGrpSpPr>
          <p:cNvPr id="74" name="Grup 73"/>
          <p:cNvGrpSpPr/>
          <p:nvPr/>
        </p:nvGrpSpPr>
        <p:grpSpPr>
          <a:xfrm>
            <a:off x="2272432" y="833246"/>
            <a:ext cx="308097" cy="451812"/>
            <a:chOff x="4159288" y="833246"/>
            <a:chExt cx="308097" cy="451812"/>
          </a:xfrm>
        </p:grpSpPr>
        <p:cxnSp>
          <p:nvCxnSpPr>
            <p:cNvPr id="75" name="Düz Ok Bağlayıcısı 74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Metin kutusu 75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97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491337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272432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3" name="Metin kutusu 72"/>
          <p:cNvSpPr txBox="1"/>
          <p:nvPr/>
        </p:nvSpPr>
        <p:spPr>
          <a:xfrm>
            <a:off x="389105" y="481429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125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514559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272432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3" name="Metin kutusu 72"/>
          <p:cNvSpPr txBox="1"/>
          <p:nvPr/>
        </p:nvSpPr>
        <p:spPr>
          <a:xfrm>
            <a:off x="389105" y="481429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3" name="Metin kutusu 32"/>
          <p:cNvSpPr txBox="1"/>
          <p:nvPr/>
        </p:nvSpPr>
        <p:spPr>
          <a:xfrm>
            <a:off x="389105" y="4442204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8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7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540685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272432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3" name="Metin kutusu 72"/>
          <p:cNvSpPr txBox="1"/>
          <p:nvPr/>
        </p:nvSpPr>
        <p:spPr>
          <a:xfrm>
            <a:off x="389105" y="481429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3" name="Metin kutusu 32"/>
          <p:cNvSpPr txBox="1"/>
          <p:nvPr/>
        </p:nvSpPr>
        <p:spPr>
          <a:xfrm>
            <a:off x="389105" y="4442204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503832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65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540685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272432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3" name="Metin kutusu 72"/>
          <p:cNvSpPr txBox="1"/>
          <p:nvPr/>
        </p:nvSpPr>
        <p:spPr>
          <a:xfrm>
            <a:off x="389105" y="481429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3" name="Metin kutusu 32"/>
          <p:cNvSpPr txBox="1"/>
          <p:nvPr/>
        </p:nvSpPr>
        <p:spPr>
          <a:xfrm>
            <a:off x="389105" y="4442204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9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41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563907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272432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3" name="Metin kutusu 72"/>
          <p:cNvSpPr txBox="1"/>
          <p:nvPr/>
        </p:nvSpPr>
        <p:spPr>
          <a:xfrm>
            <a:off x="389105" y="481429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3" name="Metin kutusu 32"/>
          <p:cNvSpPr txBox="1"/>
          <p:nvPr/>
        </p:nvSpPr>
        <p:spPr>
          <a:xfrm>
            <a:off x="389105" y="4442204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503832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0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39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272432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3" name="Metin kutusu 72"/>
          <p:cNvSpPr txBox="1"/>
          <p:nvPr/>
        </p:nvSpPr>
        <p:spPr>
          <a:xfrm>
            <a:off x="389105" y="481429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3" name="Metin kutusu 32"/>
          <p:cNvSpPr txBox="1"/>
          <p:nvPr/>
        </p:nvSpPr>
        <p:spPr>
          <a:xfrm>
            <a:off x="389105" y="4442204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63907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kdörtgen 38"/>
          <p:cNvSpPr/>
          <p:nvPr/>
        </p:nvSpPr>
        <p:spPr>
          <a:xfrm>
            <a:off x="1853130" y="3558052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1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11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99814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441987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kdörtgen 38"/>
          <p:cNvSpPr/>
          <p:nvPr/>
        </p:nvSpPr>
        <p:spPr>
          <a:xfrm>
            <a:off x="1853130" y="3558052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1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08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99814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466661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Dikdörtgen 39"/>
          <p:cNvSpPr/>
          <p:nvPr/>
        </p:nvSpPr>
        <p:spPr>
          <a:xfrm>
            <a:off x="79123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1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30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99814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466661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Dikdörtgen 39"/>
          <p:cNvSpPr/>
          <p:nvPr/>
        </p:nvSpPr>
        <p:spPr>
          <a:xfrm>
            <a:off x="79123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9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212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99814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3" name="Metin kutusu 72"/>
          <p:cNvSpPr txBox="1"/>
          <p:nvPr/>
        </p:nvSpPr>
        <p:spPr>
          <a:xfrm>
            <a:off x="389105" y="48142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489884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0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854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99814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3" name="Metin kutusu 72"/>
          <p:cNvSpPr txBox="1"/>
          <p:nvPr/>
        </p:nvSpPr>
        <p:spPr>
          <a:xfrm>
            <a:off x="389105" y="48142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3" name="Metin kutusu 32"/>
          <p:cNvSpPr txBox="1"/>
          <p:nvPr/>
        </p:nvSpPr>
        <p:spPr>
          <a:xfrm>
            <a:off x="389105" y="4442204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14450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0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29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99814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3" name="Metin kutusu 72"/>
          <p:cNvSpPr txBox="1"/>
          <p:nvPr/>
        </p:nvSpPr>
        <p:spPr>
          <a:xfrm>
            <a:off x="389105" y="48142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3" name="Metin kutusu 32"/>
          <p:cNvSpPr txBox="1"/>
          <p:nvPr/>
        </p:nvSpPr>
        <p:spPr>
          <a:xfrm>
            <a:off x="389105" y="4442204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41746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Dikdörtgen 39"/>
          <p:cNvSpPr/>
          <p:nvPr/>
        </p:nvSpPr>
        <p:spPr>
          <a:xfrm>
            <a:off x="4503832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1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68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99814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3" name="Metin kutusu 72"/>
          <p:cNvSpPr txBox="1"/>
          <p:nvPr/>
        </p:nvSpPr>
        <p:spPr>
          <a:xfrm>
            <a:off x="389105" y="48142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3" name="Metin kutusu 32"/>
          <p:cNvSpPr txBox="1"/>
          <p:nvPr/>
        </p:nvSpPr>
        <p:spPr>
          <a:xfrm>
            <a:off x="389105" y="4442204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41746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0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72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99814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3" name="Metin kutusu 72"/>
          <p:cNvSpPr txBox="1"/>
          <p:nvPr/>
        </p:nvSpPr>
        <p:spPr>
          <a:xfrm>
            <a:off x="389105" y="48142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3" name="Metin kutusu 32"/>
          <p:cNvSpPr txBox="1"/>
          <p:nvPr/>
        </p:nvSpPr>
        <p:spPr>
          <a:xfrm>
            <a:off x="389105" y="4442204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64948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4503832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57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299814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73" name="Metin kutusu 72"/>
          <p:cNvSpPr txBox="1"/>
          <p:nvPr/>
        </p:nvSpPr>
        <p:spPr>
          <a:xfrm>
            <a:off x="389105" y="48142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3" name="Metin kutusu 32"/>
          <p:cNvSpPr txBox="1"/>
          <p:nvPr/>
        </p:nvSpPr>
        <p:spPr>
          <a:xfrm>
            <a:off x="389105" y="4442204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64948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2682672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00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3721481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444847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2682672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394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3721481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468048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2" name="Dikdörtgen 41"/>
          <p:cNvSpPr/>
          <p:nvPr/>
        </p:nvSpPr>
        <p:spPr>
          <a:xfrm>
            <a:off x="79123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0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75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3721481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468048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2" name="Dikdörtgen 41"/>
          <p:cNvSpPr/>
          <p:nvPr/>
        </p:nvSpPr>
        <p:spPr>
          <a:xfrm>
            <a:off x="79123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0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14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3721481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489884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0" name="Metin kutusu 39"/>
          <p:cNvSpPr txBox="1"/>
          <p:nvPr/>
        </p:nvSpPr>
        <p:spPr>
          <a:xfrm>
            <a:off x="389105" y="48142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46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3721481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15816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0" name="Metin kutusu 39"/>
          <p:cNvSpPr txBox="1"/>
          <p:nvPr/>
        </p:nvSpPr>
        <p:spPr>
          <a:xfrm>
            <a:off x="389105" y="48142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2" name="Metin kutusu 41"/>
          <p:cNvSpPr txBox="1"/>
          <p:nvPr/>
        </p:nvSpPr>
        <p:spPr>
          <a:xfrm>
            <a:off x="389105" y="4442204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00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3721481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40382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0" name="Metin kutusu 39"/>
          <p:cNvSpPr txBox="1"/>
          <p:nvPr/>
        </p:nvSpPr>
        <p:spPr>
          <a:xfrm>
            <a:off x="389105" y="48142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2" name="Metin kutusu 41"/>
          <p:cNvSpPr txBox="1"/>
          <p:nvPr/>
        </p:nvSpPr>
        <p:spPr>
          <a:xfrm>
            <a:off x="389105" y="4442204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4503832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4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23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3721481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40382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0" name="Metin kutusu 39"/>
          <p:cNvSpPr txBox="1"/>
          <p:nvPr/>
        </p:nvSpPr>
        <p:spPr>
          <a:xfrm>
            <a:off x="389105" y="48142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2" name="Metin kutusu 41"/>
          <p:cNvSpPr txBox="1"/>
          <p:nvPr/>
        </p:nvSpPr>
        <p:spPr>
          <a:xfrm>
            <a:off x="389105" y="4442204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4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55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3721481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66313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0" name="Metin kutusu 39"/>
          <p:cNvSpPr txBox="1"/>
          <p:nvPr/>
        </p:nvSpPr>
        <p:spPr>
          <a:xfrm>
            <a:off x="389105" y="48142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2" name="Metin kutusu 41"/>
          <p:cNvSpPr txBox="1"/>
          <p:nvPr/>
        </p:nvSpPr>
        <p:spPr>
          <a:xfrm>
            <a:off x="389105" y="4442204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4503832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00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3721481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66313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0" name="Metin kutusu 39"/>
          <p:cNvSpPr txBox="1"/>
          <p:nvPr/>
        </p:nvSpPr>
        <p:spPr>
          <a:xfrm>
            <a:off x="389105" y="481429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2" name="Metin kutusu 41"/>
          <p:cNvSpPr txBox="1"/>
          <p:nvPr/>
        </p:nvSpPr>
        <p:spPr>
          <a:xfrm>
            <a:off x="389105" y="4442204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111"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3514844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38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444481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443483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3514844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0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67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444481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466684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79123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60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444481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"100</a:t>
                </a:r>
                <a:r>
                  <a:rPr lang="tr-TR" sz="1600" dirty="0" smtClean="0">
                    <a:solidFill>
                      <a:schemeClr val="tx1"/>
                    </a:solidFill>
                  </a:rPr>
                  <a:t>"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466684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79123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54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444481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"100</a:t>
                </a:r>
                <a:r>
                  <a:rPr lang="tr-TR" sz="1600" dirty="0" smtClean="0">
                    <a:solidFill>
                      <a:schemeClr val="tx1"/>
                    </a:solidFill>
                  </a:rPr>
                  <a:t>"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491250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2" name="Metin kutusu 41"/>
          <p:cNvSpPr txBox="1"/>
          <p:nvPr/>
        </p:nvSpPr>
        <p:spPr>
          <a:xfrm>
            <a:off x="389105" y="481429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1000"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0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27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444481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"100</a:t>
                </a:r>
                <a:r>
                  <a:rPr lang="tr-TR" sz="1600" dirty="0" smtClean="0">
                    <a:solidFill>
                      <a:schemeClr val="tx1"/>
                    </a:solidFill>
                  </a:rPr>
                  <a:t>"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15817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2" name="Metin kutusu 41"/>
          <p:cNvSpPr txBox="1"/>
          <p:nvPr/>
        </p:nvSpPr>
        <p:spPr>
          <a:xfrm>
            <a:off x="389105" y="481429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1000"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0" name="Metin kutusu 39"/>
          <p:cNvSpPr txBox="1"/>
          <p:nvPr/>
        </p:nvSpPr>
        <p:spPr>
          <a:xfrm>
            <a:off x="389105" y="4442204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"1001"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4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43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444481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"100</a:t>
                </a:r>
                <a:r>
                  <a:rPr lang="tr-TR" sz="1600" dirty="0" smtClean="0">
                    <a:solidFill>
                      <a:schemeClr val="tx1"/>
                    </a:solidFill>
                  </a:rPr>
                  <a:t>"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41748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2" name="Metin kutusu 41"/>
          <p:cNvSpPr txBox="1"/>
          <p:nvPr/>
        </p:nvSpPr>
        <p:spPr>
          <a:xfrm>
            <a:off x="389105" y="481429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1000"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0" name="Metin kutusu 39"/>
          <p:cNvSpPr txBox="1"/>
          <p:nvPr/>
        </p:nvSpPr>
        <p:spPr>
          <a:xfrm>
            <a:off x="389105" y="4442204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"1001"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4503832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/>
                </a:solidFill>
              </a:rPr>
              <a:t>"1000"</a:t>
            </a:r>
            <a:endParaRPr lang="tr-TR" sz="14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528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444481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"100</a:t>
                </a:r>
                <a:r>
                  <a:rPr lang="tr-TR" sz="1600" dirty="0" smtClean="0">
                    <a:solidFill>
                      <a:schemeClr val="tx1"/>
                    </a:solidFill>
                  </a:rPr>
                  <a:t>"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41748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2" name="Metin kutusu 41"/>
          <p:cNvSpPr txBox="1"/>
          <p:nvPr/>
        </p:nvSpPr>
        <p:spPr>
          <a:xfrm>
            <a:off x="389105" y="481429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1000"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0" name="Metin kutusu 39"/>
          <p:cNvSpPr txBox="1"/>
          <p:nvPr/>
        </p:nvSpPr>
        <p:spPr>
          <a:xfrm>
            <a:off x="389105" y="4442204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"1001"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3512214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/>
                </a:solidFill>
              </a:rPr>
              <a:t>"1000"</a:t>
            </a:r>
            <a:endParaRPr lang="tr-TR" sz="14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001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6" name="Grup 35"/>
          <p:cNvGrpSpPr/>
          <p:nvPr/>
        </p:nvGrpSpPr>
        <p:grpSpPr>
          <a:xfrm>
            <a:off x="881528" y="2683073"/>
            <a:ext cx="3539899" cy="1768530"/>
            <a:chOff x="881528" y="2724017"/>
            <a:chExt cx="3539899" cy="1768530"/>
          </a:xfrm>
        </p:grpSpPr>
        <p:grpSp>
          <p:nvGrpSpPr>
            <p:cNvPr id="23" name="Grup 22"/>
            <p:cNvGrpSpPr/>
            <p:nvPr/>
          </p:nvGrpSpPr>
          <p:grpSpPr>
            <a:xfrm>
              <a:off x="881528" y="3468730"/>
              <a:ext cx="3539899" cy="641068"/>
              <a:chOff x="4473770" y="3233096"/>
              <a:chExt cx="3221160" cy="1116000"/>
            </a:xfrm>
          </p:grpSpPr>
          <p:sp>
            <p:nvSpPr>
              <p:cNvPr id="24" name="Dikdörtgen 23"/>
              <p:cNvSpPr/>
              <p:nvPr/>
            </p:nvSpPr>
            <p:spPr>
              <a:xfrm rot="5400000">
                <a:off x="5543300" y="2197246"/>
                <a:ext cx="1080000" cy="31877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5" name="Dikdörtgen 24"/>
              <p:cNvSpPr/>
              <p:nvPr/>
            </p:nvSpPr>
            <p:spPr>
              <a:xfrm rot="5400000">
                <a:off x="711893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26" name="Dikdörtgen 25"/>
              <p:cNvSpPr/>
              <p:nvPr/>
            </p:nvSpPr>
            <p:spPr>
              <a:xfrm rot="5400000">
                <a:off x="3933770" y="3773096"/>
                <a:ext cx="1116000" cy="3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</p:grpSp>
        <p:sp>
          <p:nvSpPr>
            <p:cNvPr id="29" name="Sağ Ok 28"/>
            <p:cNvSpPr/>
            <p:nvPr/>
          </p:nvSpPr>
          <p:spPr>
            <a:xfrm flipH="1">
              <a:off x="921090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0" name="Metin kutusu 29"/>
            <p:cNvSpPr txBox="1"/>
            <p:nvPr/>
          </p:nvSpPr>
          <p:spPr>
            <a:xfrm>
              <a:off x="925641" y="2724017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Çıkış</a:t>
              </a:r>
              <a:endParaRPr lang="tr-TR" sz="2000" dirty="0"/>
            </a:p>
          </p:txBody>
        </p:sp>
        <p:sp>
          <p:nvSpPr>
            <p:cNvPr id="31" name="Sağ Ok 30"/>
            <p:cNvSpPr/>
            <p:nvPr/>
          </p:nvSpPr>
          <p:spPr>
            <a:xfrm flipH="1">
              <a:off x="3751727" y="3128647"/>
              <a:ext cx="609502" cy="2286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/>
            <p:cNvSpPr txBox="1"/>
            <p:nvPr/>
          </p:nvSpPr>
          <p:spPr>
            <a:xfrm>
              <a:off x="3757080" y="2724017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Giriş</a:t>
              </a:r>
              <a:endParaRPr lang="tr-TR" sz="2000" dirty="0"/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2565264" y="412321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>
                  <a:latin typeface="Lucida Console" panose="020B0609040504020204" pitchFamily="49" charset="0"/>
                </a:rPr>
                <a:t>q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444481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"100</a:t>
                </a:r>
                <a:r>
                  <a:rPr lang="tr-TR" sz="1600" dirty="0" smtClean="0">
                    <a:solidFill>
                      <a:schemeClr val="tx1"/>
                    </a:solidFill>
                  </a:rPr>
                  <a:t>"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67415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2" name="Metin kutusu 41"/>
          <p:cNvSpPr txBox="1"/>
          <p:nvPr/>
        </p:nvSpPr>
        <p:spPr>
          <a:xfrm>
            <a:off x="389105" y="481429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1000"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0" name="Metin kutusu 39"/>
          <p:cNvSpPr txBox="1"/>
          <p:nvPr/>
        </p:nvSpPr>
        <p:spPr>
          <a:xfrm>
            <a:off x="389105" y="4442204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"1001"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3512214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/>
                </a:solidFill>
              </a:rPr>
              <a:t>"1000"</a:t>
            </a:r>
            <a:endParaRPr lang="tr-TR" sz="1400" dirty="0">
              <a:solidFill>
                <a:schemeClr val="tx1"/>
              </a:solidFill>
            </a:endParaRPr>
          </a:p>
        </p:txBody>
      </p:sp>
      <p:sp>
        <p:nvSpPr>
          <p:cNvPr id="45" name="Dikdörtgen 44"/>
          <p:cNvSpPr/>
          <p:nvPr/>
        </p:nvSpPr>
        <p:spPr>
          <a:xfrm>
            <a:off x="4503832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/>
                </a:solidFill>
              </a:rPr>
              <a:t>"1001"</a:t>
            </a:r>
            <a:endParaRPr lang="tr-TR" sz="14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37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23" name="Grup 22"/>
          <p:cNvGrpSpPr/>
          <p:nvPr/>
        </p:nvGrpSpPr>
        <p:grpSpPr>
          <a:xfrm>
            <a:off x="881529" y="3427786"/>
            <a:ext cx="4322932" cy="641068"/>
            <a:chOff x="4473770" y="3233096"/>
            <a:chExt cx="3221160" cy="1116000"/>
          </a:xfrm>
        </p:grpSpPr>
        <p:sp>
          <p:nvSpPr>
            <p:cNvPr id="24" name="Dikdörtgen 23"/>
            <p:cNvSpPr/>
            <p:nvPr/>
          </p:nvSpPr>
          <p:spPr>
            <a:xfrm rot="5400000">
              <a:off x="5543301" y="2197246"/>
              <a:ext cx="1079999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5" name="Dikdörtgen 24"/>
            <p:cNvSpPr/>
            <p:nvPr/>
          </p:nvSpPr>
          <p:spPr>
            <a:xfrm rot="5400000">
              <a:off x="7118930" y="3773096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6" name="Dikdörtgen 25"/>
            <p:cNvSpPr/>
            <p:nvPr/>
          </p:nvSpPr>
          <p:spPr>
            <a:xfrm rot="5400000">
              <a:off x="3933770" y="3773096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9" name="Sağ Ok 28"/>
          <p:cNvSpPr/>
          <p:nvPr/>
        </p:nvSpPr>
        <p:spPr>
          <a:xfrm flipH="1">
            <a:off x="921090" y="3087703"/>
            <a:ext cx="609502" cy="2286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" name="Metin kutusu 29"/>
          <p:cNvSpPr txBox="1"/>
          <p:nvPr/>
        </p:nvSpPr>
        <p:spPr>
          <a:xfrm>
            <a:off x="925641" y="2683073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Çıkış</a:t>
            </a:r>
            <a:endParaRPr lang="tr-TR" sz="2000" dirty="0"/>
          </a:p>
        </p:txBody>
      </p:sp>
      <p:sp>
        <p:nvSpPr>
          <p:cNvPr id="31" name="Sağ Ok 30"/>
          <p:cNvSpPr/>
          <p:nvPr/>
        </p:nvSpPr>
        <p:spPr>
          <a:xfrm flipH="1">
            <a:off x="3751727" y="3087703"/>
            <a:ext cx="609502" cy="2286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Metin kutusu 31"/>
          <p:cNvSpPr txBox="1"/>
          <p:nvPr/>
        </p:nvSpPr>
        <p:spPr>
          <a:xfrm>
            <a:off x="3757080" y="2683073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Giriş</a:t>
            </a:r>
            <a:endParaRPr lang="tr-TR" sz="2000" dirty="0"/>
          </a:p>
        </p:txBody>
      </p:sp>
      <p:sp>
        <p:nvSpPr>
          <p:cNvPr id="34" name="Metin kutusu 33"/>
          <p:cNvSpPr txBox="1"/>
          <p:nvPr/>
        </p:nvSpPr>
        <p:spPr>
          <a:xfrm>
            <a:off x="2565264" y="4082271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q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4444815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"100</a:t>
                </a:r>
                <a:r>
                  <a:rPr lang="tr-TR" sz="1600" dirty="0" smtClean="0">
                    <a:solidFill>
                      <a:schemeClr val="tx1"/>
                    </a:solidFill>
                  </a:rPr>
                  <a:t>"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567415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2" name="Metin kutusu 41"/>
          <p:cNvSpPr txBox="1"/>
          <p:nvPr/>
        </p:nvSpPr>
        <p:spPr>
          <a:xfrm>
            <a:off x="389105" y="4814293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n1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1000"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0" name="Metin kutusu 39"/>
          <p:cNvSpPr txBox="1"/>
          <p:nvPr/>
        </p:nvSpPr>
        <p:spPr>
          <a:xfrm>
            <a:off x="389105" y="4442204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n2 = "1001"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3512214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/>
                </a:solidFill>
              </a:rPr>
              <a:t>"1000"</a:t>
            </a:r>
            <a:endParaRPr lang="tr-TR" sz="1400" dirty="0">
              <a:solidFill>
                <a:schemeClr val="tx1"/>
              </a:solidFill>
            </a:endParaRPr>
          </a:p>
        </p:txBody>
      </p:sp>
      <p:sp>
        <p:nvSpPr>
          <p:cNvPr id="45" name="Dikdörtgen 44"/>
          <p:cNvSpPr/>
          <p:nvPr/>
        </p:nvSpPr>
        <p:spPr>
          <a:xfrm>
            <a:off x="4337988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/>
                </a:solidFill>
              </a:rPr>
              <a:t>"1001"</a:t>
            </a:r>
            <a:endParaRPr lang="tr-TR" sz="14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74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23" name="Grup 22"/>
          <p:cNvGrpSpPr/>
          <p:nvPr/>
        </p:nvGrpSpPr>
        <p:grpSpPr>
          <a:xfrm>
            <a:off x="881529" y="3427786"/>
            <a:ext cx="4322932" cy="641068"/>
            <a:chOff x="4473770" y="3233096"/>
            <a:chExt cx="3221160" cy="1116000"/>
          </a:xfrm>
        </p:grpSpPr>
        <p:sp>
          <p:nvSpPr>
            <p:cNvPr id="24" name="Dikdörtgen 23"/>
            <p:cNvSpPr/>
            <p:nvPr/>
          </p:nvSpPr>
          <p:spPr>
            <a:xfrm rot="5400000">
              <a:off x="5543301" y="2197246"/>
              <a:ext cx="1079999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5" name="Dikdörtgen 24"/>
            <p:cNvSpPr/>
            <p:nvPr/>
          </p:nvSpPr>
          <p:spPr>
            <a:xfrm rot="5400000">
              <a:off x="7118930" y="3773096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6" name="Dikdörtgen 25"/>
            <p:cNvSpPr/>
            <p:nvPr/>
          </p:nvSpPr>
          <p:spPr>
            <a:xfrm rot="5400000">
              <a:off x="3933770" y="3773096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9" name="Sağ Ok 28"/>
          <p:cNvSpPr/>
          <p:nvPr/>
        </p:nvSpPr>
        <p:spPr>
          <a:xfrm flipH="1">
            <a:off x="921090" y="3087703"/>
            <a:ext cx="609502" cy="2286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" name="Metin kutusu 29"/>
          <p:cNvSpPr txBox="1"/>
          <p:nvPr/>
        </p:nvSpPr>
        <p:spPr>
          <a:xfrm>
            <a:off x="925641" y="2683073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Çıkış</a:t>
            </a:r>
            <a:endParaRPr lang="tr-TR" sz="2000" dirty="0"/>
          </a:p>
        </p:txBody>
      </p:sp>
      <p:sp>
        <p:nvSpPr>
          <p:cNvPr id="31" name="Sağ Ok 30"/>
          <p:cNvSpPr/>
          <p:nvPr/>
        </p:nvSpPr>
        <p:spPr>
          <a:xfrm flipH="1">
            <a:off x="3751727" y="3087703"/>
            <a:ext cx="609502" cy="2286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Metin kutusu 31"/>
          <p:cNvSpPr txBox="1"/>
          <p:nvPr/>
        </p:nvSpPr>
        <p:spPr>
          <a:xfrm>
            <a:off x="3757080" y="2683073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Giriş</a:t>
            </a:r>
            <a:endParaRPr lang="tr-TR" sz="2000" dirty="0"/>
          </a:p>
        </p:txBody>
      </p:sp>
      <p:sp>
        <p:nvSpPr>
          <p:cNvPr id="34" name="Metin kutusu 33"/>
          <p:cNvSpPr txBox="1"/>
          <p:nvPr/>
        </p:nvSpPr>
        <p:spPr>
          <a:xfrm>
            <a:off x="2565264" y="4082271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q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5140852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"100</a:t>
                </a:r>
                <a:r>
                  <a:rPr lang="tr-TR" sz="1600" dirty="0" smtClean="0">
                    <a:solidFill>
                      <a:schemeClr val="tx1"/>
                    </a:solidFill>
                  </a:rPr>
                  <a:t>"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443220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3512214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/>
                </a:solidFill>
              </a:rPr>
              <a:t>"1000"</a:t>
            </a:r>
            <a:endParaRPr lang="tr-TR" sz="1400" dirty="0">
              <a:solidFill>
                <a:schemeClr val="tx1"/>
              </a:solidFill>
            </a:endParaRPr>
          </a:p>
        </p:txBody>
      </p:sp>
      <p:sp>
        <p:nvSpPr>
          <p:cNvPr id="45" name="Dikdörtgen 44"/>
          <p:cNvSpPr/>
          <p:nvPr/>
        </p:nvSpPr>
        <p:spPr>
          <a:xfrm>
            <a:off x="4337988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/>
                </a:solidFill>
              </a:rPr>
              <a:t>"1001"</a:t>
            </a:r>
            <a:endParaRPr lang="tr-TR" sz="14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0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23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389106" y="554668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n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23" name="Grup 22"/>
          <p:cNvGrpSpPr/>
          <p:nvPr/>
        </p:nvGrpSpPr>
        <p:grpSpPr>
          <a:xfrm>
            <a:off x="881529" y="3427786"/>
            <a:ext cx="4322932" cy="641068"/>
            <a:chOff x="4473770" y="3233096"/>
            <a:chExt cx="3221160" cy="1116000"/>
          </a:xfrm>
        </p:grpSpPr>
        <p:sp>
          <p:nvSpPr>
            <p:cNvPr id="24" name="Dikdörtgen 23"/>
            <p:cNvSpPr/>
            <p:nvPr/>
          </p:nvSpPr>
          <p:spPr>
            <a:xfrm rot="5400000">
              <a:off x="5543301" y="2197246"/>
              <a:ext cx="1079999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5" name="Dikdörtgen 24"/>
            <p:cNvSpPr/>
            <p:nvPr/>
          </p:nvSpPr>
          <p:spPr>
            <a:xfrm rot="5400000">
              <a:off x="7118930" y="3773096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6" name="Dikdörtgen 25"/>
            <p:cNvSpPr/>
            <p:nvPr/>
          </p:nvSpPr>
          <p:spPr>
            <a:xfrm rot="5400000">
              <a:off x="3933770" y="3773096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9" name="Sağ Ok 28"/>
          <p:cNvSpPr/>
          <p:nvPr/>
        </p:nvSpPr>
        <p:spPr>
          <a:xfrm flipH="1">
            <a:off x="921090" y="3087703"/>
            <a:ext cx="609502" cy="2286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" name="Metin kutusu 29"/>
          <p:cNvSpPr txBox="1"/>
          <p:nvPr/>
        </p:nvSpPr>
        <p:spPr>
          <a:xfrm>
            <a:off x="925641" y="2683073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Çıkış</a:t>
            </a:r>
            <a:endParaRPr lang="tr-TR" sz="2000" dirty="0"/>
          </a:p>
        </p:txBody>
      </p:sp>
      <p:sp>
        <p:nvSpPr>
          <p:cNvPr id="31" name="Sağ Ok 30"/>
          <p:cNvSpPr/>
          <p:nvPr/>
        </p:nvSpPr>
        <p:spPr>
          <a:xfrm flipH="1">
            <a:off x="3751727" y="3087703"/>
            <a:ext cx="609502" cy="2286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Metin kutusu 31"/>
          <p:cNvSpPr txBox="1"/>
          <p:nvPr/>
        </p:nvSpPr>
        <p:spPr>
          <a:xfrm>
            <a:off x="3757080" y="2683073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Giriş</a:t>
            </a:r>
            <a:endParaRPr lang="tr-TR" sz="2000" dirty="0"/>
          </a:p>
        </p:txBody>
      </p:sp>
      <p:sp>
        <p:nvSpPr>
          <p:cNvPr id="34" name="Metin kutusu 33"/>
          <p:cNvSpPr txBox="1"/>
          <p:nvPr/>
        </p:nvSpPr>
        <p:spPr>
          <a:xfrm>
            <a:off x="2565264" y="4082271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q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389105" y="517811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0" name="Grup 59"/>
          <p:cNvGrpSpPr/>
          <p:nvPr/>
        </p:nvGrpSpPr>
        <p:grpSpPr>
          <a:xfrm>
            <a:off x="5140852" y="833246"/>
            <a:ext cx="308097" cy="451812"/>
            <a:chOff x="4159288" y="833246"/>
            <a:chExt cx="308097" cy="451812"/>
          </a:xfrm>
        </p:grpSpPr>
        <p:cxnSp>
          <p:nvCxnSpPr>
            <p:cNvPr id="61" name="Düz Ok Bağlayıcısı 60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"100</a:t>
                </a:r>
                <a:r>
                  <a:rPr lang="tr-TR" sz="1600" dirty="0" smtClean="0">
                    <a:solidFill>
                      <a:schemeClr val="tx1"/>
                    </a:solidFill>
                  </a:rPr>
                  <a:t>"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38" name="Düz Ok Bağlayıcısı 37"/>
          <p:cNvCxnSpPr/>
          <p:nvPr/>
        </p:nvCxnSpPr>
        <p:spPr>
          <a:xfrm>
            <a:off x="5608690" y="613817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3512214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/>
                </a:solidFill>
              </a:rPr>
              <a:t>"1000"</a:t>
            </a:r>
            <a:endParaRPr lang="tr-TR" sz="1400" dirty="0">
              <a:solidFill>
                <a:schemeClr val="tx1"/>
              </a:solidFill>
            </a:endParaRPr>
          </a:p>
        </p:txBody>
      </p:sp>
      <p:sp>
        <p:nvSpPr>
          <p:cNvPr id="45" name="Dikdörtgen 44"/>
          <p:cNvSpPr/>
          <p:nvPr/>
        </p:nvSpPr>
        <p:spPr>
          <a:xfrm>
            <a:off x="4337988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/>
                </a:solidFill>
              </a:rPr>
              <a:t>"1001"</a:t>
            </a:r>
            <a:endParaRPr lang="tr-TR" sz="14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0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64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89107" y="5920323"/>
            <a:ext cx="269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ikilikSayiUret(4);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23" name="Grup 22"/>
          <p:cNvGrpSpPr/>
          <p:nvPr/>
        </p:nvGrpSpPr>
        <p:grpSpPr>
          <a:xfrm>
            <a:off x="881529" y="3427786"/>
            <a:ext cx="4322932" cy="641068"/>
            <a:chOff x="4473770" y="3233096"/>
            <a:chExt cx="3221160" cy="1116000"/>
          </a:xfrm>
        </p:grpSpPr>
        <p:sp>
          <p:nvSpPr>
            <p:cNvPr id="24" name="Dikdörtgen 23"/>
            <p:cNvSpPr/>
            <p:nvPr/>
          </p:nvSpPr>
          <p:spPr>
            <a:xfrm rot="5400000">
              <a:off x="5543301" y="2197246"/>
              <a:ext cx="1079999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5" name="Dikdörtgen 24"/>
            <p:cNvSpPr/>
            <p:nvPr/>
          </p:nvSpPr>
          <p:spPr>
            <a:xfrm rot="5400000">
              <a:off x="7118930" y="3773096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6" name="Dikdörtgen 25"/>
            <p:cNvSpPr/>
            <p:nvPr/>
          </p:nvSpPr>
          <p:spPr>
            <a:xfrm rot="5400000">
              <a:off x="3933770" y="3773096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9" name="Sağ Ok 28"/>
          <p:cNvSpPr/>
          <p:nvPr/>
        </p:nvSpPr>
        <p:spPr>
          <a:xfrm flipH="1">
            <a:off x="921090" y="3087703"/>
            <a:ext cx="609502" cy="2286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" name="Metin kutusu 29"/>
          <p:cNvSpPr txBox="1"/>
          <p:nvPr/>
        </p:nvSpPr>
        <p:spPr>
          <a:xfrm>
            <a:off x="925641" y="2683073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Çıkış</a:t>
            </a:r>
            <a:endParaRPr lang="tr-TR" sz="2000" dirty="0"/>
          </a:p>
        </p:txBody>
      </p:sp>
      <p:sp>
        <p:nvSpPr>
          <p:cNvPr id="31" name="Sağ Ok 30"/>
          <p:cNvSpPr/>
          <p:nvPr/>
        </p:nvSpPr>
        <p:spPr>
          <a:xfrm flipH="1">
            <a:off x="3751727" y="3087703"/>
            <a:ext cx="609502" cy="2286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Metin kutusu 31"/>
          <p:cNvSpPr txBox="1"/>
          <p:nvPr/>
        </p:nvSpPr>
        <p:spPr>
          <a:xfrm>
            <a:off x="3757080" y="2683073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 smtClean="0"/>
              <a:t>Giriş</a:t>
            </a:r>
            <a:endParaRPr lang="tr-TR" sz="2000" dirty="0"/>
          </a:p>
        </p:txBody>
      </p:sp>
      <p:sp>
        <p:nvSpPr>
          <p:cNvPr id="34" name="Metin kutusu 33"/>
          <p:cNvSpPr txBox="1"/>
          <p:nvPr/>
        </p:nvSpPr>
        <p:spPr>
          <a:xfrm>
            <a:off x="2565264" y="4082271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q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3" name="Grup 62"/>
          <p:cNvGrpSpPr/>
          <p:nvPr/>
        </p:nvGrpSpPr>
        <p:grpSpPr>
          <a:xfrm>
            <a:off x="2075746" y="1326016"/>
            <a:ext cx="2868810" cy="735724"/>
            <a:chOff x="2990146" y="1326016"/>
            <a:chExt cx="2868810" cy="735724"/>
          </a:xfrm>
        </p:grpSpPr>
        <p:grpSp>
          <p:nvGrpSpPr>
            <p:cNvPr id="64" name="Grup 63"/>
            <p:cNvGrpSpPr/>
            <p:nvPr/>
          </p:nvGrpSpPr>
          <p:grpSpPr>
            <a:xfrm>
              <a:off x="2990146" y="1326016"/>
              <a:ext cx="2868810" cy="381000"/>
              <a:chOff x="4996746" y="2225160"/>
              <a:chExt cx="2868810" cy="381000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499674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"1"</a:t>
                </a:r>
              </a:p>
            </p:txBody>
          </p:sp>
          <p:sp>
            <p:nvSpPr>
              <p:cNvPr id="70" name="Dikdörtgen 69"/>
              <p:cNvSpPr/>
              <p:nvPr/>
            </p:nvSpPr>
            <p:spPr>
              <a:xfrm>
                <a:off x="5717563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"10"</a:t>
                </a:r>
              </a:p>
            </p:txBody>
          </p:sp>
          <p:sp>
            <p:nvSpPr>
              <p:cNvPr id="71" name="Dikdörtgen 70"/>
              <p:cNvSpPr/>
              <p:nvPr/>
            </p:nvSpPr>
            <p:spPr>
              <a:xfrm>
                <a:off x="6435844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"11"</a:t>
                </a:r>
              </a:p>
            </p:txBody>
          </p:sp>
          <p:sp>
            <p:nvSpPr>
              <p:cNvPr id="72" name="Dikdörtgen 71"/>
              <p:cNvSpPr/>
              <p:nvPr/>
            </p:nvSpPr>
            <p:spPr>
              <a:xfrm>
                <a:off x="7145556" y="2225160"/>
                <a:ext cx="720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>
                    <a:solidFill>
                      <a:schemeClr val="tx1"/>
                    </a:solidFill>
                  </a:rPr>
                  <a:t>"100</a:t>
                </a:r>
                <a:r>
                  <a:rPr lang="tr-TR" sz="1600" dirty="0" smtClean="0">
                    <a:solidFill>
                      <a:schemeClr val="tx1"/>
                    </a:solidFill>
                  </a:rPr>
                  <a:t>"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Metin kutusu 64"/>
            <p:cNvSpPr txBox="1"/>
            <p:nvPr/>
          </p:nvSpPr>
          <p:spPr>
            <a:xfrm>
              <a:off x="3210397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0</a:t>
              </a:r>
              <a:endParaRPr lang="tr-TR" sz="16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393320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1</a:t>
              </a:r>
              <a:endParaRPr lang="tr-TR" sz="1600" dirty="0"/>
            </a:p>
          </p:txBody>
        </p:sp>
        <p:sp>
          <p:nvSpPr>
            <p:cNvPr id="67" name="Metin kutusu 66"/>
            <p:cNvSpPr txBox="1"/>
            <p:nvPr/>
          </p:nvSpPr>
          <p:spPr>
            <a:xfrm>
              <a:off x="464694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2</a:t>
              </a:r>
              <a:endParaRPr lang="tr-TR" sz="1600" dirty="0"/>
            </a:p>
          </p:txBody>
        </p:sp>
        <p:sp>
          <p:nvSpPr>
            <p:cNvPr id="68" name="Metin kutusu 67"/>
            <p:cNvSpPr txBox="1"/>
            <p:nvPr/>
          </p:nvSpPr>
          <p:spPr>
            <a:xfrm>
              <a:off x="5378464" y="172318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/>
                <a:t>3</a:t>
              </a:r>
              <a:endParaRPr lang="tr-TR" sz="1600" dirty="0"/>
            </a:p>
          </p:txBody>
        </p:sp>
      </p:grpSp>
      <p:sp>
        <p:nvSpPr>
          <p:cNvPr id="37" name="Dikdörtgen 36"/>
          <p:cNvSpPr/>
          <p:nvPr/>
        </p:nvSpPr>
        <p:spPr>
          <a:xfrm>
            <a:off x="1027110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"101"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9" name="Metin kutusu 38"/>
          <p:cNvSpPr txBox="1"/>
          <p:nvPr/>
        </p:nvSpPr>
        <p:spPr>
          <a:xfrm>
            <a:off x="6277971" y="3224766"/>
            <a:ext cx="5889496" cy="33462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ikilikSayiUret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Queue&lt;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"0"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1600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sp>
        <p:nvSpPr>
          <p:cNvPr id="41" name="Dikdörtgen 40"/>
          <p:cNvSpPr/>
          <p:nvPr/>
        </p:nvSpPr>
        <p:spPr>
          <a:xfrm>
            <a:off x="1856652" y="355941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"110"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3" name="Dikdörtgen 42"/>
          <p:cNvSpPr/>
          <p:nvPr/>
        </p:nvSpPr>
        <p:spPr>
          <a:xfrm>
            <a:off x="2686177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"111"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3512214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/>
                </a:solidFill>
              </a:rPr>
              <a:t>"1000"</a:t>
            </a:r>
            <a:endParaRPr lang="tr-TR" sz="1400" dirty="0">
              <a:solidFill>
                <a:schemeClr val="tx1"/>
              </a:solidFill>
            </a:endParaRPr>
          </a:p>
        </p:txBody>
      </p:sp>
      <p:sp>
        <p:nvSpPr>
          <p:cNvPr id="45" name="Dikdörtgen 44"/>
          <p:cNvSpPr/>
          <p:nvPr/>
        </p:nvSpPr>
        <p:spPr>
          <a:xfrm>
            <a:off x="4337988" y="3557820"/>
            <a:ext cx="72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smtClean="0">
                <a:solidFill>
                  <a:schemeClr val="tx1"/>
                </a:solidFill>
              </a:rPr>
              <a:t>"1001"</a:t>
            </a:r>
            <a:endParaRPr lang="tr-TR" sz="14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782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 algn="ctr">
              <a:buNone/>
            </a:pPr>
            <a:r>
              <a:rPr lang="tr-TR" dirty="0" smtClean="0"/>
              <a:t>SON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6643</TotalTime>
  <Words>10982</Words>
  <Application>Microsoft Office PowerPoint</Application>
  <PresentationFormat>Widescreen</PresentationFormat>
  <Paragraphs>3196</Paragraphs>
  <Slides>169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169</vt:i4>
      </vt:variant>
    </vt:vector>
  </HeadingPairs>
  <TitlesOfParts>
    <vt:vector size="176" baseType="lpstr">
      <vt:lpstr>Arial</vt:lpstr>
      <vt:lpstr>Calibri</vt:lpstr>
      <vt:lpstr>Calibri Light</vt:lpstr>
      <vt:lpstr>Consolas</vt:lpstr>
      <vt:lpstr>Lucida Console</vt:lpstr>
      <vt:lpstr>Wingdings</vt:lpstr>
      <vt:lpstr>Office Theme</vt:lpstr>
      <vt:lpstr>Bölüm 5: Kuyruk</vt:lpstr>
      <vt:lpstr>Kuyruk (Queue)</vt:lpstr>
      <vt:lpstr>Temel Kuyruk İşlemleri</vt:lpstr>
      <vt:lpstr>Gösterim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Dizi Temsili</vt:lpstr>
      <vt:lpstr>Bağlı Liste Temsili</vt:lpstr>
      <vt:lpstr>Kuyruk Türleri</vt:lpstr>
      <vt:lpstr>Kuyruk Türleri</vt:lpstr>
      <vt:lpstr>Kuyruk Türleri</vt:lpstr>
      <vt:lpstr>Kuyruk Türleri</vt:lpstr>
      <vt:lpstr>Kuyruk Türleri</vt:lpstr>
      <vt:lpstr>Kuyruk Türleri</vt:lpstr>
      <vt:lpstr>Kuyrukta Temel İşlemler</vt:lpstr>
      <vt:lpstr>Enqueue()</vt:lpstr>
      <vt:lpstr>Enqueue İşlemi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Dequeue()</vt:lpstr>
      <vt:lpstr>Dequeue İşlemi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Dairesel Kuyruk (Circular Queue)</vt:lpstr>
      <vt:lpstr>Dairesel Kuyruk (Circular Queue)</vt:lpstr>
      <vt:lpstr>Dairesel Kuyruk (Circular Queue)</vt:lpstr>
      <vt:lpstr>Dairesel Kuyruk (Circular Queue)</vt:lpstr>
      <vt:lpstr>Öncelikli Kuyruk (Priority Queue)</vt:lpstr>
      <vt:lpstr>Öncelikli Kuyruk (Priority Queue)</vt:lpstr>
      <vt:lpstr>Öncelikli Kuyruk (Priority Queue)</vt:lpstr>
      <vt:lpstr>Öncelikli Kuyruk (Priority Queue)</vt:lpstr>
      <vt:lpstr>Öncelikli Kuyruk (Priority Queue)</vt:lpstr>
      <vt:lpstr>Deque (Double Ended Queue)</vt:lpstr>
      <vt:lpstr>Deque (Double Ended Queue)</vt:lpstr>
      <vt:lpstr>Deque (Double Ended Queue)</vt:lpstr>
      <vt:lpstr>Deque (Double Ended Queue)</vt:lpstr>
      <vt:lpstr>Deque (Double Ended Queue)</vt:lpstr>
      <vt:lpstr>Örnek</vt:lpstr>
      <vt:lpstr>1'den n'e Kadar İkilik Sayıları Üretme</vt:lpstr>
      <vt:lpstr>1'den n'e Kadar İkilik Sayıları Üretme</vt:lpstr>
      <vt:lpstr>1'den n'e Kadar İkilik Sayıları Üretme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Kuyruk</dc:title>
  <dc:creator>sercan</dc:creator>
  <cp:lastModifiedBy>sercan</cp:lastModifiedBy>
  <cp:revision>478</cp:revision>
  <dcterms:created xsi:type="dcterms:W3CDTF">2023-01-12T09:23:55Z</dcterms:created>
  <dcterms:modified xsi:type="dcterms:W3CDTF">2023-12-21T10:39:42Z</dcterms:modified>
</cp:coreProperties>
</file>